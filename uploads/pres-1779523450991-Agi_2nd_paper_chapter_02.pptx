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314" r:id="rId5"/>
    <p:sldId id="311" r:id="rId6"/>
    <p:sldId id="259" r:id="rId7"/>
    <p:sldId id="312" r:id="rId8"/>
    <p:sldId id="313" r:id="rId9"/>
    <p:sldId id="315" r:id="rId10"/>
    <p:sldId id="316" r:id="rId11"/>
    <p:sldId id="317" r:id="rId12"/>
    <p:sldId id="318" r:id="rId13"/>
    <p:sldId id="319" r:id="rId14"/>
    <p:sldId id="320" r:id="rId15"/>
    <p:sldId id="321" r:id="rId16"/>
    <p:sldId id="322" r:id="rId17"/>
    <p:sldId id="323" r:id="rId18"/>
    <p:sldId id="324" r:id="rId19"/>
    <p:sldId id="325" r:id="rId20"/>
    <p:sldId id="326" r:id="rId21"/>
    <p:sldId id="327" r:id="rId22"/>
    <p:sldId id="328" r:id="rId23"/>
    <p:sldId id="329" r:id="rId24"/>
    <p:sldId id="330" r:id="rId25"/>
    <p:sldId id="331" r:id="rId26"/>
    <p:sldId id="332" r:id="rId27"/>
    <p:sldId id="334" r:id="rId28"/>
    <p:sldId id="335" r:id="rId29"/>
    <p:sldId id="336" r:id="rId30"/>
    <p:sldId id="337" r:id="rId31"/>
    <p:sldId id="338" r:id="rId32"/>
    <p:sldId id="339" r:id="rId33"/>
    <p:sldId id="340" r:id="rId34"/>
    <p:sldId id="345" r:id="rId35"/>
    <p:sldId id="341" r:id="rId36"/>
    <p:sldId id="342" r:id="rId37"/>
    <p:sldId id="346" r:id="rId38"/>
    <p:sldId id="343" r:id="rId39"/>
    <p:sldId id="347" r:id="rId40"/>
    <p:sldId id="344" r:id="rId41"/>
    <p:sldId id="348" r:id="rId42"/>
    <p:sldId id="349" r:id="rId43"/>
    <p:sldId id="351" r:id="rId44"/>
    <p:sldId id="350" r:id="rId45"/>
    <p:sldId id="352" r:id="rId46"/>
    <p:sldId id="353"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dullah Limon" initials="AL" lastIdx="1" clrIdx="0">
    <p:extLst>
      <p:ext uri="{19B8F6BF-5375-455C-9EA6-DF929625EA0E}">
        <p15:presenceInfo xmlns:p15="http://schemas.microsoft.com/office/powerpoint/2012/main" userId="ccbb95a3173f64d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825" autoAdjust="0"/>
    <p:restoredTop sz="94660"/>
  </p:normalViewPr>
  <p:slideViewPr>
    <p:cSldViewPr snapToGrid="0">
      <p:cViewPr varScale="1">
        <p:scale>
          <a:sx n="103" d="100"/>
          <a:sy n="103" d="100"/>
        </p:scale>
        <p:origin x="114" y="16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0BBC68-9942-4C9C-815C-3966CBF9D4CF}"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9FC0380F-66B2-4639-ADB7-EC2221CEDF4C}">
      <dgm:prSet phldrT="[Text]"/>
      <dgm:spPr/>
      <dgm:t>
        <a:bodyPr/>
        <a:lstStyle/>
        <a:p>
          <a:r>
            <a:rPr lang="bn-IN" dirty="0"/>
            <a:t>পোল্ট্রি</a:t>
          </a:r>
          <a:endParaRPr lang="en-US" dirty="0"/>
        </a:p>
      </dgm:t>
    </dgm:pt>
    <dgm:pt modelId="{06EF3AE0-8F2D-4A51-888E-80F52EAC573C}" type="parTrans" cxnId="{F576F63D-66DF-4D65-BAA8-4457DE826F2C}">
      <dgm:prSet/>
      <dgm:spPr/>
      <dgm:t>
        <a:bodyPr/>
        <a:lstStyle/>
        <a:p>
          <a:endParaRPr lang="en-US"/>
        </a:p>
      </dgm:t>
    </dgm:pt>
    <dgm:pt modelId="{5CEEE8B7-9DB8-4B1C-B906-2D856F5C433C}" type="sibTrans" cxnId="{F576F63D-66DF-4D65-BAA8-4457DE826F2C}">
      <dgm:prSet/>
      <dgm:spPr/>
      <dgm:t>
        <a:bodyPr/>
        <a:lstStyle/>
        <a:p>
          <a:endParaRPr lang="en-US"/>
        </a:p>
      </dgm:t>
    </dgm:pt>
    <dgm:pt modelId="{EB91F5A8-5CA3-48ED-842C-6AF2CD358BF9}">
      <dgm:prSet phldrT="[Text]"/>
      <dgm:spPr/>
      <dgm:t>
        <a:bodyPr/>
        <a:lstStyle/>
        <a:p>
          <a:r>
            <a:rPr lang="bn-IN" dirty="0"/>
            <a:t>মুরগী</a:t>
          </a:r>
          <a:endParaRPr lang="en-US" dirty="0"/>
        </a:p>
      </dgm:t>
    </dgm:pt>
    <dgm:pt modelId="{BAB5101B-5226-480E-8B4B-BF376BC31080}" type="parTrans" cxnId="{E8E00C3C-1C8C-4667-B694-D2F0E9728A3C}">
      <dgm:prSet/>
      <dgm:spPr/>
      <dgm:t>
        <a:bodyPr/>
        <a:lstStyle/>
        <a:p>
          <a:endParaRPr lang="en-US"/>
        </a:p>
      </dgm:t>
    </dgm:pt>
    <dgm:pt modelId="{09FD24CE-8BEB-47FD-8743-F72C8C8B996E}" type="sibTrans" cxnId="{E8E00C3C-1C8C-4667-B694-D2F0E9728A3C}">
      <dgm:prSet/>
      <dgm:spPr/>
      <dgm:t>
        <a:bodyPr/>
        <a:lstStyle/>
        <a:p>
          <a:endParaRPr lang="en-US"/>
        </a:p>
      </dgm:t>
    </dgm:pt>
    <dgm:pt modelId="{909CFD97-2A90-4A24-8897-4D2525208B6F}">
      <dgm:prSet phldrT="[Text]"/>
      <dgm:spPr/>
      <dgm:t>
        <a:bodyPr/>
        <a:lstStyle/>
        <a:p>
          <a:r>
            <a:rPr lang="bn-IN" dirty="0"/>
            <a:t>হাঁস</a:t>
          </a:r>
          <a:endParaRPr lang="en-US" dirty="0"/>
        </a:p>
      </dgm:t>
    </dgm:pt>
    <dgm:pt modelId="{963CF87D-669C-4C76-BE7B-DFD5F493862F}" type="parTrans" cxnId="{5EA2FA77-95E8-4A11-BE5B-165EB487120D}">
      <dgm:prSet/>
      <dgm:spPr/>
      <dgm:t>
        <a:bodyPr/>
        <a:lstStyle/>
        <a:p>
          <a:endParaRPr lang="en-US"/>
        </a:p>
      </dgm:t>
    </dgm:pt>
    <dgm:pt modelId="{B3E495A8-935A-4CA3-A259-3A994826EFB7}" type="sibTrans" cxnId="{5EA2FA77-95E8-4A11-BE5B-165EB487120D}">
      <dgm:prSet/>
      <dgm:spPr/>
      <dgm:t>
        <a:bodyPr/>
        <a:lstStyle/>
        <a:p>
          <a:endParaRPr lang="en-US"/>
        </a:p>
      </dgm:t>
    </dgm:pt>
    <dgm:pt modelId="{A1BE64ED-9C90-4696-ADEF-68884FD858BA}">
      <dgm:prSet phldrT="[Text]"/>
      <dgm:spPr/>
      <dgm:t>
        <a:bodyPr/>
        <a:lstStyle/>
        <a:p>
          <a:r>
            <a:rPr lang="bn-IN" dirty="0"/>
            <a:t>বিবিধ</a:t>
          </a:r>
          <a:endParaRPr lang="en-US" dirty="0"/>
        </a:p>
      </dgm:t>
    </dgm:pt>
    <dgm:pt modelId="{19DF06DB-3BF4-4484-8CA8-AD3D598B59FC}" type="parTrans" cxnId="{FAFB34B2-20EB-423F-928A-84D2FE07A7D4}">
      <dgm:prSet/>
      <dgm:spPr/>
      <dgm:t>
        <a:bodyPr/>
        <a:lstStyle/>
        <a:p>
          <a:endParaRPr lang="en-US"/>
        </a:p>
      </dgm:t>
    </dgm:pt>
    <dgm:pt modelId="{8B7F0804-DB34-482A-A1AD-0F9C5FDDB71A}" type="sibTrans" cxnId="{FAFB34B2-20EB-423F-928A-84D2FE07A7D4}">
      <dgm:prSet/>
      <dgm:spPr/>
      <dgm:t>
        <a:bodyPr/>
        <a:lstStyle/>
        <a:p>
          <a:endParaRPr lang="en-US"/>
        </a:p>
      </dgm:t>
    </dgm:pt>
    <dgm:pt modelId="{5C99F8B0-FE26-44B9-8183-D2C829A4AE8C}">
      <dgm:prSet phldrT="[Text]"/>
      <dgm:spPr/>
      <dgm:t>
        <a:bodyPr/>
        <a:lstStyle/>
        <a:p>
          <a:r>
            <a:rPr lang="bn-IN" dirty="0"/>
            <a:t>ব্রয়লার</a:t>
          </a:r>
          <a:endParaRPr lang="en-US" dirty="0"/>
        </a:p>
      </dgm:t>
    </dgm:pt>
    <dgm:pt modelId="{AE158E4A-F280-4FEE-ADEE-AF043B401EFA}" type="parTrans" cxnId="{B0EADEEA-59D2-454C-BB12-67BD943E27CC}">
      <dgm:prSet/>
      <dgm:spPr/>
      <dgm:t>
        <a:bodyPr/>
        <a:lstStyle/>
        <a:p>
          <a:endParaRPr lang="en-US"/>
        </a:p>
      </dgm:t>
    </dgm:pt>
    <dgm:pt modelId="{65788E76-0F33-4BA3-9721-D6CDF4A92EE5}" type="sibTrans" cxnId="{B0EADEEA-59D2-454C-BB12-67BD943E27CC}">
      <dgm:prSet/>
      <dgm:spPr/>
      <dgm:t>
        <a:bodyPr/>
        <a:lstStyle/>
        <a:p>
          <a:endParaRPr lang="en-US"/>
        </a:p>
      </dgm:t>
    </dgm:pt>
    <dgm:pt modelId="{C26087D1-FA3C-472A-9DA3-52EDEC125D89}">
      <dgm:prSet phldrT="[Text]"/>
      <dgm:spPr/>
      <dgm:t>
        <a:bodyPr/>
        <a:lstStyle/>
        <a:p>
          <a:r>
            <a:rPr lang="bn-IN" dirty="0"/>
            <a:t>লেয়ার</a:t>
          </a:r>
          <a:endParaRPr lang="en-US" dirty="0"/>
        </a:p>
      </dgm:t>
    </dgm:pt>
    <dgm:pt modelId="{C92E5DA7-047B-4E6F-A0F5-55E80934BA89}" type="parTrans" cxnId="{1F759AC6-D027-4E42-9865-0260FDE41309}">
      <dgm:prSet/>
      <dgm:spPr/>
      <dgm:t>
        <a:bodyPr/>
        <a:lstStyle/>
        <a:p>
          <a:endParaRPr lang="en-US"/>
        </a:p>
      </dgm:t>
    </dgm:pt>
    <dgm:pt modelId="{FFFF685B-E901-4A57-A33C-EA34C6EA4ACF}" type="sibTrans" cxnId="{1F759AC6-D027-4E42-9865-0260FDE41309}">
      <dgm:prSet/>
      <dgm:spPr/>
      <dgm:t>
        <a:bodyPr/>
        <a:lstStyle/>
        <a:p>
          <a:endParaRPr lang="en-US"/>
        </a:p>
      </dgm:t>
    </dgm:pt>
    <dgm:pt modelId="{5A27741D-C194-4704-9E97-6662BF74C054}">
      <dgm:prSet phldrT="[Text]"/>
      <dgm:spPr/>
      <dgm:t>
        <a:bodyPr/>
        <a:lstStyle/>
        <a:p>
          <a:r>
            <a:rPr lang="bn-IN" dirty="0"/>
            <a:t>কবুতর</a:t>
          </a:r>
          <a:endParaRPr lang="en-US" dirty="0"/>
        </a:p>
      </dgm:t>
    </dgm:pt>
    <dgm:pt modelId="{CC756F00-A3FB-4BDF-AFBF-AFB91BE5DE4B}" type="parTrans" cxnId="{F2B457D5-3132-455E-8AEB-5E94C6881CE8}">
      <dgm:prSet/>
      <dgm:spPr/>
      <dgm:t>
        <a:bodyPr/>
        <a:lstStyle/>
        <a:p>
          <a:endParaRPr lang="en-US"/>
        </a:p>
      </dgm:t>
    </dgm:pt>
    <dgm:pt modelId="{BD29920B-34FF-4D0A-8EB8-C140DFE7E53B}" type="sibTrans" cxnId="{F2B457D5-3132-455E-8AEB-5E94C6881CE8}">
      <dgm:prSet/>
      <dgm:spPr/>
      <dgm:t>
        <a:bodyPr/>
        <a:lstStyle/>
        <a:p>
          <a:endParaRPr lang="en-US"/>
        </a:p>
      </dgm:t>
    </dgm:pt>
    <dgm:pt modelId="{E9B5E2FA-908D-4E01-AD97-F6D63B69F614}">
      <dgm:prSet phldrT="[Text]"/>
      <dgm:spPr/>
      <dgm:t>
        <a:bodyPr/>
        <a:lstStyle/>
        <a:p>
          <a:r>
            <a:rPr lang="bn-IN" dirty="0"/>
            <a:t>তিতির</a:t>
          </a:r>
          <a:endParaRPr lang="en-US" dirty="0"/>
        </a:p>
      </dgm:t>
    </dgm:pt>
    <dgm:pt modelId="{3D3B04E2-2BE4-411C-A11D-9024509AA601}" type="parTrans" cxnId="{F97179F3-8B9A-4338-B53D-0AA2DA5468E1}">
      <dgm:prSet/>
      <dgm:spPr/>
      <dgm:t>
        <a:bodyPr/>
        <a:lstStyle/>
        <a:p>
          <a:endParaRPr lang="en-US"/>
        </a:p>
      </dgm:t>
    </dgm:pt>
    <dgm:pt modelId="{64FF586A-4D8F-47B7-AE7E-43CD651B5961}" type="sibTrans" cxnId="{F97179F3-8B9A-4338-B53D-0AA2DA5468E1}">
      <dgm:prSet/>
      <dgm:spPr/>
      <dgm:t>
        <a:bodyPr/>
        <a:lstStyle/>
        <a:p>
          <a:endParaRPr lang="en-US"/>
        </a:p>
      </dgm:t>
    </dgm:pt>
    <dgm:pt modelId="{75FB2CB9-3EC5-4EA9-A0A4-3BF67C2CE709}">
      <dgm:prSet phldrT="[Text]"/>
      <dgm:spPr/>
      <dgm:t>
        <a:bodyPr/>
        <a:lstStyle/>
        <a:p>
          <a:r>
            <a:rPr lang="bn-IN" dirty="0"/>
            <a:t>উটপাখি</a:t>
          </a:r>
          <a:endParaRPr lang="en-US" dirty="0"/>
        </a:p>
      </dgm:t>
    </dgm:pt>
    <dgm:pt modelId="{0CDF803C-75AD-4200-A5ED-DCEAE1A814B5}" type="parTrans" cxnId="{B5E63246-893D-47D6-9741-E9B533618320}">
      <dgm:prSet/>
      <dgm:spPr/>
      <dgm:t>
        <a:bodyPr/>
        <a:lstStyle/>
        <a:p>
          <a:endParaRPr lang="en-US"/>
        </a:p>
      </dgm:t>
    </dgm:pt>
    <dgm:pt modelId="{6F10001A-ECEC-44E6-BA2B-71B47DB26F16}" type="sibTrans" cxnId="{B5E63246-893D-47D6-9741-E9B533618320}">
      <dgm:prSet/>
      <dgm:spPr/>
      <dgm:t>
        <a:bodyPr/>
        <a:lstStyle/>
        <a:p>
          <a:endParaRPr lang="en-US"/>
        </a:p>
      </dgm:t>
    </dgm:pt>
    <dgm:pt modelId="{FDC3E8AF-F204-4AC5-9DA0-57CB0636D5A8}">
      <dgm:prSet phldrT="[Text]"/>
      <dgm:spPr/>
      <dgm:t>
        <a:bodyPr/>
        <a:lstStyle/>
        <a:p>
          <a:r>
            <a:rPr lang="bn-IN" dirty="0"/>
            <a:t>টার্কি</a:t>
          </a:r>
          <a:endParaRPr lang="en-US" dirty="0"/>
        </a:p>
      </dgm:t>
    </dgm:pt>
    <dgm:pt modelId="{FCCDC1EF-21CD-47B2-8D9E-C44E523A724E}" type="parTrans" cxnId="{1A1A582C-6D94-42B8-8B49-0DB916918910}">
      <dgm:prSet/>
      <dgm:spPr/>
      <dgm:t>
        <a:bodyPr/>
        <a:lstStyle/>
        <a:p>
          <a:endParaRPr lang="en-US"/>
        </a:p>
      </dgm:t>
    </dgm:pt>
    <dgm:pt modelId="{2916BFC9-7781-445F-B4BC-97D4ECBF9461}" type="sibTrans" cxnId="{1A1A582C-6D94-42B8-8B49-0DB916918910}">
      <dgm:prSet/>
      <dgm:spPr/>
      <dgm:t>
        <a:bodyPr/>
        <a:lstStyle/>
        <a:p>
          <a:endParaRPr lang="en-US"/>
        </a:p>
      </dgm:t>
    </dgm:pt>
    <dgm:pt modelId="{5647306E-9DE6-4D1E-8A38-6D3EB5ED1EEC}">
      <dgm:prSet phldrT="[Text]"/>
      <dgm:spPr/>
      <dgm:t>
        <a:bodyPr/>
        <a:lstStyle/>
        <a:p>
          <a:r>
            <a:rPr lang="bn-IN" dirty="0"/>
            <a:t>কোয়েল</a:t>
          </a:r>
          <a:endParaRPr lang="en-US" dirty="0"/>
        </a:p>
      </dgm:t>
    </dgm:pt>
    <dgm:pt modelId="{7F2ACF37-904D-4A9B-95E7-26A4F46D5222}" type="parTrans" cxnId="{94864B56-DBA6-4712-8A6B-869294EBF34B}">
      <dgm:prSet/>
      <dgm:spPr/>
      <dgm:t>
        <a:bodyPr/>
        <a:lstStyle/>
        <a:p>
          <a:endParaRPr lang="en-US"/>
        </a:p>
      </dgm:t>
    </dgm:pt>
    <dgm:pt modelId="{821F43D9-56CD-431F-A419-1763A3B616EF}" type="sibTrans" cxnId="{94864B56-DBA6-4712-8A6B-869294EBF34B}">
      <dgm:prSet/>
      <dgm:spPr/>
      <dgm:t>
        <a:bodyPr/>
        <a:lstStyle/>
        <a:p>
          <a:endParaRPr lang="en-US"/>
        </a:p>
      </dgm:t>
    </dgm:pt>
    <dgm:pt modelId="{EA2DFB08-3B24-4886-AEEE-A3CFE6EEAF23}" type="pres">
      <dgm:prSet presAssocID="{0B0BBC68-9942-4C9C-815C-3966CBF9D4CF}" presName="mainComposite" presStyleCnt="0">
        <dgm:presLayoutVars>
          <dgm:chPref val="1"/>
          <dgm:dir/>
          <dgm:animOne val="branch"/>
          <dgm:animLvl val="lvl"/>
          <dgm:resizeHandles val="exact"/>
        </dgm:presLayoutVars>
      </dgm:prSet>
      <dgm:spPr/>
    </dgm:pt>
    <dgm:pt modelId="{28D34685-CB30-4B35-B230-808B9664BFD5}" type="pres">
      <dgm:prSet presAssocID="{0B0BBC68-9942-4C9C-815C-3966CBF9D4CF}" presName="hierFlow" presStyleCnt="0"/>
      <dgm:spPr/>
    </dgm:pt>
    <dgm:pt modelId="{417589B2-3068-43ED-8F54-F4F925E7852D}" type="pres">
      <dgm:prSet presAssocID="{0B0BBC68-9942-4C9C-815C-3966CBF9D4CF}" presName="hierChild1" presStyleCnt="0">
        <dgm:presLayoutVars>
          <dgm:chPref val="1"/>
          <dgm:animOne val="branch"/>
          <dgm:animLvl val="lvl"/>
        </dgm:presLayoutVars>
      </dgm:prSet>
      <dgm:spPr/>
    </dgm:pt>
    <dgm:pt modelId="{2FF3A5F7-3C96-4A3E-8C97-AA2C3BEC1B33}" type="pres">
      <dgm:prSet presAssocID="{9FC0380F-66B2-4639-ADB7-EC2221CEDF4C}" presName="Name14" presStyleCnt="0"/>
      <dgm:spPr/>
    </dgm:pt>
    <dgm:pt modelId="{3899E468-6DBA-4888-AA58-734D77D196EC}" type="pres">
      <dgm:prSet presAssocID="{9FC0380F-66B2-4639-ADB7-EC2221CEDF4C}" presName="level1Shape" presStyleLbl="node0" presStyleIdx="0" presStyleCnt="1">
        <dgm:presLayoutVars>
          <dgm:chPref val="3"/>
        </dgm:presLayoutVars>
      </dgm:prSet>
      <dgm:spPr/>
    </dgm:pt>
    <dgm:pt modelId="{5113DCFF-39A1-4162-BBEE-ADE4172C6B7B}" type="pres">
      <dgm:prSet presAssocID="{9FC0380F-66B2-4639-ADB7-EC2221CEDF4C}" presName="hierChild2" presStyleCnt="0"/>
      <dgm:spPr/>
    </dgm:pt>
    <dgm:pt modelId="{BA846CB8-0EFF-434B-9748-D92FAAF4A86F}" type="pres">
      <dgm:prSet presAssocID="{BAB5101B-5226-480E-8B4B-BF376BC31080}" presName="Name19" presStyleLbl="parChTrans1D2" presStyleIdx="0" presStyleCnt="3"/>
      <dgm:spPr/>
    </dgm:pt>
    <dgm:pt modelId="{AD991BD6-45E1-4100-9C08-F16302CF3BF7}" type="pres">
      <dgm:prSet presAssocID="{EB91F5A8-5CA3-48ED-842C-6AF2CD358BF9}" presName="Name21" presStyleCnt="0"/>
      <dgm:spPr/>
    </dgm:pt>
    <dgm:pt modelId="{E2CA5121-13C9-4AD4-997C-A30AB998AD02}" type="pres">
      <dgm:prSet presAssocID="{EB91F5A8-5CA3-48ED-842C-6AF2CD358BF9}" presName="level2Shape" presStyleLbl="node2" presStyleIdx="0" presStyleCnt="3"/>
      <dgm:spPr/>
    </dgm:pt>
    <dgm:pt modelId="{B7E4EDED-6F45-48DC-ADEF-16F424D6B3DD}" type="pres">
      <dgm:prSet presAssocID="{EB91F5A8-5CA3-48ED-842C-6AF2CD358BF9}" presName="hierChild3" presStyleCnt="0"/>
      <dgm:spPr/>
    </dgm:pt>
    <dgm:pt modelId="{0604902D-9D73-44FD-BB51-BA4EC10F9471}" type="pres">
      <dgm:prSet presAssocID="{AE158E4A-F280-4FEE-ADEE-AF043B401EFA}" presName="Name19" presStyleLbl="parChTrans1D3" presStyleIdx="0" presStyleCnt="7"/>
      <dgm:spPr/>
    </dgm:pt>
    <dgm:pt modelId="{77F38C7E-40E6-4DE3-AA52-BA3054E98782}" type="pres">
      <dgm:prSet presAssocID="{5C99F8B0-FE26-44B9-8183-D2C829A4AE8C}" presName="Name21" presStyleCnt="0"/>
      <dgm:spPr/>
    </dgm:pt>
    <dgm:pt modelId="{1B24E73D-B110-4B54-9BBE-55DE222096A9}" type="pres">
      <dgm:prSet presAssocID="{5C99F8B0-FE26-44B9-8183-D2C829A4AE8C}" presName="level2Shape" presStyleLbl="node3" presStyleIdx="0" presStyleCnt="7"/>
      <dgm:spPr/>
    </dgm:pt>
    <dgm:pt modelId="{C8BF26E0-A7C6-476C-8468-78E3A1146CC2}" type="pres">
      <dgm:prSet presAssocID="{5C99F8B0-FE26-44B9-8183-D2C829A4AE8C}" presName="hierChild3" presStyleCnt="0"/>
      <dgm:spPr/>
    </dgm:pt>
    <dgm:pt modelId="{7D0E9AFF-0F0B-4F90-877A-CF4D396E170A}" type="pres">
      <dgm:prSet presAssocID="{C92E5DA7-047B-4E6F-A0F5-55E80934BA89}" presName="Name19" presStyleLbl="parChTrans1D3" presStyleIdx="1" presStyleCnt="7"/>
      <dgm:spPr/>
    </dgm:pt>
    <dgm:pt modelId="{268247DC-521C-4919-9F03-905508E3F4FA}" type="pres">
      <dgm:prSet presAssocID="{C26087D1-FA3C-472A-9DA3-52EDEC125D89}" presName="Name21" presStyleCnt="0"/>
      <dgm:spPr/>
    </dgm:pt>
    <dgm:pt modelId="{4436B87F-CE58-4A14-B136-F593D60CB104}" type="pres">
      <dgm:prSet presAssocID="{C26087D1-FA3C-472A-9DA3-52EDEC125D89}" presName="level2Shape" presStyleLbl="node3" presStyleIdx="1" presStyleCnt="7"/>
      <dgm:spPr/>
    </dgm:pt>
    <dgm:pt modelId="{9319846F-3053-4976-A8F7-F3F03064934E}" type="pres">
      <dgm:prSet presAssocID="{C26087D1-FA3C-472A-9DA3-52EDEC125D89}" presName="hierChild3" presStyleCnt="0"/>
      <dgm:spPr/>
    </dgm:pt>
    <dgm:pt modelId="{D1AB73E9-2A41-4796-80C2-2A4812291826}" type="pres">
      <dgm:prSet presAssocID="{963CF87D-669C-4C76-BE7B-DFD5F493862F}" presName="Name19" presStyleLbl="parChTrans1D2" presStyleIdx="1" presStyleCnt="3"/>
      <dgm:spPr/>
    </dgm:pt>
    <dgm:pt modelId="{54333C26-B6D4-47CF-9B7B-40E7143D8623}" type="pres">
      <dgm:prSet presAssocID="{909CFD97-2A90-4A24-8897-4D2525208B6F}" presName="Name21" presStyleCnt="0"/>
      <dgm:spPr/>
    </dgm:pt>
    <dgm:pt modelId="{CE9B9A2D-4614-446F-A969-BA9914F0DA4B}" type="pres">
      <dgm:prSet presAssocID="{909CFD97-2A90-4A24-8897-4D2525208B6F}" presName="level2Shape" presStyleLbl="node2" presStyleIdx="1" presStyleCnt="3"/>
      <dgm:spPr/>
    </dgm:pt>
    <dgm:pt modelId="{89ECD881-74A5-48F3-8240-0B190672202B}" type="pres">
      <dgm:prSet presAssocID="{909CFD97-2A90-4A24-8897-4D2525208B6F}" presName="hierChild3" presStyleCnt="0"/>
      <dgm:spPr/>
    </dgm:pt>
    <dgm:pt modelId="{A6AF2C97-06AF-4D59-B52B-52AF99706038}" type="pres">
      <dgm:prSet presAssocID="{19DF06DB-3BF4-4484-8CA8-AD3D598B59FC}" presName="Name19" presStyleLbl="parChTrans1D2" presStyleIdx="2" presStyleCnt="3"/>
      <dgm:spPr/>
    </dgm:pt>
    <dgm:pt modelId="{183FDC5E-A45B-4044-8D4C-E5A7566E6C09}" type="pres">
      <dgm:prSet presAssocID="{A1BE64ED-9C90-4696-ADEF-68884FD858BA}" presName="Name21" presStyleCnt="0"/>
      <dgm:spPr/>
    </dgm:pt>
    <dgm:pt modelId="{9E5CEE6F-9F31-4D53-81E6-F7B2D8704C9D}" type="pres">
      <dgm:prSet presAssocID="{A1BE64ED-9C90-4696-ADEF-68884FD858BA}" presName="level2Shape" presStyleLbl="node2" presStyleIdx="2" presStyleCnt="3"/>
      <dgm:spPr/>
    </dgm:pt>
    <dgm:pt modelId="{E1C64D01-98A2-4CFB-AA81-B8ABCC757570}" type="pres">
      <dgm:prSet presAssocID="{A1BE64ED-9C90-4696-ADEF-68884FD858BA}" presName="hierChild3" presStyleCnt="0"/>
      <dgm:spPr/>
    </dgm:pt>
    <dgm:pt modelId="{D77D8A84-3FB5-4457-825A-2DA4A6E0BD34}" type="pres">
      <dgm:prSet presAssocID="{CC756F00-A3FB-4BDF-AFBF-AFB91BE5DE4B}" presName="Name19" presStyleLbl="parChTrans1D3" presStyleIdx="2" presStyleCnt="7"/>
      <dgm:spPr/>
    </dgm:pt>
    <dgm:pt modelId="{F74A4A7B-D927-4EC5-9139-4C36599518E6}" type="pres">
      <dgm:prSet presAssocID="{5A27741D-C194-4704-9E97-6662BF74C054}" presName="Name21" presStyleCnt="0"/>
      <dgm:spPr/>
    </dgm:pt>
    <dgm:pt modelId="{13C43992-A354-4360-BF04-F6F610141A8B}" type="pres">
      <dgm:prSet presAssocID="{5A27741D-C194-4704-9E97-6662BF74C054}" presName="level2Shape" presStyleLbl="node3" presStyleIdx="2" presStyleCnt="7"/>
      <dgm:spPr/>
    </dgm:pt>
    <dgm:pt modelId="{79802D1A-D23B-4DDD-8FAC-910C4F0A87B8}" type="pres">
      <dgm:prSet presAssocID="{5A27741D-C194-4704-9E97-6662BF74C054}" presName="hierChild3" presStyleCnt="0"/>
      <dgm:spPr/>
    </dgm:pt>
    <dgm:pt modelId="{5E51355E-DABD-4722-BF90-07AE204EF600}" type="pres">
      <dgm:prSet presAssocID="{3D3B04E2-2BE4-411C-A11D-9024509AA601}" presName="Name19" presStyleLbl="parChTrans1D3" presStyleIdx="3" presStyleCnt="7"/>
      <dgm:spPr/>
    </dgm:pt>
    <dgm:pt modelId="{5273C0E8-DC73-4C6C-8489-D3C3C6C9C93A}" type="pres">
      <dgm:prSet presAssocID="{E9B5E2FA-908D-4E01-AD97-F6D63B69F614}" presName="Name21" presStyleCnt="0"/>
      <dgm:spPr/>
    </dgm:pt>
    <dgm:pt modelId="{50A78190-3CA7-48F6-9202-ABD8BA597E21}" type="pres">
      <dgm:prSet presAssocID="{E9B5E2FA-908D-4E01-AD97-F6D63B69F614}" presName="level2Shape" presStyleLbl="node3" presStyleIdx="3" presStyleCnt="7"/>
      <dgm:spPr/>
    </dgm:pt>
    <dgm:pt modelId="{D8D7BB8A-61EB-4661-BF55-6061891470A1}" type="pres">
      <dgm:prSet presAssocID="{E9B5E2FA-908D-4E01-AD97-F6D63B69F614}" presName="hierChild3" presStyleCnt="0"/>
      <dgm:spPr/>
    </dgm:pt>
    <dgm:pt modelId="{820CEE21-EF8B-4A79-8EC1-A25754BCABF1}" type="pres">
      <dgm:prSet presAssocID="{0CDF803C-75AD-4200-A5ED-DCEAE1A814B5}" presName="Name19" presStyleLbl="parChTrans1D3" presStyleIdx="4" presStyleCnt="7"/>
      <dgm:spPr/>
    </dgm:pt>
    <dgm:pt modelId="{28F1B9C2-0CEC-4C46-9FA7-1060C3D9F73E}" type="pres">
      <dgm:prSet presAssocID="{75FB2CB9-3EC5-4EA9-A0A4-3BF67C2CE709}" presName="Name21" presStyleCnt="0"/>
      <dgm:spPr/>
    </dgm:pt>
    <dgm:pt modelId="{7E1E9608-8CF7-42E6-BA8B-A974F3FC66B9}" type="pres">
      <dgm:prSet presAssocID="{75FB2CB9-3EC5-4EA9-A0A4-3BF67C2CE709}" presName="level2Shape" presStyleLbl="node3" presStyleIdx="4" presStyleCnt="7"/>
      <dgm:spPr/>
    </dgm:pt>
    <dgm:pt modelId="{B644CE3B-D755-4223-86B5-5B3712783925}" type="pres">
      <dgm:prSet presAssocID="{75FB2CB9-3EC5-4EA9-A0A4-3BF67C2CE709}" presName="hierChild3" presStyleCnt="0"/>
      <dgm:spPr/>
    </dgm:pt>
    <dgm:pt modelId="{F232D6D0-1809-41D4-9BD0-7D27AD47BEE3}" type="pres">
      <dgm:prSet presAssocID="{FCCDC1EF-21CD-47B2-8D9E-C44E523A724E}" presName="Name19" presStyleLbl="parChTrans1D3" presStyleIdx="5" presStyleCnt="7"/>
      <dgm:spPr/>
    </dgm:pt>
    <dgm:pt modelId="{D052D0BE-1886-4EDF-A702-65BED4D532AB}" type="pres">
      <dgm:prSet presAssocID="{FDC3E8AF-F204-4AC5-9DA0-57CB0636D5A8}" presName="Name21" presStyleCnt="0"/>
      <dgm:spPr/>
    </dgm:pt>
    <dgm:pt modelId="{CA6FD5A7-018E-4CC1-A544-C030F0D43B3C}" type="pres">
      <dgm:prSet presAssocID="{FDC3E8AF-F204-4AC5-9DA0-57CB0636D5A8}" presName="level2Shape" presStyleLbl="node3" presStyleIdx="5" presStyleCnt="7"/>
      <dgm:spPr/>
    </dgm:pt>
    <dgm:pt modelId="{0547BE96-4DA7-4B5E-9F69-CCFC869F4058}" type="pres">
      <dgm:prSet presAssocID="{FDC3E8AF-F204-4AC5-9DA0-57CB0636D5A8}" presName="hierChild3" presStyleCnt="0"/>
      <dgm:spPr/>
    </dgm:pt>
    <dgm:pt modelId="{CE3A703F-4A12-4CC9-B8D6-43D05486C8EF}" type="pres">
      <dgm:prSet presAssocID="{7F2ACF37-904D-4A9B-95E7-26A4F46D5222}" presName="Name19" presStyleLbl="parChTrans1D3" presStyleIdx="6" presStyleCnt="7"/>
      <dgm:spPr/>
    </dgm:pt>
    <dgm:pt modelId="{992E4071-BADE-4DBA-B9B3-5F90B61BE7DD}" type="pres">
      <dgm:prSet presAssocID="{5647306E-9DE6-4D1E-8A38-6D3EB5ED1EEC}" presName="Name21" presStyleCnt="0"/>
      <dgm:spPr/>
    </dgm:pt>
    <dgm:pt modelId="{B70C6AA8-6AEA-4A73-9AF5-1B642DF44258}" type="pres">
      <dgm:prSet presAssocID="{5647306E-9DE6-4D1E-8A38-6D3EB5ED1EEC}" presName="level2Shape" presStyleLbl="node3" presStyleIdx="6" presStyleCnt="7"/>
      <dgm:spPr/>
    </dgm:pt>
    <dgm:pt modelId="{513BB2D3-BE8E-4D58-AE13-26005481823A}" type="pres">
      <dgm:prSet presAssocID="{5647306E-9DE6-4D1E-8A38-6D3EB5ED1EEC}" presName="hierChild3" presStyleCnt="0"/>
      <dgm:spPr/>
    </dgm:pt>
    <dgm:pt modelId="{F4BF86CD-B1F9-47E0-80D0-98AF976CD52C}" type="pres">
      <dgm:prSet presAssocID="{0B0BBC68-9942-4C9C-815C-3966CBF9D4CF}" presName="bgShapesFlow" presStyleCnt="0"/>
      <dgm:spPr/>
    </dgm:pt>
  </dgm:ptLst>
  <dgm:cxnLst>
    <dgm:cxn modelId="{4C871802-B301-4519-99AC-5FD24A6881C4}" type="presOf" srcId="{EB91F5A8-5CA3-48ED-842C-6AF2CD358BF9}" destId="{E2CA5121-13C9-4AD4-997C-A30AB998AD02}" srcOrd="0" destOrd="0" presId="urn:microsoft.com/office/officeart/2005/8/layout/hierarchy6"/>
    <dgm:cxn modelId="{6C918602-E017-403D-8FD5-F0F1C6D46C20}" type="presOf" srcId="{5C99F8B0-FE26-44B9-8183-D2C829A4AE8C}" destId="{1B24E73D-B110-4B54-9BBE-55DE222096A9}" srcOrd="0" destOrd="0" presId="urn:microsoft.com/office/officeart/2005/8/layout/hierarchy6"/>
    <dgm:cxn modelId="{3B011E04-ED5B-47DF-AFF0-B92ED019FD76}" type="presOf" srcId="{75FB2CB9-3EC5-4EA9-A0A4-3BF67C2CE709}" destId="{7E1E9608-8CF7-42E6-BA8B-A974F3FC66B9}" srcOrd="0" destOrd="0" presId="urn:microsoft.com/office/officeart/2005/8/layout/hierarchy6"/>
    <dgm:cxn modelId="{57EF421A-9ACC-47E1-B2B8-F829F1E5AA46}" type="presOf" srcId="{19DF06DB-3BF4-4484-8CA8-AD3D598B59FC}" destId="{A6AF2C97-06AF-4D59-B52B-52AF99706038}" srcOrd="0" destOrd="0" presId="urn:microsoft.com/office/officeart/2005/8/layout/hierarchy6"/>
    <dgm:cxn modelId="{1A1A582C-6D94-42B8-8B49-0DB916918910}" srcId="{A1BE64ED-9C90-4696-ADEF-68884FD858BA}" destId="{FDC3E8AF-F204-4AC5-9DA0-57CB0636D5A8}" srcOrd="3" destOrd="0" parTransId="{FCCDC1EF-21CD-47B2-8D9E-C44E523A724E}" sibTransId="{2916BFC9-7781-445F-B4BC-97D4ECBF9461}"/>
    <dgm:cxn modelId="{9E30C332-3081-415B-87A2-E6EF5F94AC2B}" type="presOf" srcId="{7F2ACF37-904D-4A9B-95E7-26A4F46D5222}" destId="{CE3A703F-4A12-4CC9-B8D6-43D05486C8EF}" srcOrd="0" destOrd="0" presId="urn:microsoft.com/office/officeart/2005/8/layout/hierarchy6"/>
    <dgm:cxn modelId="{E8E00C3C-1C8C-4667-B694-D2F0E9728A3C}" srcId="{9FC0380F-66B2-4639-ADB7-EC2221CEDF4C}" destId="{EB91F5A8-5CA3-48ED-842C-6AF2CD358BF9}" srcOrd="0" destOrd="0" parTransId="{BAB5101B-5226-480E-8B4B-BF376BC31080}" sibTransId="{09FD24CE-8BEB-47FD-8743-F72C8C8B996E}"/>
    <dgm:cxn modelId="{F576F63D-66DF-4D65-BAA8-4457DE826F2C}" srcId="{0B0BBC68-9942-4C9C-815C-3966CBF9D4CF}" destId="{9FC0380F-66B2-4639-ADB7-EC2221CEDF4C}" srcOrd="0" destOrd="0" parTransId="{06EF3AE0-8F2D-4A51-888E-80F52EAC573C}" sibTransId="{5CEEE8B7-9DB8-4B1C-B906-2D856F5C433C}"/>
    <dgm:cxn modelId="{B5E63246-893D-47D6-9741-E9B533618320}" srcId="{A1BE64ED-9C90-4696-ADEF-68884FD858BA}" destId="{75FB2CB9-3EC5-4EA9-A0A4-3BF67C2CE709}" srcOrd="2" destOrd="0" parTransId="{0CDF803C-75AD-4200-A5ED-DCEAE1A814B5}" sibTransId="{6F10001A-ECEC-44E6-BA2B-71B47DB26F16}"/>
    <dgm:cxn modelId="{C952F067-2258-41C5-B30B-C387897F6BDC}" type="presOf" srcId="{C26087D1-FA3C-472A-9DA3-52EDEC125D89}" destId="{4436B87F-CE58-4A14-B136-F593D60CB104}" srcOrd="0" destOrd="0" presId="urn:microsoft.com/office/officeart/2005/8/layout/hierarchy6"/>
    <dgm:cxn modelId="{94864B56-DBA6-4712-8A6B-869294EBF34B}" srcId="{A1BE64ED-9C90-4696-ADEF-68884FD858BA}" destId="{5647306E-9DE6-4D1E-8A38-6D3EB5ED1EEC}" srcOrd="4" destOrd="0" parTransId="{7F2ACF37-904D-4A9B-95E7-26A4F46D5222}" sibTransId="{821F43D9-56CD-431F-A419-1763A3B616EF}"/>
    <dgm:cxn modelId="{5EA2FA77-95E8-4A11-BE5B-165EB487120D}" srcId="{9FC0380F-66B2-4639-ADB7-EC2221CEDF4C}" destId="{909CFD97-2A90-4A24-8897-4D2525208B6F}" srcOrd="1" destOrd="0" parTransId="{963CF87D-669C-4C76-BE7B-DFD5F493862F}" sibTransId="{B3E495A8-935A-4CA3-A259-3A994826EFB7}"/>
    <dgm:cxn modelId="{2A49117E-F1EE-432B-B612-2BA9D1D15591}" type="presOf" srcId="{963CF87D-669C-4C76-BE7B-DFD5F493862F}" destId="{D1AB73E9-2A41-4796-80C2-2A4812291826}" srcOrd="0" destOrd="0" presId="urn:microsoft.com/office/officeart/2005/8/layout/hierarchy6"/>
    <dgm:cxn modelId="{AD2B9983-DD54-4DF8-839D-3E147CF050B3}" type="presOf" srcId="{BAB5101B-5226-480E-8B4B-BF376BC31080}" destId="{BA846CB8-0EFF-434B-9748-D92FAAF4A86F}" srcOrd="0" destOrd="0" presId="urn:microsoft.com/office/officeart/2005/8/layout/hierarchy6"/>
    <dgm:cxn modelId="{0F232094-D077-4213-87E0-D84ECFD8FFCB}" type="presOf" srcId="{A1BE64ED-9C90-4696-ADEF-68884FD858BA}" destId="{9E5CEE6F-9F31-4D53-81E6-F7B2D8704C9D}" srcOrd="0" destOrd="0" presId="urn:microsoft.com/office/officeart/2005/8/layout/hierarchy6"/>
    <dgm:cxn modelId="{5D7A2994-0233-48BD-B40C-30A9BB17894E}" type="presOf" srcId="{3D3B04E2-2BE4-411C-A11D-9024509AA601}" destId="{5E51355E-DABD-4722-BF90-07AE204EF600}" srcOrd="0" destOrd="0" presId="urn:microsoft.com/office/officeart/2005/8/layout/hierarchy6"/>
    <dgm:cxn modelId="{C1F192A5-5C84-479B-B3BF-B489D300A41B}" type="presOf" srcId="{CC756F00-A3FB-4BDF-AFBF-AFB91BE5DE4B}" destId="{D77D8A84-3FB5-4457-825A-2DA4A6E0BD34}" srcOrd="0" destOrd="0" presId="urn:microsoft.com/office/officeart/2005/8/layout/hierarchy6"/>
    <dgm:cxn modelId="{B0F03DA7-3EAC-438B-82A2-06EAD0DDB945}" type="presOf" srcId="{AE158E4A-F280-4FEE-ADEE-AF043B401EFA}" destId="{0604902D-9D73-44FD-BB51-BA4EC10F9471}" srcOrd="0" destOrd="0" presId="urn:microsoft.com/office/officeart/2005/8/layout/hierarchy6"/>
    <dgm:cxn modelId="{6A8A02B2-5CC0-4E27-8EE0-03209221C071}" type="presOf" srcId="{5A27741D-C194-4704-9E97-6662BF74C054}" destId="{13C43992-A354-4360-BF04-F6F610141A8B}" srcOrd="0" destOrd="0" presId="urn:microsoft.com/office/officeart/2005/8/layout/hierarchy6"/>
    <dgm:cxn modelId="{FAFB34B2-20EB-423F-928A-84D2FE07A7D4}" srcId="{9FC0380F-66B2-4639-ADB7-EC2221CEDF4C}" destId="{A1BE64ED-9C90-4696-ADEF-68884FD858BA}" srcOrd="2" destOrd="0" parTransId="{19DF06DB-3BF4-4484-8CA8-AD3D598B59FC}" sibTransId="{8B7F0804-DB34-482A-A1AD-0F9C5FDDB71A}"/>
    <dgm:cxn modelId="{76A86DBF-2642-4D8E-86AB-303C61208967}" type="presOf" srcId="{FDC3E8AF-F204-4AC5-9DA0-57CB0636D5A8}" destId="{CA6FD5A7-018E-4CC1-A544-C030F0D43B3C}" srcOrd="0" destOrd="0" presId="urn:microsoft.com/office/officeart/2005/8/layout/hierarchy6"/>
    <dgm:cxn modelId="{1F759AC6-D027-4E42-9865-0260FDE41309}" srcId="{EB91F5A8-5CA3-48ED-842C-6AF2CD358BF9}" destId="{C26087D1-FA3C-472A-9DA3-52EDEC125D89}" srcOrd="1" destOrd="0" parTransId="{C92E5DA7-047B-4E6F-A0F5-55E80934BA89}" sibTransId="{FFFF685B-E901-4A57-A33C-EA34C6EA4ACF}"/>
    <dgm:cxn modelId="{E46D2CCF-9CC0-4369-A414-587079ABB1F2}" type="presOf" srcId="{E9B5E2FA-908D-4E01-AD97-F6D63B69F614}" destId="{50A78190-3CA7-48F6-9202-ABD8BA597E21}" srcOrd="0" destOrd="0" presId="urn:microsoft.com/office/officeart/2005/8/layout/hierarchy6"/>
    <dgm:cxn modelId="{3A011DD0-3759-4188-81F5-8925FDB41CBD}" type="presOf" srcId="{5647306E-9DE6-4D1E-8A38-6D3EB5ED1EEC}" destId="{B70C6AA8-6AEA-4A73-9AF5-1B642DF44258}" srcOrd="0" destOrd="0" presId="urn:microsoft.com/office/officeart/2005/8/layout/hierarchy6"/>
    <dgm:cxn modelId="{F2B457D5-3132-455E-8AEB-5E94C6881CE8}" srcId="{A1BE64ED-9C90-4696-ADEF-68884FD858BA}" destId="{5A27741D-C194-4704-9E97-6662BF74C054}" srcOrd="0" destOrd="0" parTransId="{CC756F00-A3FB-4BDF-AFBF-AFB91BE5DE4B}" sibTransId="{BD29920B-34FF-4D0A-8EB8-C140DFE7E53B}"/>
    <dgm:cxn modelId="{7E405FDD-D420-43A2-9668-B2A60DD5A6FF}" type="presOf" srcId="{0B0BBC68-9942-4C9C-815C-3966CBF9D4CF}" destId="{EA2DFB08-3B24-4886-AEEE-A3CFE6EEAF23}" srcOrd="0" destOrd="0" presId="urn:microsoft.com/office/officeart/2005/8/layout/hierarchy6"/>
    <dgm:cxn modelId="{813655DF-78DA-4FB6-B3D7-BAB33456FEEC}" type="presOf" srcId="{909CFD97-2A90-4A24-8897-4D2525208B6F}" destId="{CE9B9A2D-4614-446F-A969-BA9914F0DA4B}" srcOrd="0" destOrd="0" presId="urn:microsoft.com/office/officeart/2005/8/layout/hierarchy6"/>
    <dgm:cxn modelId="{99A147E8-EFB6-4471-9EF3-2537AE2FB1F3}" type="presOf" srcId="{0CDF803C-75AD-4200-A5ED-DCEAE1A814B5}" destId="{820CEE21-EF8B-4A79-8EC1-A25754BCABF1}" srcOrd="0" destOrd="0" presId="urn:microsoft.com/office/officeart/2005/8/layout/hierarchy6"/>
    <dgm:cxn modelId="{0C4028EA-BD9C-46D4-B2B2-DC0161977D76}" type="presOf" srcId="{C92E5DA7-047B-4E6F-A0F5-55E80934BA89}" destId="{7D0E9AFF-0F0B-4F90-877A-CF4D396E170A}" srcOrd="0" destOrd="0" presId="urn:microsoft.com/office/officeart/2005/8/layout/hierarchy6"/>
    <dgm:cxn modelId="{B0EADEEA-59D2-454C-BB12-67BD943E27CC}" srcId="{EB91F5A8-5CA3-48ED-842C-6AF2CD358BF9}" destId="{5C99F8B0-FE26-44B9-8183-D2C829A4AE8C}" srcOrd="0" destOrd="0" parTransId="{AE158E4A-F280-4FEE-ADEE-AF043B401EFA}" sibTransId="{65788E76-0F33-4BA3-9721-D6CDF4A92EE5}"/>
    <dgm:cxn modelId="{9E898EEB-B899-4E93-AB6A-9476351CEECD}" type="presOf" srcId="{FCCDC1EF-21CD-47B2-8D9E-C44E523A724E}" destId="{F232D6D0-1809-41D4-9BD0-7D27AD47BEE3}" srcOrd="0" destOrd="0" presId="urn:microsoft.com/office/officeart/2005/8/layout/hierarchy6"/>
    <dgm:cxn modelId="{F97179F3-8B9A-4338-B53D-0AA2DA5468E1}" srcId="{A1BE64ED-9C90-4696-ADEF-68884FD858BA}" destId="{E9B5E2FA-908D-4E01-AD97-F6D63B69F614}" srcOrd="1" destOrd="0" parTransId="{3D3B04E2-2BE4-411C-A11D-9024509AA601}" sibTransId="{64FF586A-4D8F-47B7-AE7E-43CD651B5961}"/>
    <dgm:cxn modelId="{15E8E2F9-BA75-4EBC-B255-BDA7549E4C2E}" type="presOf" srcId="{9FC0380F-66B2-4639-ADB7-EC2221CEDF4C}" destId="{3899E468-6DBA-4888-AA58-734D77D196EC}" srcOrd="0" destOrd="0" presId="urn:microsoft.com/office/officeart/2005/8/layout/hierarchy6"/>
    <dgm:cxn modelId="{067B4CDB-2EFA-4826-8964-D791542AED0D}" type="presParOf" srcId="{EA2DFB08-3B24-4886-AEEE-A3CFE6EEAF23}" destId="{28D34685-CB30-4B35-B230-808B9664BFD5}" srcOrd="0" destOrd="0" presId="urn:microsoft.com/office/officeart/2005/8/layout/hierarchy6"/>
    <dgm:cxn modelId="{2B3F1EF5-EEF9-49E0-8002-8AA0CA3E2E74}" type="presParOf" srcId="{28D34685-CB30-4B35-B230-808B9664BFD5}" destId="{417589B2-3068-43ED-8F54-F4F925E7852D}" srcOrd="0" destOrd="0" presId="urn:microsoft.com/office/officeart/2005/8/layout/hierarchy6"/>
    <dgm:cxn modelId="{377627D6-A75D-4CB2-B84F-80D661E3832E}" type="presParOf" srcId="{417589B2-3068-43ED-8F54-F4F925E7852D}" destId="{2FF3A5F7-3C96-4A3E-8C97-AA2C3BEC1B33}" srcOrd="0" destOrd="0" presId="urn:microsoft.com/office/officeart/2005/8/layout/hierarchy6"/>
    <dgm:cxn modelId="{C39DC8C6-4419-4EA0-99EB-1916E2AABBD0}" type="presParOf" srcId="{2FF3A5F7-3C96-4A3E-8C97-AA2C3BEC1B33}" destId="{3899E468-6DBA-4888-AA58-734D77D196EC}" srcOrd="0" destOrd="0" presId="urn:microsoft.com/office/officeart/2005/8/layout/hierarchy6"/>
    <dgm:cxn modelId="{F09EDB3A-7564-4D89-9210-7C9B15EC1E27}" type="presParOf" srcId="{2FF3A5F7-3C96-4A3E-8C97-AA2C3BEC1B33}" destId="{5113DCFF-39A1-4162-BBEE-ADE4172C6B7B}" srcOrd="1" destOrd="0" presId="urn:microsoft.com/office/officeart/2005/8/layout/hierarchy6"/>
    <dgm:cxn modelId="{166209E9-4F30-4212-8119-99BB84E0BBA0}" type="presParOf" srcId="{5113DCFF-39A1-4162-BBEE-ADE4172C6B7B}" destId="{BA846CB8-0EFF-434B-9748-D92FAAF4A86F}" srcOrd="0" destOrd="0" presId="urn:microsoft.com/office/officeart/2005/8/layout/hierarchy6"/>
    <dgm:cxn modelId="{2B5EBD72-D46F-4F94-A58F-4B2691A88C84}" type="presParOf" srcId="{5113DCFF-39A1-4162-BBEE-ADE4172C6B7B}" destId="{AD991BD6-45E1-4100-9C08-F16302CF3BF7}" srcOrd="1" destOrd="0" presId="urn:microsoft.com/office/officeart/2005/8/layout/hierarchy6"/>
    <dgm:cxn modelId="{67508916-843F-469B-9E99-03906388F097}" type="presParOf" srcId="{AD991BD6-45E1-4100-9C08-F16302CF3BF7}" destId="{E2CA5121-13C9-4AD4-997C-A30AB998AD02}" srcOrd="0" destOrd="0" presId="urn:microsoft.com/office/officeart/2005/8/layout/hierarchy6"/>
    <dgm:cxn modelId="{09F679A4-F84D-4C7B-A9EA-644FBB3BFF4A}" type="presParOf" srcId="{AD991BD6-45E1-4100-9C08-F16302CF3BF7}" destId="{B7E4EDED-6F45-48DC-ADEF-16F424D6B3DD}" srcOrd="1" destOrd="0" presId="urn:microsoft.com/office/officeart/2005/8/layout/hierarchy6"/>
    <dgm:cxn modelId="{B4A0CEEA-47CC-4AC7-A476-21C969B6B0B4}" type="presParOf" srcId="{B7E4EDED-6F45-48DC-ADEF-16F424D6B3DD}" destId="{0604902D-9D73-44FD-BB51-BA4EC10F9471}" srcOrd="0" destOrd="0" presId="urn:microsoft.com/office/officeart/2005/8/layout/hierarchy6"/>
    <dgm:cxn modelId="{FDA64613-39EE-4A00-BDC0-BFB77CD85DF1}" type="presParOf" srcId="{B7E4EDED-6F45-48DC-ADEF-16F424D6B3DD}" destId="{77F38C7E-40E6-4DE3-AA52-BA3054E98782}" srcOrd="1" destOrd="0" presId="urn:microsoft.com/office/officeart/2005/8/layout/hierarchy6"/>
    <dgm:cxn modelId="{55D2D5A1-B4F7-4953-A998-4ABF395C252F}" type="presParOf" srcId="{77F38C7E-40E6-4DE3-AA52-BA3054E98782}" destId="{1B24E73D-B110-4B54-9BBE-55DE222096A9}" srcOrd="0" destOrd="0" presId="urn:microsoft.com/office/officeart/2005/8/layout/hierarchy6"/>
    <dgm:cxn modelId="{042A3A7E-2E36-48CF-B3D2-5524391ED5EA}" type="presParOf" srcId="{77F38C7E-40E6-4DE3-AA52-BA3054E98782}" destId="{C8BF26E0-A7C6-476C-8468-78E3A1146CC2}" srcOrd="1" destOrd="0" presId="urn:microsoft.com/office/officeart/2005/8/layout/hierarchy6"/>
    <dgm:cxn modelId="{569616FA-14A1-4B99-92AA-75AAFA6089BB}" type="presParOf" srcId="{B7E4EDED-6F45-48DC-ADEF-16F424D6B3DD}" destId="{7D0E9AFF-0F0B-4F90-877A-CF4D396E170A}" srcOrd="2" destOrd="0" presId="urn:microsoft.com/office/officeart/2005/8/layout/hierarchy6"/>
    <dgm:cxn modelId="{EE5DA548-3001-4FF3-BEED-D371EAE9BEE8}" type="presParOf" srcId="{B7E4EDED-6F45-48DC-ADEF-16F424D6B3DD}" destId="{268247DC-521C-4919-9F03-905508E3F4FA}" srcOrd="3" destOrd="0" presId="urn:microsoft.com/office/officeart/2005/8/layout/hierarchy6"/>
    <dgm:cxn modelId="{7C7E3791-FFF2-43E5-A8BF-F0646305AD00}" type="presParOf" srcId="{268247DC-521C-4919-9F03-905508E3F4FA}" destId="{4436B87F-CE58-4A14-B136-F593D60CB104}" srcOrd="0" destOrd="0" presId="urn:microsoft.com/office/officeart/2005/8/layout/hierarchy6"/>
    <dgm:cxn modelId="{4F1150D5-465D-4FA0-B7F4-15FB3A3109E4}" type="presParOf" srcId="{268247DC-521C-4919-9F03-905508E3F4FA}" destId="{9319846F-3053-4976-A8F7-F3F03064934E}" srcOrd="1" destOrd="0" presId="urn:microsoft.com/office/officeart/2005/8/layout/hierarchy6"/>
    <dgm:cxn modelId="{760CC2D2-1617-45CD-9938-E8E7540EDB35}" type="presParOf" srcId="{5113DCFF-39A1-4162-BBEE-ADE4172C6B7B}" destId="{D1AB73E9-2A41-4796-80C2-2A4812291826}" srcOrd="2" destOrd="0" presId="urn:microsoft.com/office/officeart/2005/8/layout/hierarchy6"/>
    <dgm:cxn modelId="{03F2B1B7-4978-4536-9388-6B9FAE535568}" type="presParOf" srcId="{5113DCFF-39A1-4162-BBEE-ADE4172C6B7B}" destId="{54333C26-B6D4-47CF-9B7B-40E7143D8623}" srcOrd="3" destOrd="0" presId="urn:microsoft.com/office/officeart/2005/8/layout/hierarchy6"/>
    <dgm:cxn modelId="{C43D7EF3-2575-4F2B-AB7E-94C24FD9859A}" type="presParOf" srcId="{54333C26-B6D4-47CF-9B7B-40E7143D8623}" destId="{CE9B9A2D-4614-446F-A969-BA9914F0DA4B}" srcOrd="0" destOrd="0" presId="urn:microsoft.com/office/officeart/2005/8/layout/hierarchy6"/>
    <dgm:cxn modelId="{2B9B7B61-2087-473B-AA0C-859FF6E4360E}" type="presParOf" srcId="{54333C26-B6D4-47CF-9B7B-40E7143D8623}" destId="{89ECD881-74A5-48F3-8240-0B190672202B}" srcOrd="1" destOrd="0" presId="urn:microsoft.com/office/officeart/2005/8/layout/hierarchy6"/>
    <dgm:cxn modelId="{94F86D95-43DB-415B-88F0-F582E6A2FAB9}" type="presParOf" srcId="{5113DCFF-39A1-4162-BBEE-ADE4172C6B7B}" destId="{A6AF2C97-06AF-4D59-B52B-52AF99706038}" srcOrd="4" destOrd="0" presId="urn:microsoft.com/office/officeart/2005/8/layout/hierarchy6"/>
    <dgm:cxn modelId="{2AB7C85D-EBCF-4765-A10D-70808B383EB3}" type="presParOf" srcId="{5113DCFF-39A1-4162-BBEE-ADE4172C6B7B}" destId="{183FDC5E-A45B-4044-8D4C-E5A7566E6C09}" srcOrd="5" destOrd="0" presId="urn:microsoft.com/office/officeart/2005/8/layout/hierarchy6"/>
    <dgm:cxn modelId="{25BA28B6-B9A5-426F-9D11-C956C23C0009}" type="presParOf" srcId="{183FDC5E-A45B-4044-8D4C-E5A7566E6C09}" destId="{9E5CEE6F-9F31-4D53-81E6-F7B2D8704C9D}" srcOrd="0" destOrd="0" presId="urn:microsoft.com/office/officeart/2005/8/layout/hierarchy6"/>
    <dgm:cxn modelId="{F59CDDE7-56F1-45BC-BEA2-32CB09352BA6}" type="presParOf" srcId="{183FDC5E-A45B-4044-8D4C-E5A7566E6C09}" destId="{E1C64D01-98A2-4CFB-AA81-B8ABCC757570}" srcOrd="1" destOrd="0" presId="urn:microsoft.com/office/officeart/2005/8/layout/hierarchy6"/>
    <dgm:cxn modelId="{D2B603EF-18CC-4ABD-BE7C-0333B16DFCD8}" type="presParOf" srcId="{E1C64D01-98A2-4CFB-AA81-B8ABCC757570}" destId="{D77D8A84-3FB5-4457-825A-2DA4A6E0BD34}" srcOrd="0" destOrd="0" presId="urn:microsoft.com/office/officeart/2005/8/layout/hierarchy6"/>
    <dgm:cxn modelId="{539FA5BC-26B2-4248-892F-7A422F007DA3}" type="presParOf" srcId="{E1C64D01-98A2-4CFB-AA81-B8ABCC757570}" destId="{F74A4A7B-D927-4EC5-9139-4C36599518E6}" srcOrd="1" destOrd="0" presId="urn:microsoft.com/office/officeart/2005/8/layout/hierarchy6"/>
    <dgm:cxn modelId="{37C543EA-FE0F-4336-BB4F-247AA537F386}" type="presParOf" srcId="{F74A4A7B-D927-4EC5-9139-4C36599518E6}" destId="{13C43992-A354-4360-BF04-F6F610141A8B}" srcOrd="0" destOrd="0" presId="urn:microsoft.com/office/officeart/2005/8/layout/hierarchy6"/>
    <dgm:cxn modelId="{16E4AB32-705E-41B3-86D6-2AE8371A6FD4}" type="presParOf" srcId="{F74A4A7B-D927-4EC5-9139-4C36599518E6}" destId="{79802D1A-D23B-4DDD-8FAC-910C4F0A87B8}" srcOrd="1" destOrd="0" presId="urn:microsoft.com/office/officeart/2005/8/layout/hierarchy6"/>
    <dgm:cxn modelId="{DB1CEABC-C913-4D3C-BCF4-041A0FC7EA0D}" type="presParOf" srcId="{E1C64D01-98A2-4CFB-AA81-B8ABCC757570}" destId="{5E51355E-DABD-4722-BF90-07AE204EF600}" srcOrd="2" destOrd="0" presId="urn:microsoft.com/office/officeart/2005/8/layout/hierarchy6"/>
    <dgm:cxn modelId="{0324EBFE-2717-48E5-8E76-EAA29C642051}" type="presParOf" srcId="{E1C64D01-98A2-4CFB-AA81-B8ABCC757570}" destId="{5273C0E8-DC73-4C6C-8489-D3C3C6C9C93A}" srcOrd="3" destOrd="0" presId="urn:microsoft.com/office/officeart/2005/8/layout/hierarchy6"/>
    <dgm:cxn modelId="{017857B1-1EB8-4AE7-89CE-CFF96925FEB8}" type="presParOf" srcId="{5273C0E8-DC73-4C6C-8489-D3C3C6C9C93A}" destId="{50A78190-3CA7-48F6-9202-ABD8BA597E21}" srcOrd="0" destOrd="0" presId="urn:microsoft.com/office/officeart/2005/8/layout/hierarchy6"/>
    <dgm:cxn modelId="{E74D0BD1-5609-4E4C-8318-D24525C34B52}" type="presParOf" srcId="{5273C0E8-DC73-4C6C-8489-D3C3C6C9C93A}" destId="{D8D7BB8A-61EB-4661-BF55-6061891470A1}" srcOrd="1" destOrd="0" presId="urn:microsoft.com/office/officeart/2005/8/layout/hierarchy6"/>
    <dgm:cxn modelId="{D0A13575-C986-4CE9-9DFA-7143D23AE4F4}" type="presParOf" srcId="{E1C64D01-98A2-4CFB-AA81-B8ABCC757570}" destId="{820CEE21-EF8B-4A79-8EC1-A25754BCABF1}" srcOrd="4" destOrd="0" presId="urn:microsoft.com/office/officeart/2005/8/layout/hierarchy6"/>
    <dgm:cxn modelId="{1580C0ED-6709-42FD-A3D5-97276F22639F}" type="presParOf" srcId="{E1C64D01-98A2-4CFB-AA81-B8ABCC757570}" destId="{28F1B9C2-0CEC-4C46-9FA7-1060C3D9F73E}" srcOrd="5" destOrd="0" presId="urn:microsoft.com/office/officeart/2005/8/layout/hierarchy6"/>
    <dgm:cxn modelId="{F27F0CB9-1972-4A70-939C-37FB4475CC59}" type="presParOf" srcId="{28F1B9C2-0CEC-4C46-9FA7-1060C3D9F73E}" destId="{7E1E9608-8CF7-42E6-BA8B-A974F3FC66B9}" srcOrd="0" destOrd="0" presId="urn:microsoft.com/office/officeart/2005/8/layout/hierarchy6"/>
    <dgm:cxn modelId="{94C5C09A-3DE8-4109-9AA3-9EE3345436FB}" type="presParOf" srcId="{28F1B9C2-0CEC-4C46-9FA7-1060C3D9F73E}" destId="{B644CE3B-D755-4223-86B5-5B3712783925}" srcOrd="1" destOrd="0" presId="urn:microsoft.com/office/officeart/2005/8/layout/hierarchy6"/>
    <dgm:cxn modelId="{656008B5-090C-478D-BF3F-D0DF5F5E98F8}" type="presParOf" srcId="{E1C64D01-98A2-4CFB-AA81-B8ABCC757570}" destId="{F232D6D0-1809-41D4-9BD0-7D27AD47BEE3}" srcOrd="6" destOrd="0" presId="urn:microsoft.com/office/officeart/2005/8/layout/hierarchy6"/>
    <dgm:cxn modelId="{CB00FF31-D376-4F77-986B-22CE3B5B65BB}" type="presParOf" srcId="{E1C64D01-98A2-4CFB-AA81-B8ABCC757570}" destId="{D052D0BE-1886-4EDF-A702-65BED4D532AB}" srcOrd="7" destOrd="0" presId="urn:microsoft.com/office/officeart/2005/8/layout/hierarchy6"/>
    <dgm:cxn modelId="{9145E7CE-1598-41E1-9D69-4D2885AFD9FF}" type="presParOf" srcId="{D052D0BE-1886-4EDF-A702-65BED4D532AB}" destId="{CA6FD5A7-018E-4CC1-A544-C030F0D43B3C}" srcOrd="0" destOrd="0" presId="urn:microsoft.com/office/officeart/2005/8/layout/hierarchy6"/>
    <dgm:cxn modelId="{6296E628-F0F1-4C97-9C97-3D82CA7DB6AD}" type="presParOf" srcId="{D052D0BE-1886-4EDF-A702-65BED4D532AB}" destId="{0547BE96-4DA7-4B5E-9F69-CCFC869F4058}" srcOrd="1" destOrd="0" presId="urn:microsoft.com/office/officeart/2005/8/layout/hierarchy6"/>
    <dgm:cxn modelId="{F70BC9CF-0F4C-4A5D-AAFD-8A85495580FF}" type="presParOf" srcId="{E1C64D01-98A2-4CFB-AA81-B8ABCC757570}" destId="{CE3A703F-4A12-4CC9-B8D6-43D05486C8EF}" srcOrd="8" destOrd="0" presId="urn:microsoft.com/office/officeart/2005/8/layout/hierarchy6"/>
    <dgm:cxn modelId="{4A78AC95-636D-4C33-B42B-3C5DE3BD6CF2}" type="presParOf" srcId="{E1C64D01-98A2-4CFB-AA81-B8ABCC757570}" destId="{992E4071-BADE-4DBA-B9B3-5F90B61BE7DD}" srcOrd="9" destOrd="0" presId="urn:microsoft.com/office/officeart/2005/8/layout/hierarchy6"/>
    <dgm:cxn modelId="{CD17F2EB-D3E1-4C7F-A787-A346D545B1BE}" type="presParOf" srcId="{992E4071-BADE-4DBA-B9B3-5F90B61BE7DD}" destId="{B70C6AA8-6AEA-4A73-9AF5-1B642DF44258}" srcOrd="0" destOrd="0" presId="urn:microsoft.com/office/officeart/2005/8/layout/hierarchy6"/>
    <dgm:cxn modelId="{3333111C-EC38-44BA-A08C-4C981CE1B166}" type="presParOf" srcId="{992E4071-BADE-4DBA-B9B3-5F90B61BE7DD}" destId="{513BB2D3-BE8E-4D58-AE13-26005481823A}" srcOrd="1" destOrd="0" presId="urn:microsoft.com/office/officeart/2005/8/layout/hierarchy6"/>
    <dgm:cxn modelId="{AB29CAE6-E6A0-4445-9B23-28768D9EC73F}" type="presParOf" srcId="{EA2DFB08-3B24-4886-AEEE-A3CFE6EEAF23}" destId="{F4BF86CD-B1F9-47E0-80D0-98AF976CD52C}"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B0BBC68-9942-4C9C-815C-3966CBF9D4CF}"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9FC0380F-66B2-4639-ADB7-EC2221CEDF4C}">
      <dgm:prSet phldrT="[Text]"/>
      <dgm:spPr/>
      <dgm:t>
        <a:bodyPr/>
        <a:lstStyle/>
        <a:p>
          <a:r>
            <a:rPr lang="bn-IN" dirty="0"/>
            <a:t>আমেরিকান শ্রেণী</a:t>
          </a:r>
          <a:endParaRPr lang="en-US" dirty="0"/>
        </a:p>
      </dgm:t>
    </dgm:pt>
    <dgm:pt modelId="{06EF3AE0-8F2D-4A51-888E-80F52EAC573C}" type="parTrans" cxnId="{F576F63D-66DF-4D65-BAA8-4457DE826F2C}">
      <dgm:prSet/>
      <dgm:spPr/>
      <dgm:t>
        <a:bodyPr/>
        <a:lstStyle/>
        <a:p>
          <a:endParaRPr lang="en-US"/>
        </a:p>
      </dgm:t>
    </dgm:pt>
    <dgm:pt modelId="{5CEEE8B7-9DB8-4B1C-B906-2D856F5C433C}" type="sibTrans" cxnId="{F576F63D-66DF-4D65-BAA8-4457DE826F2C}">
      <dgm:prSet/>
      <dgm:spPr/>
      <dgm:t>
        <a:bodyPr/>
        <a:lstStyle/>
        <a:p>
          <a:endParaRPr lang="en-US"/>
        </a:p>
      </dgm:t>
    </dgm:pt>
    <dgm:pt modelId="{909CFD97-2A90-4A24-8897-4D2525208B6F}">
      <dgm:prSet phldrT="[Text]"/>
      <dgm:spPr/>
      <dgm:t>
        <a:bodyPr/>
        <a:lstStyle/>
        <a:p>
          <a:r>
            <a:rPr lang="bn-IN" dirty="0"/>
            <a:t>ভূমধ্যসাগরীয় শ্রেণী</a:t>
          </a:r>
          <a:endParaRPr lang="en-US" dirty="0"/>
        </a:p>
      </dgm:t>
    </dgm:pt>
    <dgm:pt modelId="{963CF87D-669C-4C76-BE7B-DFD5F493862F}" type="parTrans" cxnId="{5EA2FA77-95E8-4A11-BE5B-165EB487120D}">
      <dgm:prSet/>
      <dgm:spPr/>
      <dgm:t>
        <a:bodyPr/>
        <a:lstStyle/>
        <a:p>
          <a:endParaRPr lang="en-US"/>
        </a:p>
      </dgm:t>
    </dgm:pt>
    <dgm:pt modelId="{B3E495A8-935A-4CA3-A259-3A994826EFB7}" type="sibTrans" cxnId="{5EA2FA77-95E8-4A11-BE5B-165EB487120D}">
      <dgm:prSet/>
      <dgm:spPr/>
      <dgm:t>
        <a:bodyPr/>
        <a:lstStyle/>
        <a:p>
          <a:endParaRPr lang="en-US"/>
        </a:p>
      </dgm:t>
    </dgm:pt>
    <dgm:pt modelId="{A1BE64ED-9C90-4696-ADEF-68884FD858BA}">
      <dgm:prSet phldrT="[Text]"/>
      <dgm:spPr/>
      <dgm:t>
        <a:bodyPr/>
        <a:lstStyle/>
        <a:p>
          <a:r>
            <a:rPr lang="bn-IN" dirty="0"/>
            <a:t>ইংলিশ শ্রেণী</a:t>
          </a:r>
          <a:endParaRPr lang="en-US" dirty="0"/>
        </a:p>
      </dgm:t>
    </dgm:pt>
    <dgm:pt modelId="{19DF06DB-3BF4-4484-8CA8-AD3D598B59FC}" type="parTrans" cxnId="{FAFB34B2-20EB-423F-928A-84D2FE07A7D4}">
      <dgm:prSet/>
      <dgm:spPr/>
      <dgm:t>
        <a:bodyPr/>
        <a:lstStyle/>
        <a:p>
          <a:endParaRPr lang="en-US"/>
        </a:p>
      </dgm:t>
    </dgm:pt>
    <dgm:pt modelId="{8B7F0804-DB34-482A-A1AD-0F9C5FDDB71A}" type="sibTrans" cxnId="{FAFB34B2-20EB-423F-928A-84D2FE07A7D4}">
      <dgm:prSet/>
      <dgm:spPr/>
      <dgm:t>
        <a:bodyPr/>
        <a:lstStyle/>
        <a:p>
          <a:endParaRPr lang="en-US"/>
        </a:p>
      </dgm:t>
    </dgm:pt>
    <dgm:pt modelId="{5C99F8B0-FE26-44B9-8183-D2C829A4AE8C}">
      <dgm:prSet phldrT="[Text]"/>
      <dgm:spPr/>
      <dgm:t>
        <a:bodyPr/>
        <a:lstStyle/>
        <a:p>
          <a:r>
            <a:rPr lang="bn-IN" dirty="0"/>
            <a:t>রোড আইল্যান্ড রেড</a:t>
          </a:r>
          <a:endParaRPr lang="en-US" dirty="0"/>
        </a:p>
      </dgm:t>
    </dgm:pt>
    <dgm:pt modelId="{AE158E4A-F280-4FEE-ADEE-AF043B401EFA}" type="parTrans" cxnId="{B0EADEEA-59D2-454C-BB12-67BD943E27CC}">
      <dgm:prSet/>
      <dgm:spPr/>
      <dgm:t>
        <a:bodyPr/>
        <a:lstStyle/>
        <a:p>
          <a:endParaRPr lang="en-US"/>
        </a:p>
      </dgm:t>
    </dgm:pt>
    <dgm:pt modelId="{65788E76-0F33-4BA3-9721-D6CDF4A92EE5}" type="sibTrans" cxnId="{B0EADEEA-59D2-454C-BB12-67BD943E27CC}">
      <dgm:prSet/>
      <dgm:spPr/>
      <dgm:t>
        <a:bodyPr/>
        <a:lstStyle/>
        <a:p>
          <a:endParaRPr lang="en-US"/>
        </a:p>
      </dgm:t>
    </dgm:pt>
    <dgm:pt modelId="{C26087D1-FA3C-472A-9DA3-52EDEC125D89}">
      <dgm:prSet phldrT="[Text]"/>
      <dgm:spPr/>
      <dgm:t>
        <a:bodyPr/>
        <a:lstStyle/>
        <a:p>
          <a:r>
            <a:rPr lang="bn-IN" dirty="0"/>
            <a:t>নিউ হ্যাম্পশায়ার</a:t>
          </a:r>
          <a:endParaRPr lang="en-US" dirty="0"/>
        </a:p>
      </dgm:t>
    </dgm:pt>
    <dgm:pt modelId="{C92E5DA7-047B-4E6F-A0F5-55E80934BA89}" type="parTrans" cxnId="{1F759AC6-D027-4E42-9865-0260FDE41309}">
      <dgm:prSet/>
      <dgm:spPr/>
      <dgm:t>
        <a:bodyPr/>
        <a:lstStyle/>
        <a:p>
          <a:endParaRPr lang="en-US"/>
        </a:p>
      </dgm:t>
    </dgm:pt>
    <dgm:pt modelId="{FFFF685B-E901-4A57-A33C-EA34C6EA4ACF}" type="sibTrans" cxnId="{1F759AC6-D027-4E42-9865-0260FDE41309}">
      <dgm:prSet/>
      <dgm:spPr/>
      <dgm:t>
        <a:bodyPr/>
        <a:lstStyle/>
        <a:p>
          <a:endParaRPr lang="en-US"/>
        </a:p>
      </dgm:t>
    </dgm:pt>
    <dgm:pt modelId="{C2C487F6-BD7D-4845-AD7D-488D64EAABE9}">
      <dgm:prSet phldrT="[Text]"/>
      <dgm:spPr/>
      <dgm:t>
        <a:bodyPr/>
        <a:lstStyle/>
        <a:p>
          <a:r>
            <a:rPr lang="bn-IN" dirty="0"/>
            <a:t>এশীয় শ্রেণী</a:t>
          </a:r>
          <a:endParaRPr lang="en-US" dirty="0"/>
        </a:p>
      </dgm:t>
    </dgm:pt>
    <dgm:pt modelId="{7502F724-9DE5-4AE7-BCA6-E2E0D4777B7A}" type="parTrans" cxnId="{BC21245A-5712-41E9-9965-807433F8E158}">
      <dgm:prSet/>
      <dgm:spPr/>
      <dgm:t>
        <a:bodyPr/>
        <a:lstStyle/>
        <a:p>
          <a:endParaRPr lang="en-US"/>
        </a:p>
      </dgm:t>
    </dgm:pt>
    <dgm:pt modelId="{1BD0220D-C052-488A-8455-0FF183E36F9E}" type="sibTrans" cxnId="{BC21245A-5712-41E9-9965-807433F8E158}">
      <dgm:prSet/>
      <dgm:spPr/>
      <dgm:t>
        <a:bodyPr/>
        <a:lstStyle/>
        <a:p>
          <a:endParaRPr lang="en-US"/>
        </a:p>
      </dgm:t>
    </dgm:pt>
    <dgm:pt modelId="{E033805F-5982-4547-B94E-F27CEDE9ACD4}">
      <dgm:prSet phldrT="[Text]"/>
      <dgm:spPr/>
      <dgm:t>
        <a:bodyPr/>
        <a:lstStyle/>
        <a:p>
          <a:r>
            <a:rPr lang="bn-IN" dirty="0"/>
            <a:t>লেগহর্ণ</a:t>
          </a:r>
          <a:endParaRPr lang="en-US" dirty="0"/>
        </a:p>
      </dgm:t>
    </dgm:pt>
    <dgm:pt modelId="{072FE05A-0655-41FB-B472-213C8744C389}" type="parTrans" cxnId="{44300AF5-6D46-4A37-B761-5A8E206C93B2}">
      <dgm:prSet/>
      <dgm:spPr/>
      <dgm:t>
        <a:bodyPr/>
        <a:lstStyle/>
        <a:p>
          <a:endParaRPr lang="en-US"/>
        </a:p>
      </dgm:t>
    </dgm:pt>
    <dgm:pt modelId="{33ED781B-B8BA-4132-A5CA-4661F7527F1F}" type="sibTrans" cxnId="{44300AF5-6D46-4A37-B761-5A8E206C93B2}">
      <dgm:prSet/>
      <dgm:spPr/>
      <dgm:t>
        <a:bodyPr/>
        <a:lstStyle/>
        <a:p>
          <a:endParaRPr lang="en-US"/>
        </a:p>
      </dgm:t>
    </dgm:pt>
    <dgm:pt modelId="{85FE0B03-CE22-4AC1-B625-E87ED5D6B8E6}">
      <dgm:prSet phldrT="[Text]"/>
      <dgm:spPr/>
      <dgm:t>
        <a:bodyPr/>
        <a:lstStyle/>
        <a:p>
          <a:r>
            <a:rPr lang="bn-IN" dirty="0"/>
            <a:t>ফাউমি</a:t>
          </a:r>
          <a:endParaRPr lang="en-US" dirty="0"/>
        </a:p>
      </dgm:t>
    </dgm:pt>
    <dgm:pt modelId="{42A1F195-56F6-4B1D-A20E-C1BC9745DF38}" type="parTrans" cxnId="{CA836135-7F11-4274-9011-46A6F4158943}">
      <dgm:prSet/>
      <dgm:spPr/>
      <dgm:t>
        <a:bodyPr/>
        <a:lstStyle/>
        <a:p>
          <a:endParaRPr lang="en-US"/>
        </a:p>
      </dgm:t>
    </dgm:pt>
    <dgm:pt modelId="{D08C8898-878E-4CB2-B53E-54811A395247}" type="sibTrans" cxnId="{CA836135-7F11-4274-9011-46A6F4158943}">
      <dgm:prSet/>
      <dgm:spPr/>
      <dgm:t>
        <a:bodyPr/>
        <a:lstStyle/>
        <a:p>
          <a:endParaRPr lang="en-US"/>
        </a:p>
      </dgm:t>
    </dgm:pt>
    <dgm:pt modelId="{0EB1F310-6157-4230-BB03-452904CB008F}">
      <dgm:prSet phldrT="[Text]"/>
      <dgm:spPr/>
      <dgm:t>
        <a:bodyPr/>
        <a:lstStyle/>
        <a:p>
          <a:r>
            <a:rPr lang="bn-IN" dirty="0"/>
            <a:t>অস্ট্রার্লপ</a:t>
          </a:r>
          <a:endParaRPr lang="en-US" dirty="0"/>
        </a:p>
      </dgm:t>
    </dgm:pt>
    <dgm:pt modelId="{B9E8D1A2-B5A8-4AA9-8729-16182D3182FA}" type="parTrans" cxnId="{2EC51C97-B7AF-445F-8068-9B367FF41461}">
      <dgm:prSet/>
      <dgm:spPr/>
      <dgm:t>
        <a:bodyPr/>
        <a:lstStyle/>
        <a:p>
          <a:endParaRPr lang="en-US"/>
        </a:p>
      </dgm:t>
    </dgm:pt>
    <dgm:pt modelId="{58FA7989-0E1E-4FA0-AC31-B861122FDB79}" type="sibTrans" cxnId="{2EC51C97-B7AF-445F-8068-9B367FF41461}">
      <dgm:prSet/>
      <dgm:spPr/>
      <dgm:t>
        <a:bodyPr/>
        <a:lstStyle/>
        <a:p>
          <a:endParaRPr lang="en-US"/>
        </a:p>
      </dgm:t>
    </dgm:pt>
    <dgm:pt modelId="{E280AB9C-0E6E-48A6-B617-6429151788F0}">
      <dgm:prSet phldrT="[Text]"/>
      <dgm:spPr/>
      <dgm:t>
        <a:bodyPr/>
        <a:lstStyle/>
        <a:p>
          <a:r>
            <a:rPr lang="bn-IN" dirty="0"/>
            <a:t>কর্নিশ</a:t>
          </a:r>
          <a:endParaRPr lang="en-US" dirty="0"/>
        </a:p>
      </dgm:t>
    </dgm:pt>
    <dgm:pt modelId="{4125854F-EDEC-4A5F-8123-018C689943FD}" type="parTrans" cxnId="{DC2ED8D9-B8ED-4B3D-A749-6A39A1F2323B}">
      <dgm:prSet/>
      <dgm:spPr/>
      <dgm:t>
        <a:bodyPr/>
        <a:lstStyle/>
        <a:p>
          <a:endParaRPr lang="en-US"/>
        </a:p>
      </dgm:t>
    </dgm:pt>
    <dgm:pt modelId="{70C220D8-C360-4C77-9AD7-41554ED4344A}" type="sibTrans" cxnId="{DC2ED8D9-B8ED-4B3D-A749-6A39A1F2323B}">
      <dgm:prSet/>
      <dgm:spPr/>
      <dgm:t>
        <a:bodyPr/>
        <a:lstStyle/>
        <a:p>
          <a:endParaRPr lang="en-US"/>
        </a:p>
      </dgm:t>
    </dgm:pt>
    <dgm:pt modelId="{F2659B2F-8355-45D3-A7BD-2DB5C95E119D}">
      <dgm:prSet phldrT="[Text]"/>
      <dgm:spPr/>
      <dgm:t>
        <a:bodyPr/>
        <a:lstStyle/>
        <a:p>
          <a:r>
            <a:rPr lang="bn-IN" dirty="0"/>
            <a:t>ব্রাহমা</a:t>
          </a:r>
          <a:endParaRPr lang="en-US" dirty="0"/>
        </a:p>
      </dgm:t>
    </dgm:pt>
    <dgm:pt modelId="{9A62BDB8-ACB5-4D3D-9C8B-07EB8E27B650}" type="parTrans" cxnId="{AE9FA1B5-E526-40B9-957D-859F1BC7EC6F}">
      <dgm:prSet/>
      <dgm:spPr/>
      <dgm:t>
        <a:bodyPr/>
        <a:lstStyle/>
        <a:p>
          <a:endParaRPr lang="en-US"/>
        </a:p>
      </dgm:t>
    </dgm:pt>
    <dgm:pt modelId="{CED5EBFE-96E4-440B-AE17-3A6257AC80E7}" type="sibTrans" cxnId="{AE9FA1B5-E526-40B9-957D-859F1BC7EC6F}">
      <dgm:prSet/>
      <dgm:spPr/>
      <dgm:t>
        <a:bodyPr/>
        <a:lstStyle/>
        <a:p>
          <a:endParaRPr lang="en-US"/>
        </a:p>
      </dgm:t>
    </dgm:pt>
    <dgm:pt modelId="{19EB1D18-2ACC-49D4-B0BA-A82BD06E5B79}">
      <dgm:prSet phldrT="[Text]"/>
      <dgm:spPr/>
      <dgm:t>
        <a:bodyPr/>
        <a:lstStyle/>
        <a:p>
          <a:r>
            <a:rPr lang="bn-IN" dirty="0"/>
            <a:t>কোচিন</a:t>
          </a:r>
          <a:endParaRPr lang="en-US" dirty="0"/>
        </a:p>
      </dgm:t>
    </dgm:pt>
    <dgm:pt modelId="{F23756FB-9E11-4563-9511-4195AF7F0CA1}" type="parTrans" cxnId="{CDB9C896-4D85-4B45-85A5-699A6B9729B1}">
      <dgm:prSet/>
      <dgm:spPr/>
      <dgm:t>
        <a:bodyPr/>
        <a:lstStyle/>
        <a:p>
          <a:endParaRPr lang="en-US"/>
        </a:p>
      </dgm:t>
    </dgm:pt>
    <dgm:pt modelId="{B5A23CD5-C696-46F2-B144-EF19D52CA0D6}" type="sibTrans" cxnId="{CDB9C896-4D85-4B45-85A5-699A6B9729B1}">
      <dgm:prSet/>
      <dgm:spPr/>
      <dgm:t>
        <a:bodyPr/>
        <a:lstStyle/>
        <a:p>
          <a:endParaRPr lang="en-US"/>
        </a:p>
      </dgm:t>
    </dgm:pt>
    <dgm:pt modelId="{DBD833B1-1F4F-45AC-B833-CC2AB2BE0792}">
      <dgm:prSet phldrT="[Text]"/>
      <dgm:spPr/>
      <dgm:t>
        <a:bodyPr/>
        <a:lstStyle/>
        <a:p>
          <a:r>
            <a:rPr lang="bn-IN" dirty="0"/>
            <a:t>প্লাইমাউথ রক</a:t>
          </a:r>
          <a:endParaRPr lang="en-US" dirty="0"/>
        </a:p>
      </dgm:t>
    </dgm:pt>
    <dgm:pt modelId="{C388F59C-8B5A-4B6C-859A-FCC53E617561}" type="parTrans" cxnId="{F7B167D6-D409-496F-9AF9-68FE76562F44}">
      <dgm:prSet/>
      <dgm:spPr/>
      <dgm:t>
        <a:bodyPr/>
        <a:lstStyle/>
        <a:p>
          <a:endParaRPr lang="en-US"/>
        </a:p>
      </dgm:t>
    </dgm:pt>
    <dgm:pt modelId="{22BE58BB-EE72-4E21-B157-A40F3D3D3893}" type="sibTrans" cxnId="{F7B167D6-D409-496F-9AF9-68FE76562F44}">
      <dgm:prSet/>
      <dgm:spPr/>
      <dgm:t>
        <a:bodyPr/>
        <a:lstStyle/>
        <a:p>
          <a:endParaRPr lang="en-US"/>
        </a:p>
      </dgm:t>
    </dgm:pt>
    <dgm:pt modelId="{BDF7FD2A-65A4-45DF-91C8-D7F5088BDCDF}">
      <dgm:prSet phldrT="[Text]"/>
      <dgm:spPr/>
      <dgm:t>
        <a:bodyPr/>
        <a:lstStyle/>
        <a:p>
          <a:r>
            <a:rPr lang="bn-IN" dirty="0"/>
            <a:t>মিনর্কা</a:t>
          </a:r>
          <a:endParaRPr lang="en-US" dirty="0"/>
        </a:p>
      </dgm:t>
    </dgm:pt>
    <dgm:pt modelId="{538787AB-D5D6-417E-95BD-0E8158D02296}" type="parTrans" cxnId="{11CA6EBE-B20C-42AF-89BF-ED6DEF6297B7}">
      <dgm:prSet/>
      <dgm:spPr/>
      <dgm:t>
        <a:bodyPr/>
        <a:lstStyle/>
        <a:p>
          <a:endParaRPr lang="en-US"/>
        </a:p>
      </dgm:t>
    </dgm:pt>
    <dgm:pt modelId="{35870B13-3C3C-4763-B149-A4B0549A2DB9}" type="sibTrans" cxnId="{11CA6EBE-B20C-42AF-89BF-ED6DEF6297B7}">
      <dgm:prSet/>
      <dgm:spPr/>
      <dgm:t>
        <a:bodyPr/>
        <a:lstStyle/>
        <a:p>
          <a:endParaRPr lang="en-US"/>
        </a:p>
      </dgm:t>
    </dgm:pt>
    <dgm:pt modelId="{AD2C6084-D853-4C94-85D1-39CD540638FD}">
      <dgm:prSet phldrT="[Text]"/>
      <dgm:spPr/>
      <dgm:t>
        <a:bodyPr/>
        <a:lstStyle/>
        <a:p>
          <a:r>
            <a:rPr lang="bn-IN" dirty="0"/>
            <a:t>সাসেক্স</a:t>
          </a:r>
          <a:endParaRPr lang="en-US" dirty="0"/>
        </a:p>
      </dgm:t>
    </dgm:pt>
    <dgm:pt modelId="{9327A4EF-6829-4772-BFE4-55998403EB34}" type="parTrans" cxnId="{CAD820D3-2ECA-48C3-9E31-F2ECFD6B6AA8}">
      <dgm:prSet/>
      <dgm:spPr/>
      <dgm:t>
        <a:bodyPr/>
        <a:lstStyle/>
        <a:p>
          <a:endParaRPr lang="en-US"/>
        </a:p>
      </dgm:t>
    </dgm:pt>
    <dgm:pt modelId="{26A19D4E-5C03-498C-9196-0504CB63F7CD}" type="sibTrans" cxnId="{CAD820D3-2ECA-48C3-9E31-F2ECFD6B6AA8}">
      <dgm:prSet/>
      <dgm:spPr/>
      <dgm:t>
        <a:bodyPr/>
        <a:lstStyle/>
        <a:p>
          <a:endParaRPr lang="en-US"/>
        </a:p>
      </dgm:t>
    </dgm:pt>
    <dgm:pt modelId="{AE4B2F2F-F19F-4DAD-A379-C4A2F6A8CEE9}">
      <dgm:prSet phldrT="[Text]"/>
      <dgm:spPr/>
      <dgm:t>
        <a:bodyPr/>
        <a:lstStyle/>
        <a:p>
          <a:r>
            <a:rPr lang="bn-IN" dirty="0"/>
            <a:t>আসিল</a:t>
          </a:r>
          <a:endParaRPr lang="en-US" dirty="0"/>
        </a:p>
      </dgm:t>
    </dgm:pt>
    <dgm:pt modelId="{01335367-53FF-4452-AB79-FE18E69E2533}" type="parTrans" cxnId="{FAC0255B-7B63-4A56-8C89-A16557588537}">
      <dgm:prSet/>
      <dgm:spPr/>
      <dgm:t>
        <a:bodyPr/>
        <a:lstStyle/>
        <a:p>
          <a:endParaRPr lang="en-US"/>
        </a:p>
      </dgm:t>
    </dgm:pt>
    <dgm:pt modelId="{A881D334-8541-4846-AC64-B5D80105DCF2}" type="sibTrans" cxnId="{FAC0255B-7B63-4A56-8C89-A16557588537}">
      <dgm:prSet/>
      <dgm:spPr/>
      <dgm:t>
        <a:bodyPr/>
        <a:lstStyle/>
        <a:p>
          <a:endParaRPr lang="en-US"/>
        </a:p>
      </dgm:t>
    </dgm:pt>
    <dgm:pt modelId="{84D14323-3592-40D4-B43C-98A562786B7B}" type="pres">
      <dgm:prSet presAssocID="{0B0BBC68-9942-4C9C-815C-3966CBF9D4CF}" presName="diagram" presStyleCnt="0">
        <dgm:presLayoutVars>
          <dgm:chPref val="1"/>
          <dgm:dir/>
          <dgm:animOne val="branch"/>
          <dgm:animLvl val="lvl"/>
          <dgm:resizeHandles/>
        </dgm:presLayoutVars>
      </dgm:prSet>
      <dgm:spPr/>
    </dgm:pt>
    <dgm:pt modelId="{B247CC0D-BD53-4709-84C3-80FD80CE1391}" type="pres">
      <dgm:prSet presAssocID="{9FC0380F-66B2-4639-ADB7-EC2221CEDF4C}" presName="root" presStyleCnt="0"/>
      <dgm:spPr/>
    </dgm:pt>
    <dgm:pt modelId="{A4645294-C4EA-4C5B-87EB-B8AA888BD157}" type="pres">
      <dgm:prSet presAssocID="{9FC0380F-66B2-4639-ADB7-EC2221CEDF4C}" presName="rootComposite" presStyleCnt="0"/>
      <dgm:spPr/>
    </dgm:pt>
    <dgm:pt modelId="{5194786A-C93A-4B64-89EB-286BD2106319}" type="pres">
      <dgm:prSet presAssocID="{9FC0380F-66B2-4639-ADB7-EC2221CEDF4C}" presName="rootText" presStyleLbl="node1" presStyleIdx="0" presStyleCnt="4"/>
      <dgm:spPr/>
    </dgm:pt>
    <dgm:pt modelId="{249321BA-1CA9-40D6-9015-7D24CEC3E184}" type="pres">
      <dgm:prSet presAssocID="{9FC0380F-66B2-4639-ADB7-EC2221CEDF4C}" presName="rootConnector" presStyleLbl="node1" presStyleIdx="0" presStyleCnt="4"/>
      <dgm:spPr/>
    </dgm:pt>
    <dgm:pt modelId="{66122629-EE86-446C-ADF0-517A891B03F4}" type="pres">
      <dgm:prSet presAssocID="{9FC0380F-66B2-4639-ADB7-EC2221CEDF4C}" presName="childShape" presStyleCnt="0"/>
      <dgm:spPr/>
    </dgm:pt>
    <dgm:pt modelId="{87868605-DE5D-4BF3-B625-1D92F4B01179}" type="pres">
      <dgm:prSet presAssocID="{AE158E4A-F280-4FEE-ADEE-AF043B401EFA}" presName="Name13" presStyleLbl="parChTrans1D2" presStyleIdx="0" presStyleCnt="12"/>
      <dgm:spPr/>
    </dgm:pt>
    <dgm:pt modelId="{F474F939-E805-4286-A8DC-D9A69A8B1F94}" type="pres">
      <dgm:prSet presAssocID="{5C99F8B0-FE26-44B9-8183-D2C829A4AE8C}" presName="childText" presStyleLbl="bgAcc1" presStyleIdx="0" presStyleCnt="12">
        <dgm:presLayoutVars>
          <dgm:bulletEnabled val="1"/>
        </dgm:presLayoutVars>
      </dgm:prSet>
      <dgm:spPr/>
    </dgm:pt>
    <dgm:pt modelId="{71336DF8-C12E-4355-8399-740F06EA66A7}" type="pres">
      <dgm:prSet presAssocID="{C92E5DA7-047B-4E6F-A0F5-55E80934BA89}" presName="Name13" presStyleLbl="parChTrans1D2" presStyleIdx="1" presStyleCnt="12"/>
      <dgm:spPr/>
    </dgm:pt>
    <dgm:pt modelId="{C1765850-BB40-4BA5-A151-EDBCD82997C6}" type="pres">
      <dgm:prSet presAssocID="{C26087D1-FA3C-472A-9DA3-52EDEC125D89}" presName="childText" presStyleLbl="bgAcc1" presStyleIdx="1" presStyleCnt="12">
        <dgm:presLayoutVars>
          <dgm:bulletEnabled val="1"/>
        </dgm:presLayoutVars>
      </dgm:prSet>
      <dgm:spPr/>
    </dgm:pt>
    <dgm:pt modelId="{4F7A7FFB-906B-4D02-B2DC-B95E18FDC006}" type="pres">
      <dgm:prSet presAssocID="{C388F59C-8B5A-4B6C-859A-FCC53E617561}" presName="Name13" presStyleLbl="parChTrans1D2" presStyleIdx="2" presStyleCnt="12"/>
      <dgm:spPr/>
    </dgm:pt>
    <dgm:pt modelId="{87C7D5CE-792C-4578-9CE3-759B5230E298}" type="pres">
      <dgm:prSet presAssocID="{DBD833B1-1F4F-45AC-B833-CC2AB2BE0792}" presName="childText" presStyleLbl="bgAcc1" presStyleIdx="2" presStyleCnt="12">
        <dgm:presLayoutVars>
          <dgm:bulletEnabled val="1"/>
        </dgm:presLayoutVars>
      </dgm:prSet>
      <dgm:spPr/>
    </dgm:pt>
    <dgm:pt modelId="{2702FC5E-5171-408D-801D-E585595AA947}" type="pres">
      <dgm:prSet presAssocID="{909CFD97-2A90-4A24-8897-4D2525208B6F}" presName="root" presStyleCnt="0"/>
      <dgm:spPr/>
    </dgm:pt>
    <dgm:pt modelId="{A1B39554-08E8-4B41-84B0-D05ACFF9175A}" type="pres">
      <dgm:prSet presAssocID="{909CFD97-2A90-4A24-8897-4D2525208B6F}" presName="rootComposite" presStyleCnt="0"/>
      <dgm:spPr/>
    </dgm:pt>
    <dgm:pt modelId="{336840B7-B532-4C3B-AD13-D780C462781B}" type="pres">
      <dgm:prSet presAssocID="{909CFD97-2A90-4A24-8897-4D2525208B6F}" presName="rootText" presStyleLbl="node1" presStyleIdx="1" presStyleCnt="4"/>
      <dgm:spPr/>
    </dgm:pt>
    <dgm:pt modelId="{841D3B4D-E196-4635-83DA-52CAE90E7EA4}" type="pres">
      <dgm:prSet presAssocID="{909CFD97-2A90-4A24-8897-4D2525208B6F}" presName="rootConnector" presStyleLbl="node1" presStyleIdx="1" presStyleCnt="4"/>
      <dgm:spPr/>
    </dgm:pt>
    <dgm:pt modelId="{F4BF1D62-4D96-4495-8AB2-A61069CF5F99}" type="pres">
      <dgm:prSet presAssocID="{909CFD97-2A90-4A24-8897-4D2525208B6F}" presName="childShape" presStyleCnt="0"/>
      <dgm:spPr/>
    </dgm:pt>
    <dgm:pt modelId="{9528C1BA-B0B1-4B32-BFD2-16C55152C152}" type="pres">
      <dgm:prSet presAssocID="{072FE05A-0655-41FB-B472-213C8744C389}" presName="Name13" presStyleLbl="parChTrans1D2" presStyleIdx="3" presStyleCnt="12"/>
      <dgm:spPr/>
    </dgm:pt>
    <dgm:pt modelId="{F040B7D3-F052-490C-A88B-B29A78310F59}" type="pres">
      <dgm:prSet presAssocID="{E033805F-5982-4547-B94E-F27CEDE9ACD4}" presName="childText" presStyleLbl="bgAcc1" presStyleIdx="3" presStyleCnt="12">
        <dgm:presLayoutVars>
          <dgm:bulletEnabled val="1"/>
        </dgm:presLayoutVars>
      </dgm:prSet>
      <dgm:spPr/>
    </dgm:pt>
    <dgm:pt modelId="{5DE899CC-0652-4CDE-A686-36211241694F}" type="pres">
      <dgm:prSet presAssocID="{42A1F195-56F6-4B1D-A20E-C1BC9745DF38}" presName="Name13" presStyleLbl="parChTrans1D2" presStyleIdx="4" presStyleCnt="12"/>
      <dgm:spPr/>
    </dgm:pt>
    <dgm:pt modelId="{32FADC20-C895-428F-A80D-B60D49E5BA5E}" type="pres">
      <dgm:prSet presAssocID="{85FE0B03-CE22-4AC1-B625-E87ED5D6B8E6}" presName="childText" presStyleLbl="bgAcc1" presStyleIdx="4" presStyleCnt="12">
        <dgm:presLayoutVars>
          <dgm:bulletEnabled val="1"/>
        </dgm:presLayoutVars>
      </dgm:prSet>
      <dgm:spPr/>
    </dgm:pt>
    <dgm:pt modelId="{C865676B-C920-4B07-BC1C-ADDBAA701E34}" type="pres">
      <dgm:prSet presAssocID="{538787AB-D5D6-417E-95BD-0E8158D02296}" presName="Name13" presStyleLbl="parChTrans1D2" presStyleIdx="5" presStyleCnt="12"/>
      <dgm:spPr/>
    </dgm:pt>
    <dgm:pt modelId="{6D5F7B42-8DF0-418C-9C78-47E64D3F0ADF}" type="pres">
      <dgm:prSet presAssocID="{BDF7FD2A-65A4-45DF-91C8-D7F5088BDCDF}" presName="childText" presStyleLbl="bgAcc1" presStyleIdx="5" presStyleCnt="12">
        <dgm:presLayoutVars>
          <dgm:bulletEnabled val="1"/>
        </dgm:presLayoutVars>
      </dgm:prSet>
      <dgm:spPr/>
    </dgm:pt>
    <dgm:pt modelId="{9D1F4A24-42E1-4220-B454-C851CD1B665D}" type="pres">
      <dgm:prSet presAssocID="{A1BE64ED-9C90-4696-ADEF-68884FD858BA}" presName="root" presStyleCnt="0"/>
      <dgm:spPr/>
    </dgm:pt>
    <dgm:pt modelId="{99FCBBA9-9140-4818-A89E-7BF38E0D5829}" type="pres">
      <dgm:prSet presAssocID="{A1BE64ED-9C90-4696-ADEF-68884FD858BA}" presName="rootComposite" presStyleCnt="0"/>
      <dgm:spPr/>
    </dgm:pt>
    <dgm:pt modelId="{8009F096-A19D-4E7D-A401-B429C912BA75}" type="pres">
      <dgm:prSet presAssocID="{A1BE64ED-9C90-4696-ADEF-68884FD858BA}" presName="rootText" presStyleLbl="node1" presStyleIdx="2" presStyleCnt="4"/>
      <dgm:spPr/>
    </dgm:pt>
    <dgm:pt modelId="{519A6978-2D12-462C-B02D-0FF1C2971826}" type="pres">
      <dgm:prSet presAssocID="{A1BE64ED-9C90-4696-ADEF-68884FD858BA}" presName="rootConnector" presStyleLbl="node1" presStyleIdx="2" presStyleCnt="4"/>
      <dgm:spPr/>
    </dgm:pt>
    <dgm:pt modelId="{D2E6D5CD-540B-44FD-AEEE-9686A16D4F59}" type="pres">
      <dgm:prSet presAssocID="{A1BE64ED-9C90-4696-ADEF-68884FD858BA}" presName="childShape" presStyleCnt="0"/>
      <dgm:spPr/>
    </dgm:pt>
    <dgm:pt modelId="{307BA7A2-C709-4AC8-A50B-B1059F846314}" type="pres">
      <dgm:prSet presAssocID="{B9E8D1A2-B5A8-4AA9-8729-16182D3182FA}" presName="Name13" presStyleLbl="parChTrans1D2" presStyleIdx="6" presStyleCnt="12"/>
      <dgm:spPr/>
    </dgm:pt>
    <dgm:pt modelId="{403F98FD-FCDA-4653-B246-B99270784990}" type="pres">
      <dgm:prSet presAssocID="{0EB1F310-6157-4230-BB03-452904CB008F}" presName="childText" presStyleLbl="bgAcc1" presStyleIdx="6" presStyleCnt="12">
        <dgm:presLayoutVars>
          <dgm:bulletEnabled val="1"/>
        </dgm:presLayoutVars>
      </dgm:prSet>
      <dgm:spPr/>
    </dgm:pt>
    <dgm:pt modelId="{C425201B-9ACF-4947-A90D-573D75D752DA}" type="pres">
      <dgm:prSet presAssocID="{4125854F-EDEC-4A5F-8123-018C689943FD}" presName="Name13" presStyleLbl="parChTrans1D2" presStyleIdx="7" presStyleCnt="12"/>
      <dgm:spPr/>
    </dgm:pt>
    <dgm:pt modelId="{9CA298D4-53A6-4405-AF13-7D49DB6D591B}" type="pres">
      <dgm:prSet presAssocID="{E280AB9C-0E6E-48A6-B617-6429151788F0}" presName="childText" presStyleLbl="bgAcc1" presStyleIdx="7" presStyleCnt="12">
        <dgm:presLayoutVars>
          <dgm:bulletEnabled val="1"/>
        </dgm:presLayoutVars>
      </dgm:prSet>
      <dgm:spPr/>
    </dgm:pt>
    <dgm:pt modelId="{F69E006E-DBC8-4939-AD88-10AFE2A6DFBF}" type="pres">
      <dgm:prSet presAssocID="{9327A4EF-6829-4772-BFE4-55998403EB34}" presName="Name13" presStyleLbl="parChTrans1D2" presStyleIdx="8" presStyleCnt="12"/>
      <dgm:spPr/>
    </dgm:pt>
    <dgm:pt modelId="{1C30B183-2873-409C-A8E9-ACF55E60E346}" type="pres">
      <dgm:prSet presAssocID="{AD2C6084-D853-4C94-85D1-39CD540638FD}" presName="childText" presStyleLbl="bgAcc1" presStyleIdx="8" presStyleCnt="12">
        <dgm:presLayoutVars>
          <dgm:bulletEnabled val="1"/>
        </dgm:presLayoutVars>
      </dgm:prSet>
      <dgm:spPr/>
    </dgm:pt>
    <dgm:pt modelId="{849D2CC0-8C0D-4442-96CE-B3A42E7D210A}" type="pres">
      <dgm:prSet presAssocID="{C2C487F6-BD7D-4845-AD7D-488D64EAABE9}" presName="root" presStyleCnt="0"/>
      <dgm:spPr/>
    </dgm:pt>
    <dgm:pt modelId="{53FD639F-ADB0-4B73-8581-0A790E8A63F9}" type="pres">
      <dgm:prSet presAssocID="{C2C487F6-BD7D-4845-AD7D-488D64EAABE9}" presName="rootComposite" presStyleCnt="0"/>
      <dgm:spPr/>
    </dgm:pt>
    <dgm:pt modelId="{EBD98054-0A84-4CA4-9996-89ABEFA704B6}" type="pres">
      <dgm:prSet presAssocID="{C2C487F6-BD7D-4845-AD7D-488D64EAABE9}" presName="rootText" presStyleLbl="node1" presStyleIdx="3" presStyleCnt="4"/>
      <dgm:spPr/>
    </dgm:pt>
    <dgm:pt modelId="{12F29714-28C9-497C-A538-76DE9BE0BCDE}" type="pres">
      <dgm:prSet presAssocID="{C2C487F6-BD7D-4845-AD7D-488D64EAABE9}" presName="rootConnector" presStyleLbl="node1" presStyleIdx="3" presStyleCnt="4"/>
      <dgm:spPr/>
    </dgm:pt>
    <dgm:pt modelId="{2CBC65AF-ECFB-43E3-8315-D4A2FD7E388E}" type="pres">
      <dgm:prSet presAssocID="{C2C487F6-BD7D-4845-AD7D-488D64EAABE9}" presName="childShape" presStyleCnt="0"/>
      <dgm:spPr/>
    </dgm:pt>
    <dgm:pt modelId="{EF9CA835-611F-4DF7-824F-7C1F8E08509A}" type="pres">
      <dgm:prSet presAssocID="{9A62BDB8-ACB5-4D3D-9C8B-07EB8E27B650}" presName="Name13" presStyleLbl="parChTrans1D2" presStyleIdx="9" presStyleCnt="12"/>
      <dgm:spPr/>
    </dgm:pt>
    <dgm:pt modelId="{4177BB3F-E363-445E-BAD3-1415B0DF3741}" type="pres">
      <dgm:prSet presAssocID="{F2659B2F-8355-45D3-A7BD-2DB5C95E119D}" presName="childText" presStyleLbl="bgAcc1" presStyleIdx="9" presStyleCnt="12">
        <dgm:presLayoutVars>
          <dgm:bulletEnabled val="1"/>
        </dgm:presLayoutVars>
      </dgm:prSet>
      <dgm:spPr/>
    </dgm:pt>
    <dgm:pt modelId="{F676E694-6403-4471-83EF-440E64416601}" type="pres">
      <dgm:prSet presAssocID="{F23756FB-9E11-4563-9511-4195AF7F0CA1}" presName="Name13" presStyleLbl="parChTrans1D2" presStyleIdx="10" presStyleCnt="12"/>
      <dgm:spPr/>
    </dgm:pt>
    <dgm:pt modelId="{A36AD7DC-496D-4198-8E9A-5F7F02FD267E}" type="pres">
      <dgm:prSet presAssocID="{19EB1D18-2ACC-49D4-B0BA-A82BD06E5B79}" presName="childText" presStyleLbl="bgAcc1" presStyleIdx="10" presStyleCnt="12">
        <dgm:presLayoutVars>
          <dgm:bulletEnabled val="1"/>
        </dgm:presLayoutVars>
      </dgm:prSet>
      <dgm:spPr/>
    </dgm:pt>
    <dgm:pt modelId="{C83A2F5D-D2A3-4C21-B3CB-4A111211AED8}" type="pres">
      <dgm:prSet presAssocID="{01335367-53FF-4452-AB79-FE18E69E2533}" presName="Name13" presStyleLbl="parChTrans1D2" presStyleIdx="11" presStyleCnt="12"/>
      <dgm:spPr/>
    </dgm:pt>
    <dgm:pt modelId="{1DA62C3C-2D4B-4412-8BFF-A9C6E2D5B1B8}" type="pres">
      <dgm:prSet presAssocID="{AE4B2F2F-F19F-4DAD-A379-C4A2F6A8CEE9}" presName="childText" presStyleLbl="bgAcc1" presStyleIdx="11" presStyleCnt="12">
        <dgm:presLayoutVars>
          <dgm:bulletEnabled val="1"/>
        </dgm:presLayoutVars>
      </dgm:prSet>
      <dgm:spPr/>
    </dgm:pt>
  </dgm:ptLst>
  <dgm:cxnLst>
    <dgm:cxn modelId="{21313804-7BD0-4E6B-AF0B-0BCC908E97DB}" type="presOf" srcId="{E033805F-5982-4547-B94E-F27CEDE9ACD4}" destId="{F040B7D3-F052-490C-A88B-B29A78310F59}" srcOrd="0" destOrd="0" presId="urn:microsoft.com/office/officeart/2005/8/layout/hierarchy3"/>
    <dgm:cxn modelId="{70B3DB06-39C0-422C-8281-55DA60A15AEC}" type="presOf" srcId="{DBD833B1-1F4F-45AC-B833-CC2AB2BE0792}" destId="{87C7D5CE-792C-4578-9CE3-759B5230E298}" srcOrd="0" destOrd="0" presId="urn:microsoft.com/office/officeart/2005/8/layout/hierarchy3"/>
    <dgm:cxn modelId="{04B7D70C-083B-4C62-A214-E758DE07538A}" type="presOf" srcId="{C388F59C-8B5A-4B6C-859A-FCC53E617561}" destId="{4F7A7FFB-906B-4D02-B2DC-B95E18FDC006}" srcOrd="0" destOrd="0" presId="urn:microsoft.com/office/officeart/2005/8/layout/hierarchy3"/>
    <dgm:cxn modelId="{158C3A0D-A61C-4AFC-829B-2C4507C1A616}" type="presOf" srcId="{01335367-53FF-4452-AB79-FE18E69E2533}" destId="{C83A2F5D-D2A3-4C21-B3CB-4A111211AED8}" srcOrd="0" destOrd="0" presId="urn:microsoft.com/office/officeart/2005/8/layout/hierarchy3"/>
    <dgm:cxn modelId="{2CC2BF13-9BFB-4908-8CC7-2AF10591B436}" type="presOf" srcId="{C2C487F6-BD7D-4845-AD7D-488D64EAABE9}" destId="{EBD98054-0A84-4CA4-9996-89ABEFA704B6}" srcOrd="0" destOrd="0" presId="urn:microsoft.com/office/officeart/2005/8/layout/hierarchy3"/>
    <dgm:cxn modelId="{6967AF1C-5A8A-41DB-963D-85A2876248F1}" type="presOf" srcId="{42A1F195-56F6-4B1D-A20E-C1BC9745DF38}" destId="{5DE899CC-0652-4CDE-A686-36211241694F}" srcOrd="0" destOrd="0" presId="urn:microsoft.com/office/officeart/2005/8/layout/hierarchy3"/>
    <dgm:cxn modelId="{F66F9728-DA50-454A-A3DF-DEE881DE3A63}" type="presOf" srcId="{85FE0B03-CE22-4AC1-B625-E87ED5D6B8E6}" destId="{32FADC20-C895-428F-A80D-B60D49E5BA5E}" srcOrd="0" destOrd="0" presId="urn:microsoft.com/office/officeart/2005/8/layout/hierarchy3"/>
    <dgm:cxn modelId="{3F76AC29-6840-49DA-9CBD-85F5B5238200}" type="presOf" srcId="{C92E5DA7-047B-4E6F-A0F5-55E80934BA89}" destId="{71336DF8-C12E-4355-8399-740F06EA66A7}" srcOrd="0" destOrd="0" presId="urn:microsoft.com/office/officeart/2005/8/layout/hierarchy3"/>
    <dgm:cxn modelId="{090E6033-2DD3-4633-B8D7-796734706741}" type="presOf" srcId="{B9E8D1A2-B5A8-4AA9-8729-16182D3182FA}" destId="{307BA7A2-C709-4AC8-A50B-B1059F846314}" srcOrd="0" destOrd="0" presId="urn:microsoft.com/office/officeart/2005/8/layout/hierarchy3"/>
    <dgm:cxn modelId="{CA836135-7F11-4274-9011-46A6F4158943}" srcId="{909CFD97-2A90-4A24-8897-4D2525208B6F}" destId="{85FE0B03-CE22-4AC1-B625-E87ED5D6B8E6}" srcOrd="1" destOrd="0" parTransId="{42A1F195-56F6-4B1D-A20E-C1BC9745DF38}" sibTransId="{D08C8898-878E-4CB2-B53E-54811A395247}"/>
    <dgm:cxn modelId="{6D7D0337-F439-4536-87FE-790C864A9E25}" type="presOf" srcId="{072FE05A-0655-41FB-B472-213C8744C389}" destId="{9528C1BA-B0B1-4B32-BFD2-16C55152C152}" srcOrd="0" destOrd="0" presId="urn:microsoft.com/office/officeart/2005/8/layout/hierarchy3"/>
    <dgm:cxn modelId="{372E063C-84C4-4C14-9008-C485D6646A8C}" type="presOf" srcId="{AE4B2F2F-F19F-4DAD-A379-C4A2F6A8CEE9}" destId="{1DA62C3C-2D4B-4412-8BFF-A9C6E2D5B1B8}" srcOrd="0" destOrd="0" presId="urn:microsoft.com/office/officeart/2005/8/layout/hierarchy3"/>
    <dgm:cxn modelId="{F576F63D-66DF-4D65-BAA8-4457DE826F2C}" srcId="{0B0BBC68-9942-4C9C-815C-3966CBF9D4CF}" destId="{9FC0380F-66B2-4639-ADB7-EC2221CEDF4C}" srcOrd="0" destOrd="0" parTransId="{06EF3AE0-8F2D-4A51-888E-80F52EAC573C}" sibTransId="{5CEEE8B7-9DB8-4B1C-B906-2D856F5C433C}"/>
    <dgm:cxn modelId="{FAC0255B-7B63-4A56-8C89-A16557588537}" srcId="{C2C487F6-BD7D-4845-AD7D-488D64EAABE9}" destId="{AE4B2F2F-F19F-4DAD-A379-C4A2F6A8CEE9}" srcOrd="2" destOrd="0" parTransId="{01335367-53FF-4452-AB79-FE18E69E2533}" sibTransId="{A881D334-8541-4846-AC64-B5D80105DCF2}"/>
    <dgm:cxn modelId="{335F0C5D-0B06-42CA-AEAB-72ED67B3C7B3}" type="presOf" srcId="{909CFD97-2A90-4A24-8897-4D2525208B6F}" destId="{336840B7-B532-4C3B-AD13-D780C462781B}" srcOrd="0" destOrd="0" presId="urn:microsoft.com/office/officeart/2005/8/layout/hierarchy3"/>
    <dgm:cxn modelId="{2ED42063-8218-45B8-AD1D-6136C7F3864F}" type="presOf" srcId="{BDF7FD2A-65A4-45DF-91C8-D7F5088BDCDF}" destId="{6D5F7B42-8DF0-418C-9C78-47E64D3F0ADF}" srcOrd="0" destOrd="0" presId="urn:microsoft.com/office/officeart/2005/8/layout/hierarchy3"/>
    <dgm:cxn modelId="{AD0BDE43-E69C-4AF4-9500-AEBEB1A179D7}" type="presOf" srcId="{9FC0380F-66B2-4639-ADB7-EC2221CEDF4C}" destId="{249321BA-1CA9-40D6-9015-7D24CEC3E184}" srcOrd="1" destOrd="0" presId="urn:microsoft.com/office/officeart/2005/8/layout/hierarchy3"/>
    <dgm:cxn modelId="{CF9B7347-4BAF-4CB4-832A-34A892AB08A6}" type="presOf" srcId="{C26087D1-FA3C-472A-9DA3-52EDEC125D89}" destId="{C1765850-BB40-4BA5-A151-EDBCD82997C6}" srcOrd="0" destOrd="0" presId="urn:microsoft.com/office/officeart/2005/8/layout/hierarchy3"/>
    <dgm:cxn modelId="{D4A8726C-88BF-4216-B73D-4F9D15F3A784}" type="presOf" srcId="{AE158E4A-F280-4FEE-ADEE-AF043B401EFA}" destId="{87868605-DE5D-4BF3-B625-1D92F4B01179}" srcOrd="0" destOrd="0" presId="urn:microsoft.com/office/officeart/2005/8/layout/hierarchy3"/>
    <dgm:cxn modelId="{9D24994D-6350-430C-B3FA-F4D0A8DB18DD}" type="presOf" srcId="{538787AB-D5D6-417E-95BD-0E8158D02296}" destId="{C865676B-C920-4B07-BC1C-ADDBAA701E34}" srcOrd="0" destOrd="0" presId="urn:microsoft.com/office/officeart/2005/8/layout/hierarchy3"/>
    <dgm:cxn modelId="{91C88C51-5C90-4A35-B0EA-1E7FAC7F4789}" type="presOf" srcId="{F23756FB-9E11-4563-9511-4195AF7F0CA1}" destId="{F676E694-6403-4471-83EF-440E64416601}" srcOrd="0" destOrd="0" presId="urn:microsoft.com/office/officeart/2005/8/layout/hierarchy3"/>
    <dgm:cxn modelId="{34AB1252-331A-489A-86E3-F87583DCE91D}" type="presOf" srcId="{AD2C6084-D853-4C94-85D1-39CD540638FD}" destId="{1C30B183-2873-409C-A8E9-ACF55E60E346}" srcOrd="0" destOrd="0" presId="urn:microsoft.com/office/officeart/2005/8/layout/hierarchy3"/>
    <dgm:cxn modelId="{FBC8B973-A1BF-4C51-A314-E7EAE14BF758}" type="presOf" srcId="{9FC0380F-66B2-4639-ADB7-EC2221CEDF4C}" destId="{5194786A-C93A-4B64-89EB-286BD2106319}" srcOrd="0" destOrd="0" presId="urn:microsoft.com/office/officeart/2005/8/layout/hierarchy3"/>
    <dgm:cxn modelId="{0156F155-90EC-49FA-944A-CB60084E53C9}" type="presOf" srcId="{909CFD97-2A90-4A24-8897-4D2525208B6F}" destId="{841D3B4D-E196-4635-83DA-52CAE90E7EA4}" srcOrd="1" destOrd="0" presId="urn:microsoft.com/office/officeart/2005/8/layout/hierarchy3"/>
    <dgm:cxn modelId="{5EA2FA77-95E8-4A11-BE5B-165EB487120D}" srcId="{0B0BBC68-9942-4C9C-815C-3966CBF9D4CF}" destId="{909CFD97-2A90-4A24-8897-4D2525208B6F}" srcOrd="1" destOrd="0" parTransId="{963CF87D-669C-4C76-BE7B-DFD5F493862F}" sibTransId="{B3E495A8-935A-4CA3-A259-3A994826EFB7}"/>
    <dgm:cxn modelId="{C2F5C159-6F71-4566-913F-4F576209CBB4}" type="presOf" srcId="{0B0BBC68-9942-4C9C-815C-3966CBF9D4CF}" destId="{84D14323-3592-40D4-B43C-98A562786B7B}" srcOrd="0" destOrd="0" presId="urn:microsoft.com/office/officeart/2005/8/layout/hierarchy3"/>
    <dgm:cxn modelId="{BC21245A-5712-41E9-9965-807433F8E158}" srcId="{0B0BBC68-9942-4C9C-815C-3966CBF9D4CF}" destId="{C2C487F6-BD7D-4845-AD7D-488D64EAABE9}" srcOrd="3" destOrd="0" parTransId="{7502F724-9DE5-4AE7-BCA6-E2E0D4777B7A}" sibTransId="{1BD0220D-C052-488A-8455-0FF183E36F9E}"/>
    <dgm:cxn modelId="{C5BE467F-756D-4D86-808D-059D96B6ADCC}" type="presOf" srcId="{9327A4EF-6829-4772-BFE4-55998403EB34}" destId="{F69E006E-DBC8-4939-AD88-10AFE2A6DFBF}" srcOrd="0" destOrd="0" presId="urn:microsoft.com/office/officeart/2005/8/layout/hierarchy3"/>
    <dgm:cxn modelId="{E6737A80-6977-4BBA-9B04-BA33C8FC1167}" type="presOf" srcId="{A1BE64ED-9C90-4696-ADEF-68884FD858BA}" destId="{519A6978-2D12-462C-B02D-0FF1C2971826}" srcOrd="1" destOrd="0" presId="urn:microsoft.com/office/officeart/2005/8/layout/hierarchy3"/>
    <dgm:cxn modelId="{FE589E83-7A0D-4116-AB08-C4058E54F205}" type="presOf" srcId="{19EB1D18-2ACC-49D4-B0BA-A82BD06E5B79}" destId="{A36AD7DC-496D-4198-8E9A-5F7F02FD267E}" srcOrd="0" destOrd="0" presId="urn:microsoft.com/office/officeart/2005/8/layout/hierarchy3"/>
    <dgm:cxn modelId="{E72D5096-0B0B-47B3-838D-4082A0F281C5}" type="presOf" srcId="{E280AB9C-0E6E-48A6-B617-6429151788F0}" destId="{9CA298D4-53A6-4405-AF13-7D49DB6D591B}" srcOrd="0" destOrd="0" presId="urn:microsoft.com/office/officeart/2005/8/layout/hierarchy3"/>
    <dgm:cxn modelId="{CDB9C896-4D85-4B45-85A5-699A6B9729B1}" srcId="{C2C487F6-BD7D-4845-AD7D-488D64EAABE9}" destId="{19EB1D18-2ACC-49D4-B0BA-A82BD06E5B79}" srcOrd="1" destOrd="0" parTransId="{F23756FB-9E11-4563-9511-4195AF7F0CA1}" sibTransId="{B5A23CD5-C696-46F2-B144-EF19D52CA0D6}"/>
    <dgm:cxn modelId="{2EC51C97-B7AF-445F-8068-9B367FF41461}" srcId="{A1BE64ED-9C90-4696-ADEF-68884FD858BA}" destId="{0EB1F310-6157-4230-BB03-452904CB008F}" srcOrd="0" destOrd="0" parTransId="{B9E8D1A2-B5A8-4AA9-8729-16182D3182FA}" sibTransId="{58FA7989-0E1E-4FA0-AC31-B861122FDB79}"/>
    <dgm:cxn modelId="{FAFB34B2-20EB-423F-928A-84D2FE07A7D4}" srcId="{0B0BBC68-9942-4C9C-815C-3966CBF9D4CF}" destId="{A1BE64ED-9C90-4696-ADEF-68884FD858BA}" srcOrd="2" destOrd="0" parTransId="{19DF06DB-3BF4-4484-8CA8-AD3D598B59FC}" sibTransId="{8B7F0804-DB34-482A-A1AD-0F9C5FDDB71A}"/>
    <dgm:cxn modelId="{AE9FA1B5-E526-40B9-957D-859F1BC7EC6F}" srcId="{C2C487F6-BD7D-4845-AD7D-488D64EAABE9}" destId="{F2659B2F-8355-45D3-A7BD-2DB5C95E119D}" srcOrd="0" destOrd="0" parTransId="{9A62BDB8-ACB5-4D3D-9C8B-07EB8E27B650}" sibTransId="{CED5EBFE-96E4-440B-AE17-3A6257AC80E7}"/>
    <dgm:cxn modelId="{11CA6EBE-B20C-42AF-89BF-ED6DEF6297B7}" srcId="{909CFD97-2A90-4A24-8897-4D2525208B6F}" destId="{BDF7FD2A-65A4-45DF-91C8-D7F5088BDCDF}" srcOrd="2" destOrd="0" parTransId="{538787AB-D5D6-417E-95BD-0E8158D02296}" sibTransId="{35870B13-3C3C-4763-B149-A4B0549A2DB9}"/>
    <dgm:cxn modelId="{F5B378C2-ECDA-454B-A75C-482B8F5E7158}" type="presOf" srcId="{C2C487F6-BD7D-4845-AD7D-488D64EAABE9}" destId="{12F29714-28C9-497C-A538-76DE9BE0BCDE}" srcOrd="1" destOrd="0" presId="urn:microsoft.com/office/officeart/2005/8/layout/hierarchy3"/>
    <dgm:cxn modelId="{E5AAA1C3-5A7E-4B06-B6CF-DDFB3C72EA1E}" type="presOf" srcId="{5C99F8B0-FE26-44B9-8183-D2C829A4AE8C}" destId="{F474F939-E805-4286-A8DC-D9A69A8B1F94}" srcOrd="0" destOrd="0" presId="urn:microsoft.com/office/officeart/2005/8/layout/hierarchy3"/>
    <dgm:cxn modelId="{1F759AC6-D027-4E42-9865-0260FDE41309}" srcId="{9FC0380F-66B2-4639-ADB7-EC2221CEDF4C}" destId="{C26087D1-FA3C-472A-9DA3-52EDEC125D89}" srcOrd="1" destOrd="0" parTransId="{C92E5DA7-047B-4E6F-A0F5-55E80934BA89}" sibTransId="{FFFF685B-E901-4A57-A33C-EA34C6EA4ACF}"/>
    <dgm:cxn modelId="{6E4CB3CB-7904-43C1-8FF1-ECAD2C3CD9BA}" type="presOf" srcId="{F2659B2F-8355-45D3-A7BD-2DB5C95E119D}" destId="{4177BB3F-E363-445E-BAD3-1415B0DF3741}" srcOrd="0" destOrd="0" presId="urn:microsoft.com/office/officeart/2005/8/layout/hierarchy3"/>
    <dgm:cxn modelId="{77F380CF-ECF2-4970-94FA-261334FD1684}" type="presOf" srcId="{0EB1F310-6157-4230-BB03-452904CB008F}" destId="{403F98FD-FCDA-4653-B246-B99270784990}" srcOrd="0" destOrd="0" presId="urn:microsoft.com/office/officeart/2005/8/layout/hierarchy3"/>
    <dgm:cxn modelId="{CAD820D3-2ECA-48C3-9E31-F2ECFD6B6AA8}" srcId="{A1BE64ED-9C90-4696-ADEF-68884FD858BA}" destId="{AD2C6084-D853-4C94-85D1-39CD540638FD}" srcOrd="2" destOrd="0" parTransId="{9327A4EF-6829-4772-BFE4-55998403EB34}" sibTransId="{26A19D4E-5C03-498C-9196-0504CB63F7CD}"/>
    <dgm:cxn modelId="{F7B167D6-D409-496F-9AF9-68FE76562F44}" srcId="{9FC0380F-66B2-4639-ADB7-EC2221CEDF4C}" destId="{DBD833B1-1F4F-45AC-B833-CC2AB2BE0792}" srcOrd="2" destOrd="0" parTransId="{C388F59C-8B5A-4B6C-859A-FCC53E617561}" sibTransId="{22BE58BB-EE72-4E21-B157-A40F3D3D3893}"/>
    <dgm:cxn modelId="{68B841D7-33A2-488C-A0C1-A3FA6B732928}" type="presOf" srcId="{9A62BDB8-ACB5-4D3D-9C8B-07EB8E27B650}" destId="{EF9CA835-611F-4DF7-824F-7C1F8E08509A}" srcOrd="0" destOrd="0" presId="urn:microsoft.com/office/officeart/2005/8/layout/hierarchy3"/>
    <dgm:cxn modelId="{F79BAFD7-2148-4D45-9BE7-18C880BDFE68}" type="presOf" srcId="{4125854F-EDEC-4A5F-8123-018C689943FD}" destId="{C425201B-9ACF-4947-A90D-573D75D752DA}" srcOrd="0" destOrd="0" presId="urn:microsoft.com/office/officeart/2005/8/layout/hierarchy3"/>
    <dgm:cxn modelId="{DC2ED8D9-B8ED-4B3D-A749-6A39A1F2323B}" srcId="{A1BE64ED-9C90-4696-ADEF-68884FD858BA}" destId="{E280AB9C-0E6E-48A6-B617-6429151788F0}" srcOrd="1" destOrd="0" parTransId="{4125854F-EDEC-4A5F-8123-018C689943FD}" sibTransId="{70C220D8-C360-4C77-9AD7-41554ED4344A}"/>
    <dgm:cxn modelId="{26717CDB-C01F-4CFC-B2ED-13C6D77DC690}" type="presOf" srcId="{A1BE64ED-9C90-4696-ADEF-68884FD858BA}" destId="{8009F096-A19D-4E7D-A401-B429C912BA75}" srcOrd="0" destOrd="0" presId="urn:microsoft.com/office/officeart/2005/8/layout/hierarchy3"/>
    <dgm:cxn modelId="{B0EADEEA-59D2-454C-BB12-67BD943E27CC}" srcId="{9FC0380F-66B2-4639-ADB7-EC2221CEDF4C}" destId="{5C99F8B0-FE26-44B9-8183-D2C829A4AE8C}" srcOrd="0" destOrd="0" parTransId="{AE158E4A-F280-4FEE-ADEE-AF043B401EFA}" sibTransId="{65788E76-0F33-4BA3-9721-D6CDF4A92EE5}"/>
    <dgm:cxn modelId="{44300AF5-6D46-4A37-B761-5A8E206C93B2}" srcId="{909CFD97-2A90-4A24-8897-4D2525208B6F}" destId="{E033805F-5982-4547-B94E-F27CEDE9ACD4}" srcOrd="0" destOrd="0" parTransId="{072FE05A-0655-41FB-B472-213C8744C389}" sibTransId="{33ED781B-B8BA-4132-A5CA-4661F7527F1F}"/>
    <dgm:cxn modelId="{FA9759B5-B6E9-423E-941B-935FA019D5B8}" type="presParOf" srcId="{84D14323-3592-40D4-B43C-98A562786B7B}" destId="{B247CC0D-BD53-4709-84C3-80FD80CE1391}" srcOrd="0" destOrd="0" presId="urn:microsoft.com/office/officeart/2005/8/layout/hierarchy3"/>
    <dgm:cxn modelId="{3F72F91B-B494-408D-8E3D-271AF8FDBA44}" type="presParOf" srcId="{B247CC0D-BD53-4709-84C3-80FD80CE1391}" destId="{A4645294-C4EA-4C5B-87EB-B8AA888BD157}" srcOrd="0" destOrd="0" presId="urn:microsoft.com/office/officeart/2005/8/layout/hierarchy3"/>
    <dgm:cxn modelId="{97856D4D-E3DC-4C59-8841-84ECB15D20F5}" type="presParOf" srcId="{A4645294-C4EA-4C5B-87EB-B8AA888BD157}" destId="{5194786A-C93A-4B64-89EB-286BD2106319}" srcOrd="0" destOrd="0" presId="urn:microsoft.com/office/officeart/2005/8/layout/hierarchy3"/>
    <dgm:cxn modelId="{E977077C-1C35-4C83-9A5D-CC7C968DA2EC}" type="presParOf" srcId="{A4645294-C4EA-4C5B-87EB-B8AA888BD157}" destId="{249321BA-1CA9-40D6-9015-7D24CEC3E184}" srcOrd="1" destOrd="0" presId="urn:microsoft.com/office/officeart/2005/8/layout/hierarchy3"/>
    <dgm:cxn modelId="{482679ED-8C7A-43BD-B185-BD56445FB5D0}" type="presParOf" srcId="{B247CC0D-BD53-4709-84C3-80FD80CE1391}" destId="{66122629-EE86-446C-ADF0-517A891B03F4}" srcOrd="1" destOrd="0" presId="urn:microsoft.com/office/officeart/2005/8/layout/hierarchy3"/>
    <dgm:cxn modelId="{502CA335-B4BA-4DB7-B2A4-5B7F4B77AFCC}" type="presParOf" srcId="{66122629-EE86-446C-ADF0-517A891B03F4}" destId="{87868605-DE5D-4BF3-B625-1D92F4B01179}" srcOrd="0" destOrd="0" presId="urn:microsoft.com/office/officeart/2005/8/layout/hierarchy3"/>
    <dgm:cxn modelId="{46C144C0-CA51-45CF-9527-4FFDA587AF28}" type="presParOf" srcId="{66122629-EE86-446C-ADF0-517A891B03F4}" destId="{F474F939-E805-4286-A8DC-D9A69A8B1F94}" srcOrd="1" destOrd="0" presId="urn:microsoft.com/office/officeart/2005/8/layout/hierarchy3"/>
    <dgm:cxn modelId="{25C7186E-0AAD-49E3-90F4-570B1A3DD825}" type="presParOf" srcId="{66122629-EE86-446C-ADF0-517A891B03F4}" destId="{71336DF8-C12E-4355-8399-740F06EA66A7}" srcOrd="2" destOrd="0" presId="urn:microsoft.com/office/officeart/2005/8/layout/hierarchy3"/>
    <dgm:cxn modelId="{0373C3CC-3443-4E10-BFA2-C2B8DDC77092}" type="presParOf" srcId="{66122629-EE86-446C-ADF0-517A891B03F4}" destId="{C1765850-BB40-4BA5-A151-EDBCD82997C6}" srcOrd="3" destOrd="0" presId="urn:microsoft.com/office/officeart/2005/8/layout/hierarchy3"/>
    <dgm:cxn modelId="{E886A92E-2B75-448A-8AFA-AF7B608215FE}" type="presParOf" srcId="{66122629-EE86-446C-ADF0-517A891B03F4}" destId="{4F7A7FFB-906B-4D02-B2DC-B95E18FDC006}" srcOrd="4" destOrd="0" presId="urn:microsoft.com/office/officeart/2005/8/layout/hierarchy3"/>
    <dgm:cxn modelId="{94D5BB06-5084-4A2E-B4E6-551C86F8DC58}" type="presParOf" srcId="{66122629-EE86-446C-ADF0-517A891B03F4}" destId="{87C7D5CE-792C-4578-9CE3-759B5230E298}" srcOrd="5" destOrd="0" presId="urn:microsoft.com/office/officeart/2005/8/layout/hierarchy3"/>
    <dgm:cxn modelId="{EC35BADF-9B37-471B-999B-3F693174D3A1}" type="presParOf" srcId="{84D14323-3592-40D4-B43C-98A562786B7B}" destId="{2702FC5E-5171-408D-801D-E585595AA947}" srcOrd="1" destOrd="0" presId="urn:microsoft.com/office/officeart/2005/8/layout/hierarchy3"/>
    <dgm:cxn modelId="{DD5EB8A5-2E3F-4675-A2EF-9406F71A8871}" type="presParOf" srcId="{2702FC5E-5171-408D-801D-E585595AA947}" destId="{A1B39554-08E8-4B41-84B0-D05ACFF9175A}" srcOrd="0" destOrd="0" presId="urn:microsoft.com/office/officeart/2005/8/layout/hierarchy3"/>
    <dgm:cxn modelId="{1FFC22ED-181A-4FDB-BE2D-9A11BFB0E276}" type="presParOf" srcId="{A1B39554-08E8-4B41-84B0-D05ACFF9175A}" destId="{336840B7-B532-4C3B-AD13-D780C462781B}" srcOrd="0" destOrd="0" presId="urn:microsoft.com/office/officeart/2005/8/layout/hierarchy3"/>
    <dgm:cxn modelId="{43FBDE34-A470-4CC0-971E-03E1214DC72C}" type="presParOf" srcId="{A1B39554-08E8-4B41-84B0-D05ACFF9175A}" destId="{841D3B4D-E196-4635-83DA-52CAE90E7EA4}" srcOrd="1" destOrd="0" presId="urn:microsoft.com/office/officeart/2005/8/layout/hierarchy3"/>
    <dgm:cxn modelId="{B1515713-B9CF-4AE2-B85C-3107B5AD03E8}" type="presParOf" srcId="{2702FC5E-5171-408D-801D-E585595AA947}" destId="{F4BF1D62-4D96-4495-8AB2-A61069CF5F99}" srcOrd="1" destOrd="0" presId="urn:microsoft.com/office/officeart/2005/8/layout/hierarchy3"/>
    <dgm:cxn modelId="{309EEA1E-72DD-4489-A026-485F25FC6BDF}" type="presParOf" srcId="{F4BF1D62-4D96-4495-8AB2-A61069CF5F99}" destId="{9528C1BA-B0B1-4B32-BFD2-16C55152C152}" srcOrd="0" destOrd="0" presId="urn:microsoft.com/office/officeart/2005/8/layout/hierarchy3"/>
    <dgm:cxn modelId="{EFC17EDB-71C3-487E-BCAD-4F8A37601E3F}" type="presParOf" srcId="{F4BF1D62-4D96-4495-8AB2-A61069CF5F99}" destId="{F040B7D3-F052-490C-A88B-B29A78310F59}" srcOrd="1" destOrd="0" presId="urn:microsoft.com/office/officeart/2005/8/layout/hierarchy3"/>
    <dgm:cxn modelId="{021AF584-C90A-4476-B52C-C1EA8A253103}" type="presParOf" srcId="{F4BF1D62-4D96-4495-8AB2-A61069CF5F99}" destId="{5DE899CC-0652-4CDE-A686-36211241694F}" srcOrd="2" destOrd="0" presId="urn:microsoft.com/office/officeart/2005/8/layout/hierarchy3"/>
    <dgm:cxn modelId="{123F110C-76D2-44D9-A9FB-BD82C73D3ECF}" type="presParOf" srcId="{F4BF1D62-4D96-4495-8AB2-A61069CF5F99}" destId="{32FADC20-C895-428F-A80D-B60D49E5BA5E}" srcOrd="3" destOrd="0" presId="urn:microsoft.com/office/officeart/2005/8/layout/hierarchy3"/>
    <dgm:cxn modelId="{6809D793-5C24-477F-9A64-D3225645F2C1}" type="presParOf" srcId="{F4BF1D62-4D96-4495-8AB2-A61069CF5F99}" destId="{C865676B-C920-4B07-BC1C-ADDBAA701E34}" srcOrd="4" destOrd="0" presId="urn:microsoft.com/office/officeart/2005/8/layout/hierarchy3"/>
    <dgm:cxn modelId="{C06B5737-787E-41EC-BAFA-5E6D515F73A2}" type="presParOf" srcId="{F4BF1D62-4D96-4495-8AB2-A61069CF5F99}" destId="{6D5F7B42-8DF0-418C-9C78-47E64D3F0ADF}" srcOrd="5" destOrd="0" presId="urn:microsoft.com/office/officeart/2005/8/layout/hierarchy3"/>
    <dgm:cxn modelId="{866E5028-95D1-4A77-858E-155CA8384168}" type="presParOf" srcId="{84D14323-3592-40D4-B43C-98A562786B7B}" destId="{9D1F4A24-42E1-4220-B454-C851CD1B665D}" srcOrd="2" destOrd="0" presId="urn:microsoft.com/office/officeart/2005/8/layout/hierarchy3"/>
    <dgm:cxn modelId="{C7733E27-006B-4430-80A1-35D8AF68B3FB}" type="presParOf" srcId="{9D1F4A24-42E1-4220-B454-C851CD1B665D}" destId="{99FCBBA9-9140-4818-A89E-7BF38E0D5829}" srcOrd="0" destOrd="0" presId="urn:microsoft.com/office/officeart/2005/8/layout/hierarchy3"/>
    <dgm:cxn modelId="{CA8A34BE-95C1-4114-AD18-9B1F443B15BC}" type="presParOf" srcId="{99FCBBA9-9140-4818-A89E-7BF38E0D5829}" destId="{8009F096-A19D-4E7D-A401-B429C912BA75}" srcOrd="0" destOrd="0" presId="urn:microsoft.com/office/officeart/2005/8/layout/hierarchy3"/>
    <dgm:cxn modelId="{A65A9E82-93FF-44AB-BFE1-5D27D31FA1D1}" type="presParOf" srcId="{99FCBBA9-9140-4818-A89E-7BF38E0D5829}" destId="{519A6978-2D12-462C-B02D-0FF1C2971826}" srcOrd="1" destOrd="0" presId="urn:microsoft.com/office/officeart/2005/8/layout/hierarchy3"/>
    <dgm:cxn modelId="{CBE548A2-BFCE-4781-934A-8AC1C9A6E57A}" type="presParOf" srcId="{9D1F4A24-42E1-4220-B454-C851CD1B665D}" destId="{D2E6D5CD-540B-44FD-AEEE-9686A16D4F59}" srcOrd="1" destOrd="0" presId="urn:microsoft.com/office/officeart/2005/8/layout/hierarchy3"/>
    <dgm:cxn modelId="{1AAB513B-3BD5-4AB8-9427-065C49C349F3}" type="presParOf" srcId="{D2E6D5CD-540B-44FD-AEEE-9686A16D4F59}" destId="{307BA7A2-C709-4AC8-A50B-B1059F846314}" srcOrd="0" destOrd="0" presId="urn:microsoft.com/office/officeart/2005/8/layout/hierarchy3"/>
    <dgm:cxn modelId="{FCFD4FA7-6DCD-49B8-8115-2BCE7CCB7264}" type="presParOf" srcId="{D2E6D5CD-540B-44FD-AEEE-9686A16D4F59}" destId="{403F98FD-FCDA-4653-B246-B99270784990}" srcOrd="1" destOrd="0" presId="urn:microsoft.com/office/officeart/2005/8/layout/hierarchy3"/>
    <dgm:cxn modelId="{DD96118E-DAA7-4647-BE34-C99FFC719AC3}" type="presParOf" srcId="{D2E6D5CD-540B-44FD-AEEE-9686A16D4F59}" destId="{C425201B-9ACF-4947-A90D-573D75D752DA}" srcOrd="2" destOrd="0" presId="urn:microsoft.com/office/officeart/2005/8/layout/hierarchy3"/>
    <dgm:cxn modelId="{FEC724A1-2E5D-4B0B-B4CB-51305BA63FA9}" type="presParOf" srcId="{D2E6D5CD-540B-44FD-AEEE-9686A16D4F59}" destId="{9CA298D4-53A6-4405-AF13-7D49DB6D591B}" srcOrd="3" destOrd="0" presId="urn:microsoft.com/office/officeart/2005/8/layout/hierarchy3"/>
    <dgm:cxn modelId="{A323A548-656E-48B5-8656-CC677743C005}" type="presParOf" srcId="{D2E6D5CD-540B-44FD-AEEE-9686A16D4F59}" destId="{F69E006E-DBC8-4939-AD88-10AFE2A6DFBF}" srcOrd="4" destOrd="0" presId="urn:microsoft.com/office/officeart/2005/8/layout/hierarchy3"/>
    <dgm:cxn modelId="{B1641078-2C77-4977-9982-DCFC222E398F}" type="presParOf" srcId="{D2E6D5CD-540B-44FD-AEEE-9686A16D4F59}" destId="{1C30B183-2873-409C-A8E9-ACF55E60E346}" srcOrd="5" destOrd="0" presId="urn:microsoft.com/office/officeart/2005/8/layout/hierarchy3"/>
    <dgm:cxn modelId="{5828BA45-DD50-4E79-9F81-1187C2B9F003}" type="presParOf" srcId="{84D14323-3592-40D4-B43C-98A562786B7B}" destId="{849D2CC0-8C0D-4442-96CE-B3A42E7D210A}" srcOrd="3" destOrd="0" presId="urn:microsoft.com/office/officeart/2005/8/layout/hierarchy3"/>
    <dgm:cxn modelId="{3C84C51D-AB91-4A53-ACDB-5CF12FAB2F7D}" type="presParOf" srcId="{849D2CC0-8C0D-4442-96CE-B3A42E7D210A}" destId="{53FD639F-ADB0-4B73-8581-0A790E8A63F9}" srcOrd="0" destOrd="0" presId="urn:microsoft.com/office/officeart/2005/8/layout/hierarchy3"/>
    <dgm:cxn modelId="{6C84BC37-5683-4DA8-AF90-B3552DFA09E1}" type="presParOf" srcId="{53FD639F-ADB0-4B73-8581-0A790E8A63F9}" destId="{EBD98054-0A84-4CA4-9996-89ABEFA704B6}" srcOrd="0" destOrd="0" presId="urn:microsoft.com/office/officeart/2005/8/layout/hierarchy3"/>
    <dgm:cxn modelId="{5D6A7AD2-6843-4E32-93E7-C660483187B6}" type="presParOf" srcId="{53FD639F-ADB0-4B73-8581-0A790E8A63F9}" destId="{12F29714-28C9-497C-A538-76DE9BE0BCDE}" srcOrd="1" destOrd="0" presId="urn:microsoft.com/office/officeart/2005/8/layout/hierarchy3"/>
    <dgm:cxn modelId="{5877361E-C0E1-4AA0-A960-C1D1423B460F}" type="presParOf" srcId="{849D2CC0-8C0D-4442-96CE-B3A42E7D210A}" destId="{2CBC65AF-ECFB-43E3-8315-D4A2FD7E388E}" srcOrd="1" destOrd="0" presId="urn:microsoft.com/office/officeart/2005/8/layout/hierarchy3"/>
    <dgm:cxn modelId="{188E2732-2E36-4900-9183-D64A8787A0E7}" type="presParOf" srcId="{2CBC65AF-ECFB-43E3-8315-D4A2FD7E388E}" destId="{EF9CA835-611F-4DF7-824F-7C1F8E08509A}" srcOrd="0" destOrd="0" presId="urn:microsoft.com/office/officeart/2005/8/layout/hierarchy3"/>
    <dgm:cxn modelId="{106C2B96-0053-4377-896D-F9DBC5F37BFC}" type="presParOf" srcId="{2CBC65AF-ECFB-43E3-8315-D4A2FD7E388E}" destId="{4177BB3F-E363-445E-BAD3-1415B0DF3741}" srcOrd="1" destOrd="0" presId="urn:microsoft.com/office/officeart/2005/8/layout/hierarchy3"/>
    <dgm:cxn modelId="{D2001461-62BB-4971-A8AC-AE8BB05D5A84}" type="presParOf" srcId="{2CBC65AF-ECFB-43E3-8315-D4A2FD7E388E}" destId="{F676E694-6403-4471-83EF-440E64416601}" srcOrd="2" destOrd="0" presId="urn:microsoft.com/office/officeart/2005/8/layout/hierarchy3"/>
    <dgm:cxn modelId="{EDE812CE-1DF4-4487-A953-CECAB68FFB5F}" type="presParOf" srcId="{2CBC65AF-ECFB-43E3-8315-D4A2FD7E388E}" destId="{A36AD7DC-496D-4198-8E9A-5F7F02FD267E}" srcOrd="3" destOrd="0" presId="urn:microsoft.com/office/officeart/2005/8/layout/hierarchy3"/>
    <dgm:cxn modelId="{6AC1B2C5-B100-4FC9-93C7-9A5D214574F6}" type="presParOf" srcId="{2CBC65AF-ECFB-43E3-8315-D4A2FD7E388E}" destId="{C83A2F5D-D2A3-4C21-B3CB-4A111211AED8}" srcOrd="4" destOrd="0" presId="urn:microsoft.com/office/officeart/2005/8/layout/hierarchy3"/>
    <dgm:cxn modelId="{232FF110-8485-4A8E-97F6-253F0BA2E707}" type="presParOf" srcId="{2CBC65AF-ECFB-43E3-8315-D4A2FD7E388E}" destId="{1DA62C3C-2D4B-4412-8BFF-A9C6E2D5B1B8}"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C1F19DB-9C02-4C15-9207-B40111FBF75D}"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US"/>
        </a:p>
      </dgm:t>
    </dgm:pt>
    <dgm:pt modelId="{7E227B9F-8417-4390-966A-F0108DB9B0E1}">
      <dgm:prSet phldrT="[Text]"/>
      <dgm:spPr/>
      <dgm:t>
        <a:bodyPr/>
        <a:lstStyle/>
        <a:p>
          <a:r>
            <a:rPr lang="bn-IN" dirty="0"/>
            <a:t>গ্রান্ড প্যারেন্ট স্টক সৃষ্টি</a:t>
          </a:r>
          <a:endParaRPr lang="en-US" dirty="0"/>
        </a:p>
      </dgm:t>
    </dgm:pt>
    <dgm:pt modelId="{6FCC2B4D-DDFE-47ED-8EAF-ADC731E87083}" type="parTrans" cxnId="{A2B254E7-DAFE-40C0-83CC-4A4B2FC558EA}">
      <dgm:prSet/>
      <dgm:spPr/>
      <dgm:t>
        <a:bodyPr/>
        <a:lstStyle/>
        <a:p>
          <a:endParaRPr lang="en-US"/>
        </a:p>
      </dgm:t>
    </dgm:pt>
    <dgm:pt modelId="{D402EFE9-1BDB-4300-88EB-CE697DB4C6B9}" type="sibTrans" cxnId="{A2B254E7-DAFE-40C0-83CC-4A4B2FC558EA}">
      <dgm:prSet/>
      <dgm:spPr/>
      <dgm:t>
        <a:bodyPr/>
        <a:lstStyle/>
        <a:p>
          <a:endParaRPr lang="en-US"/>
        </a:p>
      </dgm:t>
    </dgm:pt>
    <dgm:pt modelId="{9165A848-C540-47ED-BB75-71BD11E21DFF}">
      <dgm:prSet phldrT="[Text]"/>
      <dgm:spPr/>
      <dgm:t>
        <a:bodyPr/>
        <a:lstStyle/>
        <a:p>
          <a:r>
            <a:rPr lang="bn-IN" dirty="0"/>
            <a:t>প্যারেন্ট স্টক সৃষ্টি</a:t>
          </a:r>
          <a:endParaRPr lang="en-US" dirty="0"/>
        </a:p>
      </dgm:t>
    </dgm:pt>
    <dgm:pt modelId="{65FD9975-4CF0-47A0-B6FC-B07A30339949}" type="parTrans" cxnId="{FE020FBC-624C-4A60-8724-19BF0EF6DCDC}">
      <dgm:prSet/>
      <dgm:spPr/>
      <dgm:t>
        <a:bodyPr/>
        <a:lstStyle/>
        <a:p>
          <a:endParaRPr lang="en-US"/>
        </a:p>
      </dgm:t>
    </dgm:pt>
    <dgm:pt modelId="{EFF38853-66B2-4993-A3EC-CC2FA436CD93}" type="sibTrans" cxnId="{FE020FBC-624C-4A60-8724-19BF0EF6DCDC}">
      <dgm:prSet/>
      <dgm:spPr/>
      <dgm:t>
        <a:bodyPr/>
        <a:lstStyle/>
        <a:p>
          <a:endParaRPr lang="en-US"/>
        </a:p>
      </dgm:t>
    </dgm:pt>
    <dgm:pt modelId="{759C4DE6-BC2C-4CE3-A123-AA43BCAC488A}">
      <dgm:prSet phldrT="[Text]"/>
      <dgm:spPr/>
      <dgm:t>
        <a:bodyPr/>
        <a:lstStyle/>
        <a:p>
          <a:r>
            <a:rPr lang="bn-IN" dirty="0"/>
            <a:t>ডিম-&gt;ব্রয়লার/লেয়ার/মোরগ</a:t>
          </a:r>
          <a:endParaRPr lang="en-US" dirty="0"/>
        </a:p>
      </dgm:t>
    </dgm:pt>
    <dgm:pt modelId="{7210A2E5-AA11-4A7A-A827-198105116F54}" type="parTrans" cxnId="{77E5B12C-E696-4D14-B0DF-8A8691011E76}">
      <dgm:prSet/>
      <dgm:spPr/>
      <dgm:t>
        <a:bodyPr/>
        <a:lstStyle/>
        <a:p>
          <a:endParaRPr lang="en-US"/>
        </a:p>
      </dgm:t>
    </dgm:pt>
    <dgm:pt modelId="{07248C61-1974-480F-80B5-41F3EFCAD19D}" type="sibTrans" cxnId="{77E5B12C-E696-4D14-B0DF-8A8691011E76}">
      <dgm:prSet/>
      <dgm:spPr/>
      <dgm:t>
        <a:bodyPr/>
        <a:lstStyle/>
        <a:p>
          <a:endParaRPr lang="en-US"/>
        </a:p>
      </dgm:t>
    </dgm:pt>
    <dgm:pt modelId="{D68E21AB-2352-4252-9753-6703F8A84BBF}" type="pres">
      <dgm:prSet presAssocID="{4C1F19DB-9C02-4C15-9207-B40111FBF75D}" presName="linearFlow" presStyleCnt="0">
        <dgm:presLayoutVars>
          <dgm:resizeHandles val="exact"/>
        </dgm:presLayoutVars>
      </dgm:prSet>
      <dgm:spPr/>
    </dgm:pt>
    <dgm:pt modelId="{59B20FBD-67D7-4705-8BC8-C0CF98146100}" type="pres">
      <dgm:prSet presAssocID="{7E227B9F-8417-4390-966A-F0108DB9B0E1}" presName="node" presStyleLbl="node1" presStyleIdx="0" presStyleCnt="3">
        <dgm:presLayoutVars>
          <dgm:bulletEnabled val="1"/>
        </dgm:presLayoutVars>
      </dgm:prSet>
      <dgm:spPr/>
    </dgm:pt>
    <dgm:pt modelId="{BDB56DB1-4EA5-4F6A-9DE6-E960BE7FE578}" type="pres">
      <dgm:prSet presAssocID="{D402EFE9-1BDB-4300-88EB-CE697DB4C6B9}" presName="sibTrans" presStyleLbl="sibTrans2D1" presStyleIdx="0" presStyleCnt="2"/>
      <dgm:spPr/>
    </dgm:pt>
    <dgm:pt modelId="{0E3DE1AC-1ECD-41C5-B999-4EFA1CE61D1B}" type="pres">
      <dgm:prSet presAssocID="{D402EFE9-1BDB-4300-88EB-CE697DB4C6B9}" presName="connectorText" presStyleLbl="sibTrans2D1" presStyleIdx="0" presStyleCnt="2"/>
      <dgm:spPr/>
    </dgm:pt>
    <dgm:pt modelId="{638A0AC3-D83B-45AB-A1A4-B00E0A826276}" type="pres">
      <dgm:prSet presAssocID="{9165A848-C540-47ED-BB75-71BD11E21DFF}" presName="node" presStyleLbl="node1" presStyleIdx="1" presStyleCnt="3">
        <dgm:presLayoutVars>
          <dgm:bulletEnabled val="1"/>
        </dgm:presLayoutVars>
      </dgm:prSet>
      <dgm:spPr/>
    </dgm:pt>
    <dgm:pt modelId="{03B97818-4873-418E-9539-057E818F0F6A}" type="pres">
      <dgm:prSet presAssocID="{EFF38853-66B2-4993-A3EC-CC2FA436CD93}" presName="sibTrans" presStyleLbl="sibTrans2D1" presStyleIdx="1" presStyleCnt="2"/>
      <dgm:spPr/>
    </dgm:pt>
    <dgm:pt modelId="{B592A627-22B1-4398-958C-3F974C6C6A39}" type="pres">
      <dgm:prSet presAssocID="{EFF38853-66B2-4993-A3EC-CC2FA436CD93}" presName="connectorText" presStyleLbl="sibTrans2D1" presStyleIdx="1" presStyleCnt="2"/>
      <dgm:spPr/>
    </dgm:pt>
    <dgm:pt modelId="{228C1BA9-B88D-4A43-A6F6-B2AD85E34583}" type="pres">
      <dgm:prSet presAssocID="{759C4DE6-BC2C-4CE3-A123-AA43BCAC488A}" presName="node" presStyleLbl="node1" presStyleIdx="2" presStyleCnt="3">
        <dgm:presLayoutVars>
          <dgm:bulletEnabled val="1"/>
        </dgm:presLayoutVars>
      </dgm:prSet>
      <dgm:spPr/>
    </dgm:pt>
  </dgm:ptLst>
  <dgm:cxnLst>
    <dgm:cxn modelId="{40C14311-5A65-435D-8283-2AC70B82111C}" type="presOf" srcId="{759C4DE6-BC2C-4CE3-A123-AA43BCAC488A}" destId="{228C1BA9-B88D-4A43-A6F6-B2AD85E34583}" srcOrd="0" destOrd="0" presId="urn:microsoft.com/office/officeart/2005/8/layout/process2"/>
    <dgm:cxn modelId="{BB773E1B-5AA1-460B-92B1-A38E250C8A4A}" type="presOf" srcId="{EFF38853-66B2-4993-A3EC-CC2FA436CD93}" destId="{03B97818-4873-418E-9539-057E818F0F6A}" srcOrd="0" destOrd="0" presId="urn:microsoft.com/office/officeart/2005/8/layout/process2"/>
    <dgm:cxn modelId="{77E5B12C-E696-4D14-B0DF-8A8691011E76}" srcId="{4C1F19DB-9C02-4C15-9207-B40111FBF75D}" destId="{759C4DE6-BC2C-4CE3-A123-AA43BCAC488A}" srcOrd="2" destOrd="0" parTransId="{7210A2E5-AA11-4A7A-A827-198105116F54}" sibTransId="{07248C61-1974-480F-80B5-41F3EFCAD19D}"/>
    <dgm:cxn modelId="{6BFE532D-319E-4848-BD71-1BDFF5313F1D}" type="presOf" srcId="{EFF38853-66B2-4993-A3EC-CC2FA436CD93}" destId="{B592A627-22B1-4398-958C-3F974C6C6A39}" srcOrd="1" destOrd="0" presId="urn:microsoft.com/office/officeart/2005/8/layout/process2"/>
    <dgm:cxn modelId="{029748B6-26FF-437D-A9B6-D0AFF6921996}" type="presOf" srcId="{9165A848-C540-47ED-BB75-71BD11E21DFF}" destId="{638A0AC3-D83B-45AB-A1A4-B00E0A826276}" srcOrd="0" destOrd="0" presId="urn:microsoft.com/office/officeart/2005/8/layout/process2"/>
    <dgm:cxn modelId="{FE020FBC-624C-4A60-8724-19BF0EF6DCDC}" srcId="{4C1F19DB-9C02-4C15-9207-B40111FBF75D}" destId="{9165A848-C540-47ED-BB75-71BD11E21DFF}" srcOrd="1" destOrd="0" parTransId="{65FD9975-4CF0-47A0-B6FC-B07A30339949}" sibTransId="{EFF38853-66B2-4993-A3EC-CC2FA436CD93}"/>
    <dgm:cxn modelId="{4F3712CD-AA8D-4CCB-B75E-9DD3E1CAA526}" type="presOf" srcId="{4C1F19DB-9C02-4C15-9207-B40111FBF75D}" destId="{D68E21AB-2352-4252-9753-6703F8A84BBF}" srcOrd="0" destOrd="0" presId="urn:microsoft.com/office/officeart/2005/8/layout/process2"/>
    <dgm:cxn modelId="{E07BD4CF-97A1-41B2-B40B-C17FAC7E5391}" type="presOf" srcId="{7E227B9F-8417-4390-966A-F0108DB9B0E1}" destId="{59B20FBD-67D7-4705-8BC8-C0CF98146100}" srcOrd="0" destOrd="0" presId="urn:microsoft.com/office/officeart/2005/8/layout/process2"/>
    <dgm:cxn modelId="{A2B254E7-DAFE-40C0-83CC-4A4B2FC558EA}" srcId="{4C1F19DB-9C02-4C15-9207-B40111FBF75D}" destId="{7E227B9F-8417-4390-966A-F0108DB9B0E1}" srcOrd="0" destOrd="0" parTransId="{6FCC2B4D-DDFE-47ED-8EAF-ADC731E87083}" sibTransId="{D402EFE9-1BDB-4300-88EB-CE697DB4C6B9}"/>
    <dgm:cxn modelId="{42B123EA-BC6C-480C-A642-6705F3E266BC}" type="presOf" srcId="{D402EFE9-1BDB-4300-88EB-CE697DB4C6B9}" destId="{BDB56DB1-4EA5-4F6A-9DE6-E960BE7FE578}" srcOrd="0" destOrd="0" presId="urn:microsoft.com/office/officeart/2005/8/layout/process2"/>
    <dgm:cxn modelId="{6D8B38EB-77EF-4201-B485-A96A8D57B8CB}" type="presOf" srcId="{D402EFE9-1BDB-4300-88EB-CE697DB4C6B9}" destId="{0E3DE1AC-1ECD-41C5-B999-4EFA1CE61D1B}" srcOrd="1" destOrd="0" presId="urn:microsoft.com/office/officeart/2005/8/layout/process2"/>
    <dgm:cxn modelId="{5941FA00-F715-421D-BDE0-13DD98EACE91}" type="presParOf" srcId="{D68E21AB-2352-4252-9753-6703F8A84BBF}" destId="{59B20FBD-67D7-4705-8BC8-C0CF98146100}" srcOrd="0" destOrd="0" presId="urn:microsoft.com/office/officeart/2005/8/layout/process2"/>
    <dgm:cxn modelId="{5BC7C001-08D8-453E-A306-8CFF98C2E122}" type="presParOf" srcId="{D68E21AB-2352-4252-9753-6703F8A84BBF}" destId="{BDB56DB1-4EA5-4F6A-9DE6-E960BE7FE578}" srcOrd="1" destOrd="0" presId="urn:microsoft.com/office/officeart/2005/8/layout/process2"/>
    <dgm:cxn modelId="{C0002FD0-9CD8-4EE5-9812-FE3177D623FC}" type="presParOf" srcId="{BDB56DB1-4EA5-4F6A-9DE6-E960BE7FE578}" destId="{0E3DE1AC-1ECD-41C5-B999-4EFA1CE61D1B}" srcOrd="0" destOrd="0" presId="urn:microsoft.com/office/officeart/2005/8/layout/process2"/>
    <dgm:cxn modelId="{2A4538AC-43BD-4B54-8CBF-63C1E7182812}" type="presParOf" srcId="{D68E21AB-2352-4252-9753-6703F8A84BBF}" destId="{638A0AC3-D83B-45AB-A1A4-B00E0A826276}" srcOrd="2" destOrd="0" presId="urn:microsoft.com/office/officeart/2005/8/layout/process2"/>
    <dgm:cxn modelId="{450FF786-6468-40A2-B746-E4CC3648A64A}" type="presParOf" srcId="{D68E21AB-2352-4252-9753-6703F8A84BBF}" destId="{03B97818-4873-418E-9539-057E818F0F6A}" srcOrd="3" destOrd="0" presId="urn:microsoft.com/office/officeart/2005/8/layout/process2"/>
    <dgm:cxn modelId="{F8A2828A-AEA0-42B6-8FF7-29001824CFE0}" type="presParOf" srcId="{03B97818-4873-418E-9539-057E818F0F6A}" destId="{B592A627-22B1-4398-958C-3F974C6C6A39}" srcOrd="0" destOrd="0" presId="urn:microsoft.com/office/officeart/2005/8/layout/process2"/>
    <dgm:cxn modelId="{F97DB688-5EA5-4AE6-9EFD-46733339A3F9}" type="presParOf" srcId="{D68E21AB-2352-4252-9753-6703F8A84BBF}" destId="{228C1BA9-B88D-4A43-A6F6-B2AD85E34583}"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84690EF-CCD6-460D-A98F-3EDD5607B614}"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n-US"/>
        </a:p>
      </dgm:t>
    </dgm:pt>
    <dgm:pt modelId="{1EE674E9-0F7A-4F9A-913A-22DB6A53D1B1}">
      <dgm:prSet phldrT="[Text]"/>
      <dgm:spPr/>
      <dgm:t>
        <a:bodyPr/>
        <a:lstStyle/>
        <a:p>
          <a:r>
            <a:rPr lang="en-US" dirty="0" err="1"/>
            <a:t>ডিম</a:t>
          </a:r>
          <a:r>
            <a:rPr lang="en-US" dirty="0"/>
            <a:t> </a:t>
          </a:r>
          <a:r>
            <a:rPr lang="en-US" dirty="0" err="1"/>
            <a:t>ফোটানোর</a:t>
          </a:r>
          <a:r>
            <a:rPr lang="en-US" dirty="0"/>
            <a:t> </a:t>
          </a:r>
          <a:r>
            <a:rPr lang="en-US" dirty="0" err="1"/>
            <a:t>পদ্ধতি</a:t>
          </a:r>
          <a:endParaRPr lang="en-US" dirty="0"/>
        </a:p>
      </dgm:t>
    </dgm:pt>
    <dgm:pt modelId="{8076F6BA-E6B4-48EB-AC7B-3511D5E33074}" type="parTrans" cxnId="{B2EA6329-0552-4B18-9518-B65B43F2947D}">
      <dgm:prSet/>
      <dgm:spPr/>
      <dgm:t>
        <a:bodyPr/>
        <a:lstStyle/>
        <a:p>
          <a:endParaRPr lang="en-US"/>
        </a:p>
      </dgm:t>
    </dgm:pt>
    <dgm:pt modelId="{72BDAAFE-B574-4082-9F29-FB92FD8244B4}" type="sibTrans" cxnId="{B2EA6329-0552-4B18-9518-B65B43F2947D}">
      <dgm:prSet/>
      <dgm:spPr/>
      <dgm:t>
        <a:bodyPr/>
        <a:lstStyle/>
        <a:p>
          <a:endParaRPr lang="en-US"/>
        </a:p>
      </dgm:t>
    </dgm:pt>
    <dgm:pt modelId="{19932819-A096-4662-B8D3-78CCFC399A7D}">
      <dgm:prSet phldrT="[Text]"/>
      <dgm:spPr/>
      <dgm:t>
        <a:bodyPr/>
        <a:lstStyle/>
        <a:p>
          <a:r>
            <a:rPr lang="en-US" dirty="0" err="1"/>
            <a:t>প্রাকৃতিক</a:t>
          </a:r>
          <a:r>
            <a:rPr lang="en-US" dirty="0"/>
            <a:t> </a:t>
          </a:r>
          <a:r>
            <a:rPr lang="en-US" dirty="0" err="1"/>
            <a:t>পদ্ধতি</a:t>
          </a:r>
          <a:endParaRPr lang="en-US" dirty="0"/>
        </a:p>
      </dgm:t>
    </dgm:pt>
    <dgm:pt modelId="{91E9DA79-8DF6-47EE-8ACF-79244D44BF6F}" type="parTrans" cxnId="{461987C0-2D72-47DD-970C-E89430BB99A2}">
      <dgm:prSet/>
      <dgm:spPr/>
      <dgm:t>
        <a:bodyPr/>
        <a:lstStyle/>
        <a:p>
          <a:endParaRPr lang="en-US"/>
        </a:p>
      </dgm:t>
    </dgm:pt>
    <dgm:pt modelId="{3CCF4CE4-1458-4811-9802-772BD96FE278}" type="sibTrans" cxnId="{461987C0-2D72-47DD-970C-E89430BB99A2}">
      <dgm:prSet/>
      <dgm:spPr/>
      <dgm:t>
        <a:bodyPr/>
        <a:lstStyle/>
        <a:p>
          <a:endParaRPr lang="en-US"/>
        </a:p>
      </dgm:t>
    </dgm:pt>
    <dgm:pt modelId="{D9A68180-3C12-43D2-9B5B-69FF15951D03}">
      <dgm:prSet phldrT="[Text]"/>
      <dgm:spPr/>
      <dgm:t>
        <a:bodyPr/>
        <a:lstStyle/>
        <a:p>
          <a:r>
            <a:rPr lang="en-US" dirty="0" err="1"/>
            <a:t>কৃত্তিম</a:t>
          </a:r>
          <a:r>
            <a:rPr lang="en-US" dirty="0"/>
            <a:t> </a:t>
          </a:r>
          <a:r>
            <a:rPr lang="en-US" dirty="0" err="1"/>
            <a:t>পদ্ধতি</a:t>
          </a:r>
          <a:endParaRPr lang="en-US" dirty="0"/>
        </a:p>
      </dgm:t>
    </dgm:pt>
    <dgm:pt modelId="{9C9FE296-3792-4563-B8DD-6A7F0BE70A2B}" type="parTrans" cxnId="{6098F32C-1A67-4840-A1AA-A73A30222903}">
      <dgm:prSet/>
      <dgm:spPr/>
      <dgm:t>
        <a:bodyPr/>
        <a:lstStyle/>
        <a:p>
          <a:endParaRPr lang="en-US"/>
        </a:p>
      </dgm:t>
    </dgm:pt>
    <dgm:pt modelId="{813F2BC8-07CF-4C38-A2EF-6487A5C9CE28}" type="sibTrans" cxnId="{6098F32C-1A67-4840-A1AA-A73A30222903}">
      <dgm:prSet/>
      <dgm:spPr/>
      <dgm:t>
        <a:bodyPr/>
        <a:lstStyle/>
        <a:p>
          <a:endParaRPr lang="en-US"/>
        </a:p>
      </dgm:t>
    </dgm:pt>
    <dgm:pt modelId="{60F53F55-E4B3-42AD-A9F4-1ED197A3BC9A}">
      <dgm:prSet phldrT="[Text]"/>
      <dgm:spPr/>
      <dgm:t>
        <a:bodyPr/>
        <a:lstStyle/>
        <a:p>
          <a:r>
            <a:rPr lang="en-US" dirty="0" err="1"/>
            <a:t>ইনকিউবেটর</a:t>
          </a:r>
          <a:r>
            <a:rPr lang="en-US" dirty="0"/>
            <a:t> </a:t>
          </a:r>
          <a:r>
            <a:rPr lang="en-US" dirty="0" err="1"/>
            <a:t>পদ্ধতি</a:t>
          </a:r>
          <a:endParaRPr lang="en-US" dirty="0"/>
        </a:p>
      </dgm:t>
    </dgm:pt>
    <dgm:pt modelId="{F81EA33B-1B70-44CF-951F-D13452F64499}" type="parTrans" cxnId="{7D220F84-3E8E-4E66-805E-D0886A3023E5}">
      <dgm:prSet/>
      <dgm:spPr/>
      <dgm:t>
        <a:bodyPr/>
        <a:lstStyle/>
        <a:p>
          <a:endParaRPr lang="en-US"/>
        </a:p>
      </dgm:t>
    </dgm:pt>
    <dgm:pt modelId="{231B8C1F-0C96-4E6C-BB03-590EEE839DD5}" type="sibTrans" cxnId="{7D220F84-3E8E-4E66-805E-D0886A3023E5}">
      <dgm:prSet/>
      <dgm:spPr/>
      <dgm:t>
        <a:bodyPr/>
        <a:lstStyle/>
        <a:p>
          <a:endParaRPr lang="en-US"/>
        </a:p>
      </dgm:t>
    </dgm:pt>
    <dgm:pt modelId="{D02509A3-2BA8-487E-8778-C04C72E995E9}">
      <dgm:prSet phldrT="[Text]"/>
      <dgm:spPr/>
      <dgm:t>
        <a:bodyPr/>
        <a:lstStyle/>
        <a:p>
          <a:r>
            <a:rPr lang="en-US" dirty="0" err="1"/>
            <a:t>তুষ</a:t>
          </a:r>
          <a:r>
            <a:rPr lang="en-US" dirty="0"/>
            <a:t>, </a:t>
          </a:r>
          <a:r>
            <a:rPr lang="en-US" dirty="0" err="1"/>
            <a:t>তুলা</a:t>
          </a:r>
          <a:r>
            <a:rPr lang="en-US" dirty="0"/>
            <a:t> </a:t>
          </a:r>
          <a:r>
            <a:rPr lang="en-US" dirty="0" err="1"/>
            <a:t>পদ্ধতি</a:t>
          </a:r>
          <a:endParaRPr lang="en-US" dirty="0"/>
        </a:p>
      </dgm:t>
    </dgm:pt>
    <dgm:pt modelId="{71F1FB0C-71D6-411C-8FED-557A024610D0}" type="parTrans" cxnId="{46167DF4-7A64-4CB8-BB33-0077D976FC7A}">
      <dgm:prSet/>
      <dgm:spPr/>
      <dgm:t>
        <a:bodyPr/>
        <a:lstStyle/>
        <a:p>
          <a:endParaRPr lang="en-US"/>
        </a:p>
      </dgm:t>
    </dgm:pt>
    <dgm:pt modelId="{A058192B-0079-49FE-B319-5AD2E7154F55}" type="sibTrans" cxnId="{46167DF4-7A64-4CB8-BB33-0077D976FC7A}">
      <dgm:prSet/>
      <dgm:spPr/>
      <dgm:t>
        <a:bodyPr/>
        <a:lstStyle/>
        <a:p>
          <a:endParaRPr lang="en-US"/>
        </a:p>
      </dgm:t>
    </dgm:pt>
    <dgm:pt modelId="{137DA4AE-FE0F-4E6D-BC5C-FF5638FAB451}">
      <dgm:prSet phldrT="[Text]"/>
      <dgm:spPr/>
      <dgm:t>
        <a:bodyPr/>
        <a:lstStyle/>
        <a:p>
          <a:r>
            <a:rPr lang="en-US" dirty="0" err="1"/>
            <a:t>কেরোসিন</a:t>
          </a:r>
          <a:r>
            <a:rPr lang="en-US" dirty="0"/>
            <a:t>  </a:t>
          </a:r>
          <a:r>
            <a:rPr lang="en-US" dirty="0" err="1"/>
            <a:t>ইনকিউবেটর</a:t>
          </a:r>
          <a:endParaRPr lang="en-US" dirty="0"/>
        </a:p>
      </dgm:t>
    </dgm:pt>
    <dgm:pt modelId="{DAA9CD5A-263E-4FDC-8C35-5B6AB65F6B14}" type="parTrans" cxnId="{533B4877-94E9-4947-9727-7D6DD9370288}">
      <dgm:prSet/>
      <dgm:spPr/>
      <dgm:t>
        <a:bodyPr/>
        <a:lstStyle/>
        <a:p>
          <a:endParaRPr lang="en-US"/>
        </a:p>
      </dgm:t>
    </dgm:pt>
    <dgm:pt modelId="{FEC1422B-BD3E-4702-A18A-1E84A06F4CEB}" type="sibTrans" cxnId="{533B4877-94E9-4947-9727-7D6DD9370288}">
      <dgm:prSet/>
      <dgm:spPr/>
      <dgm:t>
        <a:bodyPr/>
        <a:lstStyle/>
        <a:p>
          <a:endParaRPr lang="en-US"/>
        </a:p>
      </dgm:t>
    </dgm:pt>
    <dgm:pt modelId="{7D0C55F5-7C51-466A-8BDC-B3DCF128003D}">
      <dgm:prSet phldrT="[Text]"/>
      <dgm:spPr/>
      <dgm:t>
        <a:bodyPr/>
        <a:lstStyle/>
        <a:p>
          <a:r>
            <a:rPr lang="en-US" dirty="0" err="1"/>
            <a:t>বৈদ্যুতিক</a:t>
          </a:r>
          <a:r>
            <a:rPr lang="en-US" dirty="0"/>
            <a:t> </a:t>
          </a:r>
          <a:r>
            <a:rPr lang="en-US" dirty="0" err="1"/>
            <a:t>ইনকিউবেটর</a:t>
          </a:r>
          <a:endParaRPr lang="en-US" dirty="0"/>
        </a:p>
      </dgm:t>
    </dgm:pt>
    <dgm:pt modelId="{5934F397-3243-4192-A3C9-FAFFFD449AB8}" type="parTrans" cxnId="{242DEF5E-0CBE-4630-AB1F-EA1DE1F1093B}">
      <dgm:prSet/>
      <dgm:spPr/>
      <dgm:t>
        <a:bodyPr/>
        <a:lstStyle/>
        <a:p>
          <a:endParaRPr lang="en-US"/>
        </a:p>
      </dgm:t>
    </dgm:pt>
    <dgm:pt modelId="{D9ED5F24-6FDD-4249-A5CC-3102217A52CE}" type="sibTrans" cxnId="{242DEF5E-0CBE-4630-AB1F-EA1DE1F1093B}">
      <dgm:prSet/>
      <dgm:spPr/>
      <dgm:t>
        <a:bodyPr/>
        <a:lstStyle/>
        <a:p>
          <a:endParaRPr lang="en-US"/>
        </a:p>
      </dgm:t>
    </dgm:pt>
    <dgm:pt modelId="{689310A2-D7BF-40FC-88F0-E00784637B63}" type="pres">
      <dgm:prSet presAssocID="{684690EF-CCD6-460D-A98F-3EDD5607B614}" presName="Name0" presStyleCnt="0">
        <dgm:presLayoutVars>
          <dgm:chPref val="1"/>
          <dgm:dir/>
          <dgm:animOne val="branch"/>
          <dgm:animLvl val="lvl"/>
          <dgm:resizeHandles val="exact"/>
        </dgm:presLayoutVars>
      </dgm:prSet>
      <dgm:spPr/>
    </dgm:pt>
    <dgm:pt modelId="{3D3E9D76-EF34-45AD-AB9F-D114D935AC54}" type="pres">
      <dgm:prSet presAssocID="{1EE674E9-0F7A-4F9A-913A-22DB6A53D1B1}" presName="root1" presStyleCnt="0"/>
      <dgm:spPr/>
    </dgm:pt>
    <dgm:pt modelId="{DC3EEE8C-580C-48C7-B659-7A82B97C147F}" type="pres">
      <dgm:prSet presAssocID="{1EE674E9-0F7A-4F9A-913A-22DB6A53D1B1}" presName="LevelOneTextNode" presStyleLbl="node0" presStyleIdx="0" presStyleCnt="1">
        <dgm:presLayoutVars>
          <dgm:chPref val="3"/>
        </dgm:presLayoutVars>
      </dgm:prSet>
      <dgm:spPr/>
    </dgm:pt>
    <dgm:pt modelId="{44522616-A2A2-4917-B823-2B3919EB8A72}" type="pres">
      <dgm:prSet presAssocID="{1EE674E9-0F7A-4F9A-913A-22DB6A53D1B1}" presName="level2hierChild" presStyleCnt="0"/>
      <dgm:spPr/>
    </dgm:pt>
    <dgm:pt modelId="{B60C9565-E020-4DE4-9916-30BD64051C45}" type="pres">
      <dgm:prSet presAssocID="{91E9DA79-8DF6-47EE-8ACF-79244D44BF6F}" presName="conn2-1" presStyleLbl="parChTrans1D2" presStyleIdx="0" presStyleCnt="2"/>
      <dgm:spPr/>
    </dgm:pt>
    <dgm:pt modelId="{21B3956D-2996-44CC-A413-57B9FF23438A}" type="pres">
      <dgm:prSet presAssocID="{91E9DA79-8DF6-47EE-8ACF-79244D44BF6F}" presName="connTx" presStyleLbl="parChTrans1D2" presStyleIdx="0" presStyleCnt="2"/>
      <dgm:spPr/>
    </dgm:pt>
    <dgm:pt modelId="{1D0F9989-26F6-44B4-9FE6-C8AF939C6DA3}" type="pres">
      <dgm:prSet presAssocID="{19932819-A096-4662-B8D3-78CCFC399A7D}" presName="root2" presStyleCnt="0"/>
      <dgm:spPr/>
    </dgm:pt>
    <dgm:pt modelId="{DF718DD3-EDA4-4FB4-9D28-FC07176E880B}" type="pres">
      <dgm:prSet presAssocID="{19932819-A096-4662-B8D3-78CCFC399A7D}" presName="LevelTwoTextNode" presStyleLbl="node2" presStyleIdx="0" presStyleCnt="2">
        <dgm:presLayoutVars>
          <dgm:chPref val="3"/>
        </dgm:presLayoutVars>
      </dgm:prSet>
      <dgm:spPr/>
    </dgm:pt>
    <dgm:pt modelId="{C56D5FE6-C5C2-4E23-9E58-EB5CF98B5E74}" type="pres">
      <dgm:prSet presAssocID="{19932819-A096-4662-B8D3-78CCFC399A7D}" presName="level3hierChild" presStyleCnt="0"/>
      <dgm:spPr/>
    </dgm:pt>
    <dgm:pt modelId="{20638837-8EC6-42D2-A703-22DDCCEB30DA}" type="pres">
      <dgm:prSet presAssocID="{9C9FE296-3792-4563-B8DD-6A7F0BE70A2B}" presName="conn2-1" presStyleLbl="parChTrans1D2" presStyleIdx="1" presStyleCnt="2"/>
      <dgm:spPr/>
    </dgm:pt>
    <dgm:pt modelId="{54AF626F-13FD-4A26-8E14-BC1DE82F2797}" type="pres">
      <dgm:prSet presAssocID="{9C9FE296-3792-4563-B8DD-6A7F0BE70A2B}" presName="connTx" presStyleLbl="parChTrans1D2" presStyleIdx="1" presStyleCnt="2"/>
      <dgm:spPr/>
    </dgm:pt>
    <dgm:pt modelId="{7D9D2A9F-DDF8-43EB-B2DC-5D0D84CBBDC1}" type="pres">
      <dgm:prSet presAssocID="{D9A68180-3C12-43D2-9B5B-69FF15951D03}" presName="root2" presStyleCnt="0"/>
      <dgm:spPr/>
    </dgm:pt>
    <dgm:pt modelId="{024B61BC-0815-4FAB-B08D-7F6B2EFEF431}" type="pres">
      <dgm:prSet presAssocID="{D9A68180-3C12-43D2-9B5B-69FF15951D03}" presName="LevelTwoTextNode" presStyleLbl="node2" presStyleIdx="1" presStyleCnt="2">
        <dgm:presLayoutVars>
          <dgm:chPref val="3"/>
        </dgm:presLayoutVars>
      </dgm:prSet>
      <dgm:spPr/>
    </dgm:pt>
    <dgm:pt modelId="{14F96989-1F86-40E9-A964-A8FC987AFA60}" type="pres">
      <dgm:prSet presAssocID="{D9A68180-3C12-43D2-9B5B-69FF15951D03}" presName="level3hierChild" presStyleCnt="0"/>
      <dgm:spPr/>
    </dgm:pt>
    <dgm:pt modelId="{74CF4261-EB9D-4261-9587-8F9AD5988432}" type="pres">
      <dgm:prSet presAssocID="{F81EA33B-1B70-44CF-951F-D13452F64499}" presName="conn2-1" presStyleLbl="parChTrans1D3" presStyleIdx="0" presStyleCnt="2"/>
      <dgm:spPr/>
    </dgm:pt>
    <dgm:pt modelId="{F61E3D48-ED23-4C32-AF87-DB63D89A66CF}" type="pres">
      <dgm:prSet presAssocID="{F81EA33B-1B70-44CF-951F-D13452F64499}" presName="connTx" presStyleLbl="parChTrans1D3" presStyleIdx="0" presStyleCnt="2"/>
      <dgm:spPr/>
    </dgm:pt>
    <dgm:pt modelId="{BBCF966F-C668-42D1-8219-EA1BF3D2B8F6}" type="pres">
      <dgm:prSet presAssocID="{60F53F55-E4B3-42AD-A9F4-1ED197A3BC9A}" presName="root2" presStyleCnt="0"/>
      <dgm:spPr/>
    </dgm:pt>
    <dgm:pt modelId="{5FB38A42-5D7A-45E4-912C-0C0B66D0B331}" type="pres">
      <dgm:prSet presAssocID="{60F53F55-E4B3-42AD-A9F4-1ED197A3BC9A}" presName="LevelTwoTextNode" presStyleLbl="node3" presStyleIdx="0" presStyleCnt="2">
        <dgm:presLayoutVars>
          <dgm:chPref val="3"/>
        </dgm:presLayoutVars>
      </dgm:prSet>
      <dgm:spPr/>
    </dgm:pt>
    <dgm:pt modelId="{48112C9D-1120-4C50-AAC3-513AEC1E4917}" type="pres">
      <dgm:prSet presAssocID="{60F53F55-E4B3-42AD-A9F4-1ED197A3BC9A}" presName="level3hierChild" presStyleCnt="0"/>
      <dgm:spPr/>
    </dgm:pt>
    <dgm:pt modelId="{4170E900-AB44-441E-87DF-592FFA660454}" type="pres">
      <dgm:prSet presAssocID="{DAA9CD5A-263E-4FDC-8C35-5B6AB65F6B14}" presName="conn2-1" presStyleLbl="parChTrans1D4" presStyleIdx="0" presStyleCnt="2"/>
      <dgm:spPr/>
    </dgm:pt>
    <dgm:pt modelId="{BF2CFF11-AC8D-4A9F-A1D1-2A4BB24E1306}" type="pres">
      <dgm:prSet presAssocID="{DAA9CD5A-263E-4FDC-8C35-5B6AB65F6B14}" presName="connTx" presStyleLbl="parChTrans1D4" presStyleIdx="0" presStyleCnt="2"/>
      <dgm:spPr/>
    </dgm:pt>
    <dgm:pt modelId="{03897475-05D4-4DDF-9E71-1A4324AB5139}" type="pres">
      <dgm:prSet presAssocID="{137DA4AE-FE0F-4E6D-BC5C-FF5638FAB451}" presName="root2" presStyleCnt="0"/>
      <dgm:spPr/>
    </dgm:pt>
    <dgm:pt modelId="{1B1887EC-A314-462E-B561-4A34A208824F}" type="pres">
      <dgm:prSet presAssocID="{137DA4AE-FE0F-4E6D-BC5C-FF5638FAB451}" presName="LevelTwoTextNode" presStyleLbl="node4" presStyleIdx="0" presStyleCnt="2">
        <dgm:presLayoutVars>
          <dgm:chPref val="3"/>
        </dgm:presLayoutVars>
      </dgm:prSet>
      <dgm:spPr/>
    </dgm:pt>
    <dgm:pt modelId="{C4084FAE-1081-46FB-9603-32698353A913}" type="pres">
      <dgm:prSet presAssocID="{137DA4AE-FE0F-4E6D-BC5C-FF5638FAB451}" presName="level3hierChild" presStyleCnt="0"/>
      <dgm:spPr/>
    </dgm:pt>
    <dgm:pt modelId="{689EAB13-3173-48EF-818C-BFCF584F2851}" type="pres">
      <dgm:prSet presAssocID="{5934F397-3243-4192-A3C9-FAFFFD449AB8}" presName="conn2-1" presStyleLbl="parChTrans1D4" presStyleIdx="1" presStyleCnt="2"/>
      <dgm:spPr/>
    </dgm:pt>
    <dgm:pt modelId="{60801C10-A8A7-44FA-847A-644F0D6244C1}" type="pres">
      <dgm:prSet presAssocID="{5934F397-3243-4192-A3C9-FAFFFD449AB8}" presName="connTx" presStyleLbl="parChTrans1D4" presStyleIdx="1" presStyleCnt="2"/>
      <dgm:spPr/>
    </dgm:pt>
    <dgm:pt modelId="{CB87FD6F-05BC-429F-9273-4C39590C216C}" type="pres">
      <dgm:prSet presAssocID="{7D0C55F5-7C51-466A-8BDC-B3DCF128003D}" presName="root2" presStyleCnt="0"/>
      <dgm:spPr/>
    </dgm:pt>
    <dgm:pt modelId="{0493AF23-5115-442E-99C0-C8D03054A503}" type="pres">
      <dgm:prSet presAssocID="{7D0C55F5-7C51-466A-8BDC-B3DCF128003D}" presName="LevelTwoTextNode" presStyleLbl="node4" presStyleIdx="1" presStyleCnt="2">
        <dgm:presLayoutVars>
          <dgm:chPref val="3"/>
        </dgm:presLayoutVars>
      </dgm:prSet>
      <dgm:spPr/>
    </dgm:pt>
    <dgm:pt modelId="{CFCA5872-6E92-4D67-8B01-5A192C97C572}" type="pres">
      <dgm:prSet presAssocID="{7D0C55F5-7C51-466A-8BDC-B3DCF128003D}" presName="level3hierChild" presStyleCnt="0"/>
      <dgm:spPr/>
    </dgm:pt>
    <dgm:pt modelId="{29E75252-4C5B-4DF5-BC75-20F710553773}" type="pres">
      <dgm:prSet presAssocID="{71F1FB0C-71D6-411C-8FED-557A024610D0}" presName="conn2-1" presStyleLbl="parChTrans1D3" presStyleIdx="1" presStyleCnt="2"/>
      <dgm:spPr/>
    </dgm:pt>
    <dgm:pt modelId="{F3197021-858C-4EC2-B0D3-0DBCFAF8C652}" type="pres">
      <dgm:prSet presAssocID="{71F1FB0C-71D6-411C-8FED-557A024610D0}" presName="connTx" presStyleLbl="parChTrans1D3" presStyleIdx="1" presStyleCnt="2"/>
      <dgm:spPr/>
    </dgm:pt>
    <dgm:pt modelId="{DCE70B77-7983-4B5F-A005-516CF014239C}" type="pres">
      <dgm:prSet presAssocID="{D02509A3-2BA8-487E-8778-C04C72E995E9}" presName="root2" presStyleCnt="0"/>
      <dgm:spPr/>
    </dgm:pt>
    <dgm:pt modelId="{AC5B630A-1507-471F-B46B-46B173731CA5}" type="pres">
      <dgm:prSet presAssocID="{D02509A3-2BA8-487E-8778-C04C72E995E9}" presName="LevelTwoTextNode" presStyleLbl="node3" presStyleIdx="1" presStyleCnt="2">
        <dgm:presLayoutVars>
          <dgm:chPref val="3"/>
        </dgm:presLayoutVars>
      </dgm:prSet>
      <dgm:spPr/>
    </dgm:pt>
    <dgm:pt modelId="{29BF055D-6549-4451-A80E-51DD33B1200F}" type="pres">
      <dgm:prSet presAssocID="{D02509A3-2BA8-487E-8778-C04C72E995E9}" presName="level3hierChild" presStyleCnt="0"/>
      <dgm:spPr/>
    </dgm:pt>
  </dgm:ptLst>
  <dgm:cxnLst>
    <dgm:cxn modelId="{B2EA6329-0552-4B18-9518-B65B43F2947D}" srcId="{684690EF-CCD6-460D-A98F-3EDD5607B614}" destId="{1EE674E9-0F7A-4F9A-913A-22DB6A53D1B1}" srcOrd="0" destOrd="0" parTransId="{8076F6BA-E6B4-48EB-AC7B-3511D5E33074}" sibTransId="{72BDAAFE-B574-4082-9F29-FB92FD8244B4}"/>
    <dgm:cxn modelId="{6098F32C-1A67-4840-A1AA-A73A30222903}" srcId="{1EE674E9-0F7A-4F9A-913A-22DB6A53D1B1}" destId="{D9A68180-3C12-43D2-9B5B-69FF15951D03}" srcOrd="1" destOrd="0" parTransId="{9C9FE296-3792-4563-B8DD-6A7F0BE70A2B}" sibTransId="{813F2BC8-07CF-4C38-A2EF-6487A5C9CE28}"/>
    <dgm:cxn modelId="{F696B72D-2657-4EE9-83C8-EA81FA251110}" type="presOf" srcId="{9C9FE296-3792-4563-B8DD-6A7F0BE70A2B}" destId="{20638837-8EC6-42D2-A703-22DDCCEB30DA}" srcOrd="0" destOrd="0" presId="urn:microsoft.com/office/officeart/2008/layout/HorizontalMultiLevelHierarchy"/>
    <dgm:cxn modelId="{31417F2E-9486-4C65-B4AB-1897407BA945}" type="presOf" srcId="{137DA4AE-FE0F-4E6D-BC5C-FF5638FAB451}" destId="{1B1887EC-A314-462E-B561-4A34A208824F}" srcOrd="0" destOrd="0" presId="urn:microsoft.com/office/officeart/2008/layout/HorizontalMultiLevelHierarchy"/>
    <dgm:cxn modelId="{9A462532-22B9-41E2-9D01-326B18596A88}" type="presOf" srcId="{7D0C55F5-7C51-466A-8BDC-B3DCF128003D}" destId="{0493AF23-5115-442E-99C0-C8D03054A503}" srcOrd="0" destOrd="0" presId="urn:microsoft.com/office/officeart/2008/layout/HorizontalMultiLevelHierarchy"/>
    <dgm:cxn modelId="{17BD8936-8B1B-4D3B-A324-1B8805BB16DA}" type="presOf" srcId="{19932819-A096-4662-B8D3-78CCFC399A7D}" destId="{DF718DD3-EDA4-4FB4-9D28-FC07176E880B}" srcOrd="0" destOrd="0" presId="urn:microsoft.com/office/officeart/2008/layout/HorizontalMultiLevelHierarchy"/>
    <dgm:cxn modelId="{242DEF5E-0CBE-4630-AB1F-EA1DE1F1093B}" srcId="{60F53F55-E4B3-42AD-A9F4-1ED197A3BC9A}" destId="{7D0C55F5-7C51-466A-8BDC-B3DCF128003D}" srcOrd="1" destOrd="0" parTransId="{5934F397-3243-4192-A3C9-FAFFFD449AB8}" sibTransId="{D9ED5F24-6FDD-4249-A5CC-3102217A52CE}"/>
    <dgm:cxn modelId="{5334E443-ECD9-4799-B2B2-9074DCAEA198}" type="presOf" srcId="{D02509A3-2BA8-487E-8778-C04C72E995E9}" destId="{AC5B630A-1507-471F-B46B-46B173731CA5}" srcOrd="0" destOrd="0" presId="urn:microsoft.com/office/officeart/2008/layout/HorizontalMultiLevelHierarchy"/>
    <dgm:cxn modelId="{13F0D646-3333-41AE-86ED-FBEA1D4786D5}" type="presOf" srcId="{9C9FE296-3792-4563-B8DD-6A7F0BE70A2B}" destId="{54AF626F-13FD-4A26-8E14-BC1DE82F2797}" srcOrd="1" destOrd="0" presId="urn:microsoft.com/office/officeart/2008/layout/HorizontalMultiLevelHierarchy"/>
    <dgm:cxn modelId="{3AFD9F48-013F-4338-BF71-A4C5BE9A11E6}" type="presOf" srcId="{D9A68180-3C12-43D2-9B5B-69FF15951D03}" destId="{024B61BC-0815-4FAB-B08D-7F6B2EFEF431}" srcOrd="0" destOrd="0" presId="urn:microsoft.com/office/officeart/2008/layout/HorizontalMultiLevelHierarchy"/>
    <dgm:cxn modelId="{533B4877-94E9-4947-9727-7D6DD9370288}" srcId="{60F53F55-E4B3-42AD-A9F4-1ED197A3BC9A}" destId="{137DA4AE-FE0F-4E6D-BC5C-FF5638FAB451}" srcOrd="0" destOrd="0" parTransId="{DAA9CD5A-263E-4FDC-8C35-5B6AB65F6B14}" sibTransId="{FEC1422B-BD3E-4702-A18A-1E84A06F4CEB}"/>
    <dgm:cxn modelId="{B674CE7E-E677-4AEB-BD2F-91B1C653FAA2}" type="presOf" srcId="{91E9DA79-8DF6-47EE-8ACF-79244D44BF6F}" destId="{B60C9565-E020-4DE4-9916-30BD64051C45}" srcOrd="0" destOrd="0" presId="urn:microsoft.com/office/officeart/2008/layout/HorizontalMultiLevelHierarchy"/>
    <dgm:cxn modelId="{7D220F84-3E8E-4E66-805E-D0886A3023E5}" srcId="{D9A68180-3C12-43D2-9B5B-69FF15951D03}" destId="{60F53F55-E4B3-42AD-A9F4-1ED197A3BC9A}" srcOrd="0" destOrd="0" parTransId="{F81EA33B-1B70-44CF-951F-D13452F64499}" sibTransId="{231B8C1F-0C96-4E6C-BB03-590EEE839DD5}"/>
    <dgm:cxn modelId="{555C6895-1924-4B65-8122-87094955124C}" type="presOf" srcId="{5934F397-3243-4192-A3C9-FAFFFD449AB8}" destId="{689EAB13-3173-48EF-818C-BFCF584F2851}" srcOrd="0" destOrd="0" presId="urn:microsoft.com/office/officeart/2008/layout/HorizontalMultiLevelHierarchy"/>
    <dgm:cxn modelId="{A3B77BA4-CF3D-4972-AF0E-C4212B84F15B}" type="presOf" srcId="{71F1FB0C-71D6-411C-8FED-557A024610D0}" destId="{29E75252-4C5B-4DF5-BC75-20F710553773}" srcOrd="0" destOrd="0" presId="urn:microsoft.com/office/officeart/2008/layout/HorizontalMultiLevelHierarchy"/>
    <dgm:cxn modelId="{6BE1FBA7-02F1-4EC2-BE64-BC0813ED48B4}" type="presOf" srcId="{5934F397-3243-4192-A3C9-FAFFFD449AB8}" destId="{60801C10-A8A7-44FA-847A-644F0D6244C1}" srcOrd="1" destOrd="0" presId="urn:microsoft.com/office/officeart/2008/layout/HorizontalMultiLevelHierarchy"/>
    <dgm:cxn modelId="{C8B6B4AF-726B-4336-AD6C-BB6F07BE5F53}" type="presOf" srcId="{DAA9CD5A-263E-4FDC-8C35-5B6AB65F6B14}" destId="{4170E900-AB44-441E-87DF-592FFA660454}" srcOrd="0" destOrd="0" presId="urn:microsoft.com/office/officeart/2008/layout/HorizontalMultiLevelHierarchy"/>
    <dgm:cxn modelId="{9CF3C5AF-70CF-46FB-93EB-7341FA36204A}" type="presOf" srcId="{684690EF-CCD6-460D-A98F-3EDD5607B614}" destId="{689310A2-D7BF-40FC-88F0-E00784637B63}" srcOrd="0" destOrd="0" presId="urn:microsoft.com/office/officeart/2008/layout/HorizontalMultiLevelHierarchy"/>
    <dgm:cxn modelId="{FEE6A7B7-F9D9-4293-B4A9-7885D42E1CBA}" type="presOf" srcId="{91E9DA79-8DF6-47EE-8ACF-79244D44BF6F}" destId="{21B3956D-2996-44CC-A413-57B9FF23438A}" srcOrd="1" destOrd="0" presId="urn:microsoft.com/office/officeart/2008/layout/HorizontalMultiLevelHierarchy"/>
    <dgm:cxn modelId="{FCA2ADB8-4E0C-449A-9BB9-7C7F06F5D013}" type="presOf" srcId="{F81EA33B-1B70-44CF-951F-D13452F64499}" destId="{F61E3D48-ED23-4C32-AF87-DB63D89A66CF}" srcOrd="1" destOrd="0" presId="urn:microsoft.com/office/officeart/2008/layout/HorizontalMultiLevelHierarchy"/>
    <dgm:cxn modelId="{82DF21BD-F5CE-4951-BF4A-982297925923}" type="presOf" srcId="{71F1FB0C-71D6-411C-8FED-557A024610D0}" destId="{F3197021-858C-4EC2-B0D3-0DBCFAF8C652}" srcOrd="1" destOrd="0" presId="urn:microsoft.com/office/officeart/2008/layout/HorizontalMultiLevelHierarchy"/>
    <dgm:cxn modelId="{461987C0-2D72-47DD-970C-E89430BB99A2}" srcId="{1EE674E9-0F7A-4F9A-913A-22DB6A53D1B1}" destId="{19932819-A096-4662-B8D3-78CCFC399A7D}" srcOrd="0" destOrd="0" parTransId="{91E9DA79-8DF6-47EE-8ACF-79244D44BF6F}" sibTransId="{3CCF4CE4-1458-4811-9802-772BD96FE278}"/>
    <dgm:cxn modelId="{D91244C3-4773-410F-A78F-A7A63B9466F9}" type="presOf" srcId="{DAA9CD5A-263E-4FDC-8C35-5B6AB65F6B14}" destId="{BF2CFF11-AC8D-4A9F-A1D1-2A4BB24E1306}" srcOrd="1" destOrd="0" presId="urn:microsoft.com/office/officeart/2008/layout/HorizontalMultiLevelHierarchy"/>
    <dgm:cxn modelId="{B25ABCC3-4C91-4166-82A2-0E4B7A317B4D}" type="presOf" srcId="{F81EA33B-1B70-44CF-951F-D13452F64499}" destId="{74CF4261-EB9D-4261-9587-8F9AD5988432}" srcOrd="0" destOrd="0" presId="urn:microsoft.com/office/officeart/2008/layout/HorizontalMultiLevelHierarchy"/>
    <dgm:cxn modelId="{88C80BDC-8082-44D0-95B0-56FCB296C423}" type="presOf" srcId="{60F53F55-E4B3-42AD-A9F4-1ED197A3BC9A}" destId="{5FB38A42-5D7A-45E4-912C-0C0B66D0B331}" srcOrd="0" destOrd="0" presId="urn:microsoft.com/office/officeart/2008/layout/HorizontalMultiLevelHierarchy"/>
    <dgm:cxn modelId="{F26EFFF0-C1E6-4E1F-9F89-470903A70234}" type="presOf" srcId="{1EE674E9-0F7A-4F9A-913A-22DB6A53D1B1}" destId="{DC3EEE8C-580C-48C7-B659-7A82B97C147F}" srcOrd="0" destOrd="0" presId="urn:microsoft.com/office/officeart/2008/layout/HorizontalMultiLevelHierarchy"/>
    <dgm:cxn modelId="{46167DF4-7A64-4CB8-BB33-0077D976FC7A}" srcId="{D9A68180-3C12-43D2-9B5B-69FF15951D03}" destId="{D02509A3-2BA8-487E-8778-C04C72E995E9}" srcOrd="1" destOrd="0" parTransId="{71F1FB0C-71D6-411C-8FED-557A024610D0}" sibTransId="{A058192B-0079-49FE-B319-5AD2E7154F55}"/>
    <dgm:cxn modelId="{51CD3E1B-D67C-4983-9867-9A180E5ADD54}" type="presParOf" srcId="{689310A2-D7BF-40FC-88F0-E00784637B63}" destId="{3D3E9D76-EF34-45AD-AB9F-D114D935AC54}" srcOrd="0" destOrd="0" presId="urn:microsoft.com/office/officeart/2008/layout/HorizontalMultiLevelHierarchy"/>
    <dgm:cxn modelId="{D5AAFC71-7D5A-4517-B0DD-42E057DA3F7B}" type="presParOf" srcId="{3D3E9D76-EF34-45AD-AB9F-D114D935AC54}" destId="{DC3EEE8C-580C-48C7-B659-7A82B97C147F}" srcOrd="0" destOrd="0" presId="urn:microsoft.com/office/officeart/2008/layout/HorizontalMultiLevelHierarchy"/>
    <dgm:cxn modelId="{794C56F3-95CC-4EC3-AEEC-FB1326B2DA84}" type="presParOf" srcId="{3D3E9D76-EF34-45AD-AB9F-D114D935AC54}" destId="{44522616-A2A2-4917-B823-2B3919EB8A72}" srcOrd="1" destOrd="0" presId="urn:microsoft.com/office/officeart/2008/layout/HorizontalMultiLevelHierarchy"/>
    <dgm:cxn modelId="{4E26145F-8406-46FA-AEA0-6528C842EEE4}" type="presParOf" srcId="{44522616-A2A2-4917-B823-2B3919EB8A72}" destId="{B60C9565-E020-4DE4-9916-30BD64051C45}" srcOrd="0" destOrd="0" presId="urn:microsoft.com/office/officeart/2008/layout/HorizontalMultiLevelHierarchy"/>
    <dgm:cxn modelId="{6FA4E051-838A-4CE6-80C5-4C4F7B5A5687}" type="presParOf" srcId="{B60C9565-E020-4DE4-9916-30BD64051C45}" destId="{21B3956D-2996-44CC-A413-57B9FF23438A}" srcOrd="0" destOrd="0" presId="urn:microsoft.com/office/officeart/2008/layout/HorizontalMultiLevelHierarchy"/>
    <dgm:cxn modelId="{BDB183FF-9472-4549-8717-B56986585B84}" type="presParOf" srcId="{44522616-A2A2-4917-B823-2B3919EB8A72}" destId="{1D0F9989-26F6-44B4-9FE6-C8AF939C6DA3}" srcOrd="1" destOrd="0" presId="urn:microsoft.com/office/officeart/2008/layout/HorizontalMultiLevelHierarchy"/>
    <dgm:cxn modelId="{D93B96F1-6670-4168-8388-C3BC2659EB52}" type="presParOf" srcId="{1D0F9989-26F6-44B4-9FE6-C8AF939C6DA3}" destId="{DF718DD3-EDA4-4FB4-9D28-FC07176E880B}" srcOrd="0" destOrd="0" presId="urn:microsoft.com/office/officeart/2008/layout/HorizontalMultiLevelHierarchy"/>
    <dgm:cxn modelId="{0A6201B3-277F-4C23-979F-93CF11F63FA1}" type="presParOf" srcId="{1D0F9989-26F6-44B4-9FE6-C8AF939C6DA3}" destId="{C56D5FE6-C5C2-4E23-9E58-EB5CF98B5E74}" srcOrd="1" destOrd="0" presId="urn:microsoft.com/office/officeart/2008/layout/HorizontalMultiLevelHierarchy"/>
    <dgm:cxn modelId="{FDC62719-AE6D-4D0E-9FF4-86C8BD8AD1E8}" type="presParOf" srcId="{44522616-A2A2-4917-B823-2B3919EB8A72}" destId="{20638837-8EC6-42D2-A703-22DDCCEB30DA}" srcOrd="2" destOrd="0" presId="urn:microsoft.com/office/officeart/2008/layout/HorizontalMultiLevelHierarchy"/>
    <dgm:cxn modelId="{4711CB54-BBFA-4D71-B87D-0297B495CFC4}" type="presParOf" srcId="{20638837-8EC6-42D2-A703-22DDCCEB30DA}" destId="{54AF626F-13FD-4A26-8E14-BC1DE82F2797}" srcOrd="0" destOrd="0" presId="urn:microsoft.com/office/officeart/2008/layout/HorizontalMultiLevelHierarchy"/>
    <dgm:cxn modelId="{AE473375-09BB-40AE-8ED9-A5F10D7B0B70}" type="presParOf" srcId="{44522616-A2A2-4917-B823-2B3919EB8A72}" destId="{7D9D2A9F-DDF8-43EB-B2DC-5D0D84CBBDC1}" srcOrd="3" destOrd="0" presId="urn:microsoft.com/office/officeart/2008/layout/HorizontalMultiLevelHierarchy"/>
    <dgm:cxn modelId="{BF58B56E-E267-41DC-8F2D-12DC0EC2469B}" type="presParOf" srcId="{7D9D2A9F-DDF8-43EB-B2DC-5D0D84CBBDC1}" destId="{024B61BC-0815-4FAB-B08D-7F6B2EFEF431}" srcOrd="0" destOrd="0" presId="urn:microsoft.com/office/officeart/2008/layout/HorizontalMultiLevelHierarchy"/>
    <dgm:cxn modelId="{A93D179F-8ED6-46A8-BDD6-68A79CD788A3}" type="presParOf" srcId="{7D9D2A9F-DDF8-43EB-B2DC-5D0D84CBBDC1}" destId="{14F96989-1F86-40E9-A964-A8FC987AFA60}" srcOrd="1" destOrd="0" presId="urn:microsoft.com/office/officeart/2008/layout/HorizontalMultiLevelHierarchy"/>
    <dgm:cxn modelId="{FE0FB60C-CB2E-49B7-B35E-018D335F7036}" type="presParOf" srcId="{14F96989-1F86-40E9-A964-A8FC987AFA60}" destId="{74CF4261-EB9D-4261-9587-8F9AD5988432}" srcOrd="0" destOrd="0" presId="urn:microsoft.com/office/officeart/2008/layout/HorizontalMultiLevelHierarchy"/>
    <dgm:cxn modelId="{03DC5C3E-8EDC-4062-8FBD-37DABA81CD15}" type="presParOf" srcId="{74CF4261-EB9D-4261-9587-8F9AD5988432}" destId="{F61E3D48-ED23-4C32-AF87-DB63D89A66CF}" srcOrd="0" destOrd="0" presId="urn:microsoft.com/office/officeart/2008/layout/HorizontalMultiLevelHierarchy"/>
    <dgm:cxn modelId="{73DB7F34-012C-4805-A980-1B06BD245B34}" type="presParOf" srcId="{14F96989-1F86-40E9-A964-A8FC987AFA60}" destId="{BBCF966F-C668-42D1-8219-EA1BF3D2B8F6}" srcOrd="1" destOrd="0" presId="urn:microsoft.com/office/officeart/2008/layout/HorizontalMultiLevelHierarchy"/>
    <dgm:cxn modelId="{0B5D327F-72B8-448E-B1A3-E7D92FB7F92E}" type="presParOf" srcId="{BBCF966F-C668-42D1-8219-EA1BF3D2B8F6}" destId="{5FB38A42-5D7A-45E4-912C-0C0B66D0B331}" srcOrd="0" destOrd="0" presId="urn:microsoft.com/office/officeart/2008/layout/HorizontalMultiLevelHierarchy"/>
    <dgm:cxn modelId="{3333066A-64EA-4B00-8BFF-C0C739FCE58A}" type="presParOf" srcId="{BBCF966F-C668-42D1-8219-EA1BF3D2B8F6}" destId="{48112C9D-1120-4C50-AAC3-513AEC1E4917}" srcOrd="1" destOrd="0" presId="urn:microsoft.com/office/officeart/2008/layout/HorizontalMultiLevelHierarchy"/>
    <dgm:cxn modelId="{A472E9A4-6DDA-4D01-8B46-FB1A5E32851C}" type="presParOf" srcId="{48112C9D-1120-4C50-AAC3-513AEC1E4917}" destId="{4170E900-AB44-441E-87DF-592FFA660454}" srcOrd="0" destOrd="0" presId="urn:microsoft.com/office/officeart/2008/layout/HorizontalMultiLevelHierarchy"/>
    <dgm:cxn modelId="{83128278-77BF-4EDC-A666-10EBC0F74F18}" type="presParOf" srcId="{4170E900-AB44-441E-87DF-592FFA660454}" destId="{BF2CFF11-AC8D-4A9F-A1D1-2A4BB24E1306}" srcOrd="0" destOrd="0" presId="urn:microsoft.com/office/officeart/2008/layout/HorizontalMultiLevelHierarchy"/>
    <dgm:cxn modelId="{AB05D915-9B2B-4E28-9404-02C9BDDE4FC6}" type="presParOf" srcId="{48112C9D-1120-4C50-AAC3-513AEC1E4917}" destId="{03897475-05D4-4DDF-9E71-1A4324AB5139}" srcOrd="1" destOrd="0" presId="urn:microsoft.com/office/officeart/2008/layout/HorizontalMultiLevelHierarchy"/>
    <dgm:cxn modelId="{F9A55E98-1426-463A-B5AA-25BF8DB6900A}" type="presParOf" srcId="{03897475-05D4-4DDF-9E71-1A4324AB5139}" destId="{1B1887EC-A314-462E-B561-4A34A208824F}" srcOrd="0" destOrd="0" presId="urn:microsoft.com/office/officeart/2008/layout/HorizontalMultiLevelHierarchy"/>
    <dgm:cxn modelId="{3A2A2249-17C2-4C41-9B93-81D45F8CC6A9}" type="presParOf" srcId="{03897475-05D4-4DDF-9E71-1A4324AB5139}" destId="{C4084FAE-1081-46FB-9603-32698353A913}" srcOrd="1" destOrd="0" presId="urn:microsoft.com/office/officeart/2008/layout/HorizontalMultiLevelHierarchy"/>
    <dgm:cxn modelId="{B02A4E69-5FDC-46BB-8616-9761B9A8AC70}" type="presParOf" srcId="{48112C9D-1120-4C50-AAC3-513AEC1E4917}" destId="{689EAB13-3173-48EF-818C-BFCF584F2851}" srcOrd="2" destOrd="0" presId="urn:microsoft.com/office/officeart/2008/layout/HorizontalMultiLevelHierarchy"/>
    <dgm:cxn modelId="{5B9C57DE-A912-4B8C-B1B2-FC4AD1D6A4F2}" type="presParOf" srcId="{689EAB13-3173-48EF-818C-BFCF584F2851}" destId="{60801C10-A8A7-44FA-847A-644F0D6244C1}" srcOrd="0" destOrd="0" presId="urn:microsoft.com/office/officeart/2008/layout/HorizontalMultiLevelHierarchy"/>
    <dgm:cxn modelId="{5FA1AE54-66F5-411B-A2C1-B6ED9C317AF2}" type="presParOf" srcId="{48112C9D-1120-4C50-AAC3-513AEC1E4917}" destId="{CB87FD6F-05BC-429F-9273-4C39590C216C}" srcOrd="3" destOrd="0" presId="urn:microsoft.com/office/officeart/2008/layout/HorizontalMultiLevelHierarchy"/>
    <dgm:cxn modelId="{3E954CE0-09B9-49A2-935D-182C0B101064}" type="presParOf" srcId="{CB87FD6F-05BC-429F-9273-4C39590C216C}" destId="{0493AF23-5115-442E-99C0-C8D03054A503}" srcOrd="0" destOrd="0" presId="urn:microsoft.com/office/officeart/2008/layout/HorizontalMultiLevelHierarchy"/>
    <dgm:cxn modelId="{36B5AFC2-1C9A-49F5-A89A-9F0D13AAC03B}" type="presParOf" srcId="{CB87FD6F-05BC-429F-9273-4C39590C216C}" destId="{CFCA5872-6E92-4D67-8B01-5A192C97C572}" srcOrd="1" destOrd="0" presId="urn:microsoft.com/office/officeart/2008/layout/HorizontalMultiLevelHierarchy"/>
    <dgm:cxn modelId="{68AA914B-2CA7-46DC-B93A-9841EEFB8E38}" type="presParOf" srcId="{14F96989-1F86-40E9-A964-A8FC987AFA60}" destId="{29E75252-4C5B-4DF5-BC75-20F710553773}" srcOrd="2" destOrd="0" presId="urn:microsoft.com/office/officeart/2008/layout/HorizontalMultiLevelHierarchy"/>
    <dgm:cxn modelId="{7E7E67F4-5B06-492E-A85D-1B11F50DEF64}" type="presParOf" srcId="{29E75252-4C5B-4DF5-BC75-20F710553773}" destId="{F3197021-858C-4EC2-B0D3-0DBCFAF8C652}" srcOrd="0" destOrd="0" presId="urn:microsoft.com/office/officeart/2008/layout/HorizontalMultiLevelHierarchy"/>
    <dgm:cxn modelId="{FAB471C1-F846-4D0B-AB8D-9A0B32B720B9}" type="presParOf" srcId="{14F96989-1F86-40E9-A964-A8FC987AFA60}" destId="{DCE70B77-7983-4B5F-A005-516CF014239C}" srcOrd="3" destOrd="0" presId="urn:microsoft.com/office/officeart/2008/layout/HorizontalMultiLevelHierarchy"/>
    <dgm:cxn modelId="{DFCDC127-FC5D-4701-ACE3-BEA1102B3E61}" type="presParOf" srcId="{DCE70B77-7983-4B5F-A005-516CF014239C}" destId="{AC5B630A-1507-471F-B46B-46B173731CA5}" srcOrd="0" destOrd="0" presId="urn:microsoft.com/office/officeart/2008/layout/HorizontalMultiLevelHierarchy"/>
    <dgm:cxn modelId="{72D2CD81-7893-4DE5-AFAA-83C937F3D4BE}" type="presParOf" srcId="{DCE70B77-7983-4B5F-A005-516CF014239C}" destId="{29BF055D-6549-4451-A80E-51DD33B1200F}"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84690EF-CCD6-460D-A98F-3EDD5607B614}"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87455451-27D3-4DF7-A054-0F7990B89B20}">
      <dgm:prSet/>
      <dgm:spPr/>
      <dgm:t>
        <a:bodyPr/>
        <a:lstStyle/>
        <a:p>
          <a:r>
            <a:rPr lang="en-US" dirty="0" err="1"/>
            <a:t>মুরগী</a:t>
          </a:r>
          <a:r>
            <a:rPr lang="en-US" dirty="0"/>
            <a:t> </a:t>
          </a:r>
          <a:r>
            <a:rPr lang="en-US" dirty="0" err="1"/>
            <a:t>পালন</a:t>
          </a:r>
          <a:endParaRPr lang="en-US" dirty="0"/>
        </a:p>
      </dgm:t>
    </dgm:pt>
    <dgm:pt modelId="{2F401C87-F2DC-4E41-82A7-D838A48F9D56}" type="parTrans" cxnId="{41D5432A-2C25-4877-A53A-F6428DB39D6C}">
      <dgm:prSet/>
      <dgm:spPr/>
      <dgm:t>
        <a:bodyPr/>
        <a:lstStyle/>
        <a:p>
          <a:endParaRPr lang="en-US"/>
        </a:p>
      </dgm:t>
    </dgm:pt>
    <dgm:pt modelId="{15872D87-2270-4C7E-A3AC-2283134AA384}" type="sibTrans" cxnId="{41D5432A-2C25-4877-A53A-F6428DB39D6C}">
      <dgm:prSet/>
      <dgm:spPr/>
      <dgm:t>
        <a:bodyPr/>
        <a:lstStyle/>
        <a:p>
          <a:endParaRPr lang="en-US"/>
        </a:p>
      </dgm:t>
    </dgm:pt>
    <dgm:pt modelId="{39AC4C8D-463F-451E-984B-35AB254DEAB2}">
      <dgm:prSet/>
      <dgm:spPr/>
      <dgm:t>
        <a:bodyPr/>
        <a:lstStyle/>
        <a:p>
          <a:r>
            <a:rPr lang="en-US" dirty="0" err="1"/>
            <a:t>মুক্তপালন</a:t>
          </a:r>
          <a:endParaRPr lang="en-US" dirty="0"/>
        </a:p>
      </dgm:t>
    </dgm:pt>
    <dgm:pt modelId="{D0F815A6-D4B8-4742-8E97-BB171720E3C6}" type="parTrans" cxnId="{3E8D1874-9786-481B-80F4-A22CE49811EF}">
      <dgm:prSet/>
      <dgm:spPr/>
      <dgm:t>
        <a:bodyPr/>
        <a:lstStyle/>
        <a:p>
          <a:endParaRPr lang="en-US"/>
        </a:p>
      </dgm:t>
    </dgm:pt>
    <dgm:pt modelId="{65D4DBCF-F85D-44B6-B060-783B9F309058}" type="sibTrans" cxnId="{3E8D1874-9786-481B-80F4-A22CE49811EF}">
      <dgm:prSet/>
      <dgm:spPr/>
      <dgm:t>
        <a:bodyPr/>
        <a:lstStyle/>
        <a:p>
          <a:endParaRPr lang="en-US"/>
        </a:p>
      </dgm:t>
    </dgm:pt>
    <dgm:pt modelId="{05AD45EF-91BB-4678-A472-6234E625D4F8}">
      <dgm:prSet/>
      <dgm:spPr/>
      <dgm:t>
        <a:bodyPr/>
        <a:lstStyle/>
        <a:p>
          <a:r>
            <a:rPr lang="en-US" dirty="0" err="1"/>
            <a:t>অর্ধমুক্ত</a:t>
          </a:r>
          <a:r>
            <a:rPr lang="en-US" dirty="0"/>
            <a:t> </a:t>
          </a:r>
          <a:r>
            <a:rPr lang="en-US" dirty="0" err="1"/>
            <a:t>পালন</a:t>
          </a:r>
          <a:endParaRPr lang="en-US" dirty="0"/>
        </a:p>
      </dgm:t>
    </dgm:pt>
    <dgm:pt modelId="{9DC015E1-5664-4698-88B5-1209C907F6D7}" type="parTrans" cxnId="{7A690FF3-5DD4-49A7-BF41-88DE409B1AB3}">
      <dgm:prSet/>
      <dgm:spPr/>
      <dgm:t>
        <a:bodyPr/>
        <a:lstStyle/>
        <a:p>
          <a:endParaRPr lang="en-US"/>
        </a:p>
      </dgm:t>
    </dgm:pt>
    <dgm:pt modelId="{E206079B-FAF2-454D-B54B-1CC79E349DF1}" type="sibTrans" cxnId="{7A690FF3-5DD4-49A7-BF41-88DE409B1AB3}">
      <dgm:prSet/>
      <dgm:spPr/>
      <dgm:t>
        <a:bodyPr/>
        <a:lstStyle/>
        <a:p>
          <a:endParaRPr lang="en-US"/>
        </a:p>
      </dgm:t>
    </dgm:pt>
    <dgm:pt modelId="{98E151DD-12AF-44AB-850C-AE771992D97F}">
      <dgm:prSet/>
      <dgm:spPr/>
      <dgm:t>
        <a:bodyPr/>
        <a:lstStyle/>
        <a:p>
          <a:r>
            <a:rPr lang="en-US" dirty="0" err="1"/>
            <a:t>আবদ্ধ</a:t>
          </a:r>
          <a:r>
            <a:rPr lang="en-US" dirty="0"/>
            <a:t> </a:t>
          </a:r>
          <a:r>
            <a:rPr lang="en-US" dirty="0" err="1"/>
            <a:t>পালন</a:t>
          </a:r>
          <a:endParaRPr lang="en-US" dirty="0"/>
        </a:p>
      </dgm:t>
    </dgm:pt>
    <dgm:pt modelId="{5D2949DF-D367-4B5A-B40A-B98F89C241E4}" type="parTrans" cxnId="{9BEA25A2-58C7-4700-B6BA-9E0707041506}">
      <dgm:prSet/>
      <dgm:spPr/>
      <dgm:t>
        <a:bodyPr/>
        <a:lstStyle/>
        <a:p>
          <a:endParaRPr lang="en-US"/>
        </a:p>
      </dgm:t>
    </dgm:pt>
    <dgm:pt modelId="{130DBAA0-8B96-42B2-AE92-CE783AAB868E}" type="sibTrans" cxnId="{9BEA25A2-58C7-4700-B6BA-9E0707041506}">
      <dgm:prSet/>
      <dgm:spPr/>
      <dgm:t>
        <a:bodyPr/>
        <a:lstStyle/>
        <a:p>
          <a:endParaRPr lang="en-US"/>
        </a:p>
      </dgm:t>
    </dgm:pt>
    <dgm:pt modelId="{D5713AC9-CB7D-4AEF-94F9-6CFD39C243A9}">
      <dgm:prSet/>
      <dgm:spPr/>
      <dgm:t>
        <a:bodyPr/>
        <a:lstStyle/>
        <a:p>
          <a:r>
            <a:rPr lang="bn-IN" dirty="0"/>
            <a:t>লিটার পদ্ধতি/মাচায়</a:t>
          </a:r>
          <a:endParaRPr lang="en-US" dirty="0"/>
        </a:p>
      </dgm:t>
    </dgm:pt>
    <dgm:pt modelId="{48B28B0E-05DC-4596-A699-245C4414ACCB}" type="parTrans" cxnId="{80DD380D-0E8D-41F3-AE61-86F9414E1AE4}">
      <dgm:prSet/>
      <dgm:spPr/>
      <dgm:t>
        <a:bodyPr/>
        <a:lstStyle/>
        <a:p>
          <a:endParaRPr lang="en-US"/>
        </a:p>
      </dgm:t>
    </dgm:pt>
    <dgm:pt modelId="{2C39F6F8-6112-4BFB-BC6F-BB7570CD978F}" type="sibTrans" cxnId="{80DD380D-0E8D-41F3-AE61-86F9414E1AE4}">
      <dgm:prSet/>
      <dgm:spPr/>
      <dgm:t>
        <a:bodyPr/>
        <a:lstStyle/>
        <a:p>
          <a:endParaRPr lang="en-US"/>
        </a:p>
      </dgm:t>
    </dgm:pt>
    <dgm:pt modelId="{04320A5D-4361-4912-9EDB-3770C49742C0}">
      <dgm:prSet/>
      <dgm:spPr/>
      <dgm:t>
        <a:bodyPr/>
        <a:lstStyle/>
        <a:p>
          <a:r>
            <a:rPr lang="bn-IN" dirty="0"/>
            <a:t>খাচায় পালন</a:t>
          </a:r>
          <a:endParaRPr lang="en-US" dirty="0"/>
        </a:p>
      </dgm:t>
    </dgm:pt>
    <dgm:pt modelId="{D4A605FA-3CE4-4BE5-BAA6-1F3C4BCA7571}" type="parTrans" cxnId="{DAADFCA5-48DB-40B9-B200-4F66E80D8956}">
      <dgm:prSet/>
      <dgm:spPr/>
      <dgm:t>
        <a:bodyPr/>
        <a:lstStyle/>
        <a:p>
          <a:endParaRPr lang="en-US"/>
        </a:p>
      </dgm:t>
    </dgm:pt>
    <dgm:pt modelId="{99E6DB21-584A-4A15-8A1F-829C885568BB}" type="sibTrans" cxnId="{DAADFCA5-48DB-40B9-B200-4F66E80D8956}">
      <dgm:prSet/>
      <dgm:spPr/>
      <dgm:t>
        <a:bodyPr/>
        <a:lstStyle/>
        <a:p>
          <a:endParaRPr lang="en-US"/>
        </a:p>
      </dgm:t>
    </dgm:pt>
    <dgm:pt modelId="{91497181-A964-4E8D-B6E7-380A42690041}" type="pres">
      <dgm:prSet presAssocID="{684690EF-CCD6-460D-A98F-3EDD5607B614}" presName="diagram" presStyleCnt="0">
        <dgm:presLayoutVars>
          <dgm:chPref val="1"/>
          <dgm:dir/>
          <dgm:animOne val="branch"/>
          <dgm:animLvl val="lvl"/>
          <dgm:resizeHandles val="exact"/>
        </dgm:presLayoutVars>
      </dgm:prSet>
      <dgm:spPr/>
    </dgm:pt>
    <dgm:pt modelId="{85D7B69A-5B4F-4388-B2E0-70D3152013D9}" type="pres">
      <dgm:prSet presAssocID="{87455451-27D3-4DF7-A054-0F7990B89B20}" presName="root1" presStyleCnt="0"/>
      <dgm:spPr/>
    </dgm:pt>
    <dgm:pt modelId="{E7C36C38-CED3-40B3-9ED5-43F14C049DB5}" type="pres">
      <dgm:prSet presAssocID="{87455451-27D3-4DF7-A054-0F7990B89B20}" presName="LevelOneTextNode" presStyleLbl="node0" presStyleIdx="0" presStyleCnt="1">
        <dgm:presLayoutVars>
          <dgm:chPref val="3"/>
        </dgm:presLayoutVars>
      </dgm:prSet>
      <dgm:spPr/>
    </dgm:pt>
    <dgm:pt modelId="{2A22DD20-5CE0-44F9-9064-51DB053B7FBF}" type="pres">
      <dgm:prSet presAssocID="{87455451-27D3-4DF7-A054-0F7990B89B20}" presName="level2hierChild" presStyleCnt="0"/>
      <dgm:spPr/>
    </dgm:pt>
    <dgm:pt modelId="{8ACB58EF-8405-4FCE-BE63-5391951D4F4A}" type="pres">
      <dgm:prSet presAssocID="{D0F815A6-D4B8-4742-8E97-BB171720E3C6}" presName="conn2-1" presStyleLbl="parChTrans1D2" presStyleIdx="0" presStyleCnt="3"/>
      <dgm:spPr/>
    </dgm:pt>
    <dgm:pt modelId="{A85DB842-53D1-48E4-8EFD-6A492EC45491}" type="pres">
      <dgm:prSet presAssocID="{D0F815A6-D4B8-4742-8E97-BB171720E3C6}" presName="connTx" presStyleLbl="parChTrans1D2" presStyleIdx="0" presStyleCnt="3"/>
      <dgm:spPr/>
    </dgm:pt>
    <dgm:pt modelId="{7CC8D33F-6A5B-4C70-B389-B640B2B7A1F5}" type="pres">
      <dgm:prSet presAssocID="{39AC4C8D-463F-451E-984B-35AB254DEAB2}" presName="root2" presStyleCnt="0"/>
      <dgm:spPr/>
    </dgm:pt>
    <dgm:pt modelId="{C4321846-34B8-4261-9BDA-29CA9B8DA62E}" type="pres">
      <dgm:prSet presAssocID="{39AC4C8D-463F-451E-984B-35AB254DEAB2}" presName="LevelTwoTextNode" presStyleLbl="node2" presStyleIdx="0" presStyleCnt="3">
        <dgm:presLayoutVars>
          <dgm:chPref val="3"/>
        </dgm:presLayoutVars>
      </dgm:prSet>
      <dgm:spPr/>
    </dgm:pt>
    <dgm:pt modelId="{23254854-30F1-447E-9481-939D69F868E1}" type="pres">
      <dgm:prSet presAssocID="{39AC4C8D-463F-451E-984B-35AB254DEAB2}" presName="level3hierChild" presStyleCnt="0"/>
      <dgm:spPr/>
    </dgm:pt>
    <dgm:pt modelId="{DA7D7EEA-BBA0-4D93-B6EF-574714641EE9}" type="pres">
      <dgm:prSet presAssocID="{9DC015E1-5664-4698-88B5-1209C907F6D7}" presName="conn2-1" presStyleLbl="parChTrans1D2" presStyleIdx="1" presStyleCnt="3"/>
      <dgm:spPr/>
    </dgm:pt>
    <dgm:pt modelId="{60D9379C-2E6C-45D9-BF0C-7502A0B92F74}" type="pres">
      <dgm:prSet presAssocID="{9DC015E1-5664-4698-88B5-1209C907F6D7}" presName="connTx" presStyleLbl="parChTrans1D2" presStyleIdx="1" presStyleCnt="3"/>
      <dgm:spPr/>
    </dgm:pt>
    <dgm:pt modelId="{74AC430E-1D30-46D1-AA93-4C070EDB6604}" type="pres">
      <dgm:prSet presAssocID="{05AD45EF-91BB-4678-A472-6234E625D4F8}" presName="root2" presStyleCnt="0"/>
      <dgm:spPr/>
    </dgm:pt>
    <dgm:pt modelId="{667DE881-7387-4B82-92D2-4987AA5773F2}" type="pres">
      <dgm:prSet presAssocID="{05AD45EF-91BB-4678-A472-6234E625D4F8}" presName="LevelTwoTextNode" presStyleLbl="node2" presStyleIdx="1" presStyleCnt="3">
        <dgm:presLayoutVars>
          <dgm:chPref val="3"/>
        </dgm:presLayoutVars>
      </dgm:prSet>
      <dgm:spPr/>
    </dgm:pt>
    <dgm:pt modelId="{7359FB8E-9EC3-4E92-8729-803343914C4A}" type="pres">
      <dgm:prSet presAssocID="{05AD45EF-91BB-4678-A472-6234E625D4F8}" presName="level3hierChild" presStyleCnt="0"/>
      <dgm:spPr/>
    </dgm:pt>
    <dgm:pt modelId="{D66F50AD-5B7D-4CC2-A8CD-81A1405F5CB9}" type="pres">
      <dgm:prSet presAssocID="{5D2949DF-D367-4B5A-B40A-B98F89C241E4}" presName="conn2-1" presStyleLbl="parChTrans1D2" presStyleIdx="2" presStyleCnt="3"/>
      <dgm:spPr/>
    </dgm:pt>
    <dgm:pt modelId="{1F359E90-176E-493B-8BE0-D0651FBF96D0}" type="pres">
      <dgm:prSet presAssocID="{5D2949DF-D367-4B5A-B40A-B98F89C241E4}" presName="connTx" presStyleLbl="parChTrans1D2" presStyleIdx="2" presStyleCnt="3"/>
      <dgm:spPr/>
    </dgm:pt>
    <dgm:pt modelId="{8009CB03-6E6E-4AF6-9889-89C53783094E}" type="pres">
      <dgm:prSet presAssocID="{98E151DD-12AF-44AB-850C-AE771992D97F}" presName="root2" presStyleCnt="0"/>
      <dgm:spPr/>
    </dgm:pt>
    <dgm:pt modelId="{A303375F-462A-473B-AA73-56361457B2A3}" type="pres">
      <dgm:prSet presAssocID="{98E151DD-12AF-44AB-850C-AE771992D97F}" presName="LevelTwoTextNode" presStyleLbl="node2" presStyleIdx="2" presStyleCnt="3">
        <dgm:presLayoutVars>
          <dgm:chPref val="3"/>
        </dgm:presLayoutVars>
      </dgm:prSet>
      <dgm:spPr/>
    </dgm:pt>
    <dgm:pt modelId="{DDE6522C-0F38-4A99-99B5-17988113B98A}" type="pres">
      <dgm:prSet presAssocID="{98E151DD-12AF-44AB-850C-AE771992D97F}" presName="level3hierChild" presStyleCnt="0"/>
      <dgm:spPr/>
    </dgm:pt>
    <dgm:pt modelId="{41C0BAFB-DFDC-44FD-A5B2-F62169B90C44}" type="pres">
      <dgm:prSet presAssocID="{48B28B0E-05DC-4596-A699-245C4414ACCB}" presName="conn2-1" presStyleLbl="parChTrans1D3" presStyleIdx="0" presStyleCnt="2"/>
      <dgm:spPr/>
    </dgm:pt>
    <dgm:pt modelId="{FA3C0604-4FA8-44CA-BFAA-CCC7B46D919C}" type="pres">
      <dgm:prSet presAssocID="{48B28B0E-05DC-4596-A699-245C4414ACCB}" presName="connTx" presStyleLbl="parChTrans1D3" presStyleIdx="0" presStyleCnt="2"/>
      <dgm:spPr/>
    </dgm:pt>
    <dgm:pt modelId="{514CE15B-6366-4FD5-A415-3F680CB8AE07}" type="pres">
      <dgm:prSet presAssocID="{D5713AC9-CB7D-4AEF-94F9-6CFD39C243A9}" presName="root2" presStyleCnt="0"/>
      <dgm:spPr/>
    </dgm:pt>
    <dgm:pt modelId="{3357F349-ADFE-4F52-A1E6-30C2534817E8}" type="pres">
      <dgm:prSet presAssocID="{D5713AC9-CB7D-4AEF-94F9-6CFD39C243A9}" presName="LevelTwoTextNode" presStyleLbl="node3" presStyleIdx="0" presStyleCnt="2">
        <dgm:presLayoutVars>
          <dgm:chPref val="3"/>
        </dgm:presLayoutVars>
      </dgm:prSet>
      <dgm:spPr/>
    </dgm:pt>
    <dgm:pt modelId="{D253B3C2-F4E2-49A3-A03F-C088F0DD99EE}" type="pres">
      <dgm:prSet presAssocID="{D5713AC9-CB7D-4AEF-94F9-6CFD39C243A9}" presName="level3hierChild" presStyleCnt="0"/>
      <dgm:spPr/>
    </dgm:pt>
    <dgm:pt modelId="{9137D87A-258A-4E21-946D-7BA221C6FD93}" type="pres">
      <dgm:prSet presAssocID="{D4A605FA-3CE4-4BE5-BAA6-1F3C4BCA7571}" presName="conn2-1" presStyleLbl="parChTrans1D3" presStyleIdx="1" presStyleCnt="2"/>
      <dgm:spPr/>
    </dgm:pt>
    <dgm:pt modelId="{A6F0393E-5418-4BF3-8CB9-5E6DFADFF6D1}" type="pres">
      <dgm:prSet presAssocID="{D4A605FA-3CE4-4BE5-BAA6-1F3C4BCA7571}" presName="connTx" presStyleLbl="parChTrans1D3" presStyleIdx="1" presStyleCnt="2"/>
      <dgm:spPr/>
    </dgm:pt>
    <dgm:pt modelId="{F7D28CD7-E599-452B-B085-DBBAE30AA863}" type="pres">
      <dgm:prSet presAssocID="{04320A5D-4361-4912-9EDB-3770C49742C0}" presName="root2" presStyleCnt="0"/>
      <dgm:spPr/>
    </dgm:pt>
    <dgm:pt modelId="{1199A346-2B48-470D-BA31-BC97CCFA4542}" type="pres">
      <dgm:prSet presAssocID="{04320A5D-4361-4912-9EDB-3770C49742C0}" presName="LevelTwoTextNode" presStyleLbl="node3" presStyleIdx="1" presStyleCnt="2">
        <dgm:presLayoutVars>
          <dgm:chPref val="3"/>
        </dgm:presLayoutVars>
      </dgm:prSet>
      <dgm:spPr/>
    </dgm:pt>
    <dgm:pt modelId="{B3371689-7A03-4844-8AF3-87A7077C27D4}" type="pres">
      <dgm:prSet presAssocID="{04320A5D-4361-4912-9EDB-3770C49742C0}" presName="level3hierChild" presStyleCnt="0"/>
      <dgm:spPr/>
    </dgm:pt>
  </dgm:ptLst>
  <dgm:cxnLst>
    <dgm:cxn modelId="{80DD380D-0E8D-41F3-AE61-86F9414E1AE4}" srcId="{98E151DD-12AF-44AB-850C-AE771992D97F}" destId="{D5713AC9-CB7D-4AEF-94F9-6CFD39C243A9}" srcOrd="0" destOrd="0" parTransId="{48B28B0E-05DC-4596-A699-245C4414ACCB}" sibTransId="{2C39F6F8-6112-4BFB-BC6F-BB7570CD978F}"/>
    <dgm:cxn modelId="{53A5EA0F-67E2-4CAC-AFF8-0194A9C35552}" type="presOf" srcId="{D4A605FA-3CE4-4BE5-BAA6-1F3C4BCA7571}" destId="{A6F0393E-5418-4BF3-8CB9-5E6DFADFF6D1}" srcOrd="1" destOrd="0" presId="urn:microsoft.com/office/officeart/2005/8/layout/hierarchy2"/>
    <dgm:cxn modelId="{6A86B820-DFEB-4134-8F15-AFAD4F70689E}" type="presOf" srcId="{04320A5D-4361-4912-9EDB-3770C49742C0}" destId="{1199A346-2B48-470D-BA31-BC97CCFA4542}" srcOrd="0" destOrd="0" presId="urn:microsoft.com/office/officeart/2005/8/layout/hierarchy2"/>
    <dgm:cxn modelId="{41D5432A-2C25-4877-A53A-F6428DB39D6C}" srcId="{684690EF-CCD6-460D-A98F-3EDD5607B614}" destId="{87455451-27D3-4DF7-A054-0F7990B89B20}" srcOrd="0" destOrd="0" parTransId="{2F401C87-F2DC-4E41-82A7-D838A48F9D56}" sibTransId="{15872D87-2270-4C7E-A3AC-2283134AA384}"/>
    <dgm:cxn modelId="{18EE3869-B33F-430C-AC92-A66A69C6F81B}" type="presOf" srcId="{48B28B0E-05DC-4596-A699-245C4414ACCB}" destId="{41C0BAFB-DFDC-44FD-A5B2-F62169B90C44}" srcOrd="0" destOrd="0" presId="urn:microsoft.com/office/officeart/2005/8/layout/hierarchy2"/>
    <dgm:cxn modelId="{5258644C-362D-4A8B-A0D5-1D74F9D07B92}" type="presOf" srcId="{5D2949DF-D367-4B5A-B40A-B98F89C241E4}" destId="{D66F50AD-5B7D-4CC2-A8CD-81A1405F5CB9}" srcOrd="0" destOrd="0" presId="urn:microsoft.com/office/officeart/2005/8/layout/hierarchy2"/>
    <dgm:cxn modelId="{39060F74-6CFE-4D85-B51A-4ED88D5436D6}" type="presOf" srcId="{9DC015E1-5664-4698-88B5-1209C907F6D7}" destId="{60D9379C-2E6C-45D9-BF0C-7502A0B92F74}" srcOrd="1" destOrd="0" presId="urn:microsoft.com/office/officeart/2005/8/layout/hierarchy2"/>
    <dgm:cxn modelId="{3E8D1874-9786-481B-80F4-A22CE49811EF}" srcId="{87455451-27D3-4DF7-A054-0F7990B89B20}" destId="{39AC4C8D-463F-451E-984B-35AB254DEAB2}" srcOrd="0" destOrd="0" parTransId="{D0F815A6-D4B8-4742-8E97-BB171720E3C6}" sibTransId="{65D4DBCF-F85D-44B6-B060-783B9F309058}"/>
    <dgm:cxn modelId="{49EA647F-1A81-4959-A7CD-ECC2F3670E8B}" type="presOf" srcId="{D0F815A6-D4B8-4742-8E97-BB171720E3C6}" destId="{A85DB842-53D1-48E4-8EFD-6A492EC45491}" srcOrd="1" destOrd="0" presId="urn:microsoft.com/office/officeart/2005/8/layout/hierarchy2"/>
    <dgm:cxn modelId="{64795A84-23CC-4C90-AFE3-892DDECA6EBA}" type="presOf" srcId="{5D2949DF-D367-4B5A-B40A-B98F89C241E4}" destId="{1F359E90-176E-493B-8BE0-D0651FBF96D0}" srcOrd="1" destOrd="0" presId="urn:microsoft.com/office/officeart/2005/8/layout/hierarchy2"/>
    <dgm:cxn modelId="{95AF7D85-9217-484E-A866-0C538E3E87DF}" type="presOf" srcId="{48B28B0E-05DC-4596-A699-245C4414ACCB}" destId="{FA3C0604-4FA8-44CA-BFAA-CCC7B46D919C}" srcOrd="1" destOrd="0" presId="urn:microsoft.com/office/officeart/2005/8/layout/hierarchy2"/>
    <dgm:cxn modelId="{FD93BB86-CF8C-4C06-9B23-3B81A3BB7FF6}" type="presOf" srcId="{D4A605FA-3CE4-4BE5-BAA6-1F3C4BCA7571}" destId="{9137D87A-258A-4E21-946D-7BA221C6FD93}" srcOrd="0" destOrd="0" presId="urn:microsoft.com/office/officeart/2005/8/layout/hierarchy2"/>
    <dgm:cxn modelId="{0106938A-B283-4740-8F70-D485497CA6FA}" type="presOf" srcId="{D0F815A6-D4B8-4742-8E97-BB171720E3C6}" destId="{8ACB58EF-8405-4FCE-BE63-5391951D4F4A}" srcOrd="0" destOrd="0" presId="urn:microsoft.com/office/officeart/2005/8/layout/hierarchy2"/>
    <dgm:cxn modelId="{1CA4A993-E73D-4AB0-9DAC-19DEDE8AB090}" type="presOf" srcId="{87455451-27D3-4DF7-A054-0F7990B89B20}" destId="{E7C36C38-CED3-40B3-9ED5-43F14C049DB5}" srcOrd="0" destOrd="0" presId="urn:microsoft.com/office/officeart/2005/8/layout/hierarchy2"/>
    <dgm:cxn modelId="{9BEA25A2-58C7-4700-B6BA-9E0707041506}" srcId="{87455451-27D3-4DF7-A054-0F7990B89B20}" destId="{98E151DD-12AF-44AB-850C-AE771992D97F}" srcOrd="2" destOrd="0" parTransId="{5D2949DF-D367-4B5A-B40A-B98F89C241E4}" sibTransId="{130DBAA0-8B96-42B2-AE92-CE783AAB868E}"/>
    <dgm:cxn modelId="{DAADFCA5-48DB-40B9-B200-4F66E80D8956}" srcId="{98E151DD-12AF-44AB-850C-AE771992D97F}" destId="{04320A5D-4361-4912-9EDB-3770C49742C0}" srcOrd="1" destOrd="0" parTransId="{D4A605FA-3CE4-4BE5-BAA6-1F3C4BCA7571}" sibTransId="{99E6DB21-584A-4A15-8A1F-829C885568BB}"/>
    <dgm:cxn modelId="{5E8597B0-A849-4B08-B8DB-4522188E9F38}" type="presOf" srcId="{9DC015E1-5664-4698-88B5-1209C907F6D7}" destId="{DA7D7EEA-BBA0-4D93-B6EF-574714641EE9}" srcOrd="0" destOrd="0" presId="urn:microsoft.com/office/officeart/2005/8/layout/hierarchy2"/>
    <dgm:cxn modelId="{EAAF27BE-88C6-4C10-83B2-0FE1C071D328}" type="presOf" srcId="{05AD45EF-91BB-4678-A472-6234E625D4F8}" destId="{667DE881-7387-4B82-92D2-4987AA5773F2}" srcOrd="0" destOrd="0" presId="urn:microsoft.com/office/officeart/2005/8/layout/hierarchy2"/>
    <dgm:cxn modelId="{8DCEAFDF-00A6-4A8E-89A9-B314AA8A488D}" type="presOf" srcId="{684690EF-CCD6-460D-A98F-3EDD5607B614}" destId="{91497181-A964-4E8D-B6E7-380A42690041}" srcOrd="0" destOrd="0" presId="urn:microsoft.com/office/officeart/2005/8/layout/hierarchy2"/>
    <dgm:cxn modelId="{9D84D6EF-7CBF-4678-BFB1-98D78E31D72C}" type="presOf" srcId="{D5713AC9-CB7D-4AEF-94F9-6CFD39C243A9}" destId="{3357F349-ADFE-4F52-A1E6-30C2534817E8}" srcOrd="0" destOrd="0" presId="urn:microsoft.com/office/officeart/2005/8/layout/hierarchy2"/>
    <dgm:cxn modelId="{7A690FF3-5DD4-49A7-BF41-88DE409B1AB3}" srcId="{87455451-27D3-4DF7-A054-0F7990B89B20}" destId="{05AD45EF-91BB-4678-A472-6234E625D4F8}" srcOrd="1" destOrd="0" parTransId="{9DC015E1-5664-4698-88B5-1209C907F6D7}" sibTransId="{E206079B-FAF2-454D-B54B-1CC79E349DF1}"/>
    <dgm:cxn modelId="{49647DF8-66E7-4B11-A43B-72809DC85184}" type="presOf" srcId="{98E151DD-12AF-44AB-850C-AE771992D97F}" destId="{A303375F-462A-473B-AA73-56361457B2A3}" srcOrd="0" destOrd="0" presId="urn:microsoft.com/office/officeart/2005/8/layout/hierarchy2"/>
    <dgm:cxn modelId="{8CD088FF-EEA5-46FF-974E-8BB688AA14A7}" type="presOf" srcId="{39AC4C8D-463F-451E-984B-35AB254DEAB2}" destId="{C4321846-34B8-4261-9BDA-29CA9B8DA62E}" srcOrd="0" destOrd="0" presId="urn:microsoft.com/office/officeart/2005/8/layout/hierarchy2"/>
    <dgm:cxn modelId="{FA3D7A64-FC37-4D2F-BE10-F0742BA6A9D2}" type="presParOf" srcId="{91497181-A964-4E8D-B6E7-380A42690041}" destId="{85D7B69A-5B4F-4388-B2E0-70D3152013D9}" srcOrd="0" destOrd="0" presId="urn:microsoft.com/office/officeart/2005/8/layout/hierarchy2"/>
    <dgm:cxn modelId="{3E24572A-80BF-46E5-9083-DCBEFE86C2A8}" type="presParOf" srcId="{85D7B69A-5B4F-4388-B2E0-70D3152013D9}" destId="{E7C36C38-CED3-40B3-9ED5-43F14C049DB5}" srcOrd="0" destOrd="0" presId="urn:microsoft.com/office/officeart/2005/8/layout/hierarchy2"/>
    <dgm:cxn modelId="{3CDC1A23-A380-4A63-AB98-5F07D781EDE2}" type="presParOf" srcId="{85D7B69A-5B4F-4388-B2E0-70D3152013D9}" destId="{2A22DD20-5CE0-44F9-9064-51DB053B7FBF}" srcOrd="1" destOrd="0" presId="urn:microsoft.com/office/officeart/2005/8/layout/hierarchy2"/>
    <dgm:cxn modelId="{E861103D-6574-43AF-88D4-3B67C66A5E80}" type="presParOf" srcId="{2A22DD20-5CE0-44F9-9064-51DB053B7FBF}" destId="{8ACB58EF-8405-4FCE-BE63-5391951D4F4A}" srcOrd="0" destOrd="0" presId="urn:microsoft.com/office/officeart/2005/8/layout/hierarchy2"/>
    <dgm:cxn modelId="{57454715-1C7C-46FF-939D-7C38263979E5}" type="presParOf" srcId="{8ACB58EF-8405-4FCE-BE63-5391951D4F4A}" destId="{A85DB842-53D1-48E4-8EFD-6A492EC45491}" srcOrd="0" destOrd="0" presId="urn:microsoft.com/office/officeart/2005/8/layout/hierarchy2"/>
    <dgm:cxn modelId="{DC8C5981-2DFD-4C3D-82BA-2173B6BA8BAF}" type="presParOf" srcId="{2A22DD20-5CE0-44F9-9064-51DB053B7FBF}" destId="{7CC8D33F-6A5B-4C70-B389-B640B2B7A1F5}" srcOrd="1" destOrd="0" presId="urn:microsoft.com/office/officeart/2005/8/layout/hierarchy2"/>
    <dgm:cxn modelId="{7F4DA408-1C97-47AC-A30C-B7135B316784}" type="presParOf" srcId="{7CC8D33F-6A5B-4C70-B389-B640B2B7A1F5}" destId="{C4321846-34B8-4261-9BDA-29CA9B8DA62E}" srcOrd="0" destOrd="0" presId="urn:microsoft.com/office/officeart/2005/8/layout/hierarchy2"/>
    <dgm:cxn modelId="{78BAD218-A41A-4D78-98F9-B9C1D7879696}" type="presParOf" srcId="{7CC8D33F-6A5B-4C70-B389-B640B2B7A1F5}" destId="{23254854-30F1-447E-9481-939D69F868E1}" srcOrd="1" destOrd="0" presId="urn:microsoft.com/office/officeart/2005/8/layout/hierarchy2"/>
    <dgm:cxn modelId="{9E8262DE-6232-4FAB-B47E-003CBB0672A0}" type="presParOf" srcId="{2A22DD20-5CE0-44F9-9064-51DB053B7FBF}" destId="{DA7D7EEA-BBA0-4D93-B6EF-574714641EE9}" srcOrd="2" destOrd="0" presId="urn:microsoft.com/office/officeart/2005/8/layout/hierarchy2"/>
    <dgm:cxn modelId="{4DB26BB6-6A82-4A6B-A3A2-3CE8839CC13D}" type="presParOf" srcId="{DA7D7EEA-BBA0-4D93-B6EF-574714641EE9}" destId="{60D9379C-2E6C-45D9-BF0C-7502A0B92F74}" srcOrd="0" destOrd="0" presId="urn:microsoft.com/office/officeart/2005/8/layout/hierarchy2"/>
    <dgm:cxn modelId="{D437C98E-8E54-4A5D-A965-2078DA4B156C}" type="presParOf" srcId="{2A22DD20-5CE0-44F9-9064-51DB053B7FBF}" destId="{74AC430E-1D30-46D1-AA93-4C070EDB6604}" srcOrd="3" destOrd="0" presId="urn:microsoft.com/office/officeart/2005/8/layout/hierarchy2"/>
    <dgm:cxn modelId="{62B7CDB4-9720-448F-A581-19C2C3C65EE9}" type="presParOf" srcId="{74AC430E-1D30-46D1-AA93-4C070EDB6604}" destId="{667DE881-7387-4B82-92D2-4987AA5773F2}" srcOrd="0" destOrd="0" presId="urn:microsoft.com/office/officeart/2005/8/layout/hierarchy2"/>
    <dgm:cxn modelId="{FB8FF54B-54BE-48BD-B838-D3EE42AC0B27}" type="presParOf" srcId="{74AC430E-1D30-46D1-AA93-4C070EDB6604}" destId="{7359FB8E-9EC3-4E92-8729-803343914C4A}" srcOrd="1" destOrd="0" presId="urn:microsoft.com/office/officeart/2005/8/layout/hierarchy2"/>
    <dgm:cxn modelId="{64229BBA-1D68-4715-B281-8BBD6E3B2256}" type="presParOf" srcId="{2A22DD20-5CE0-44F9-9064-51DB053B7FBF}" destId="{D66F50AD-5B7D-4CC2-A8CD-81A1405F5CB9}" srcOrd="4" destOrd="0" presId="urn:microsoft.com/office/officeart/2005/8/layout/hierarchy2"/>
    <dgm:cxn modelId="{D8B0AD99-DA14-41D5-8EC7-6E8A93190778}" type="presParOf" srcId="{D66F50AD-5B7D-4CC2-A8CD-81A1405F5CB9}" destId="{1F359E90-176E-493B-8BE0-D0651FBF96D0}" srcOrd="0" destOrd="0" presId="urn:microsoft.com/office/officeart/2005/8/layout/hierarchy2"/>
    <dgm:cxn modelId="{F8B477A0-12D4-40C9-9938-1D6CAA5F24DE}" type="presParOf" srcId="{2A22DD20-5CE0-44F9-9064-51DB053B7FBF}" destId="{8009CB03-6E6E-4AF6-9889-89C53783094E}" srcOrd="5" destOrd="0" presId="urn:microsoft.com/office/officeart/2005/8/layout/hierarchy2"/>
    <dgm:cxn modelId="{0D2F0E8E-9C03-4A64-8866-83DE0C16B37D}" type="presParOf" srcId="{8009CB03-6E6E-4AF6-9889-89C53783094E}" destId="{A303375F-462A-473B-AA73-56361457B2A3}" srcOrd="0" destOrd="0" presId="urn:microsoft.com/office/officeart/2005/8/layout/hierarchy2"/>
    <dgm:cxn modelId="{37D77461-B45F-438F-A503-3FA8B74E97E5}" type="presParOf" srcId="{8009CB03-6E6E-4AF6-9889-89C53783094E}" destId="{DDE6522C-0F38-4A99-99B5-17988113B98A}" srcOrd="1" destOrd="0" presId="urn:microsoft.com/office/officeart/2005/8/layout/hierarchy2"/>
    <dgm:cxn modelId="{BF129611-F3FF-4A4B-836C-D09FDF20153A}" type="presParOf" srcId="{DDE6522C-0F38-4A99-99B5-17988113B98A}" destId="{41C0BAFB-DFDC-44FD-A5B2-F62169B90C44}" srcOrd="0" destOrd="0" presId="urn:microsoft.com/office/officeart/2005/8/layout/hierarchy2"/>
    <dgm:cxn modelId="{D506C5D4-C5A4-4DCF-9816-1078A458A840}" type="presParOf" srcId="{41C0BAFB-DFDC-44FD-A5B2-F62169B90C44}" destId="{FA3C0604-4FA8-44CA-BFAA-CCC7B46D919C}" srcOrd="0" destOrd="0" presId="urn:microsoft.com/office/officeart/2005/8/layout/hierarchy2"/>
    <dgm:cxn modelId="{AED2F163-EAA5-46B2-B370-015A2DE381DA}" type="presParOf" srcId="{DDE6522C-0F38-4A99-99B5-17988113B98A}" destId="{514CE15B-6366-4FD5-A415-3F680CB8AE07}" srcOrd="1" destOrd="0" presId="urn:microsoft.com/office/officeart/2005/8/layout/hierarchy2"/>
    <dgm:cxn modelId="{F6BDFAD8-6D7F-484E-BFB2-DCC9584B90C4}" type="presParOf" srcId="{514CE15B-6366-4FD5-A415-3F680CB8AE07}" destId="{3357F349-ADFE-4F52-A1E6-30C2534817E8}" srcOrd="0" destOrd="0" presId="urn:microsoft.com/office/officeart/2005/8/layout/hierarchy2"/>
    <dgm:cxn modelId="{27F2AFDC-AB95-4C00-906F-71A3AE57539A}" type="presParOf" srcId="{514CE15B-6366-4FD5-A415-3F680CB8AE07}" destId="{D253B3C2-F4E2-49A3-A03F-C088F0DD99EE}" srcOrd="1" destOrd="0" presId="urn:microsoft.com/office/officeart/2005/8/layout/hierarchy2"/>
    <dgm:cxn modelId="{18F0A907-116C-405A-9AF1-34D0402FF722}" type="presParOf" srcId="{DDE6522C-0F38-4A99-99B5-17988113B98A}" destId="{9137D87A-258A-4E21-946D-7BA221C6FD93}" srcOrd="2" destOrd="0" presId="urn:microsoft.com/office/officeart/2005/8/layout/hierarchy2"/>
    <dgm:cxn modelId="{7F241745-6C52-4833-8BE0-9365A422C298}" type="presParOf" srcId="{9137D87A-258A-4E21-946D-7BA221C6FD93}" destId="{A6F0393E-5418-4BF3-8CB9-5E6DFADFF6D1}" srcOrd="0" destOrd="0" presId="urn:microsoft.com/office/officeart/2005/8/layout/hierarchy2"/>
    <dgm:cxn modelId="{D6B2E7A2-FB36-460E-92F9-BAC141167AC6}" type="presParOf" srcId="{DDE6522C-0F38-4A99-99B5-17988113B98A}" destId="{F7D28CD7-E599-452B-B085-DBBAE30AA863}" srcOrd="3" destOrd="0" presId="urn:microsoft.com/office/officeart/2005/8/layout/hierarchy2"/>
    <dgm:cxn modelId="{48D9BFF2-91E8-49F9-8BA6-3623CFF666B1}" type="presParOf" srcId="{F7D28CD7-E599-452B-B085-DBBAE30AA863}" destId="{1199A346-2B48-470D-BA31-BC97CCFA4542}" srcOrd="0" destOrd="0" presId="urn:microsoft.com/office/officeart/2005/8/layout/hierarchy2"/>
    <dgm:cxn modelId="{23FDB9FE-2A26-4A0F-83DC-C04296480D9A}" type="presParOf" srcId="{F7D28CD7-E599-452B-B085-DBBAE30AA863}" destId="{B3371689-7A03-4844-8AF3-87A7077C27D4}"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B0BBC68-9942-4C9C-815C-3966CBF9D4CF}" type="doc">
      <dgm:prSet loTypeId="urn:microsoft.com/office/officeart/2005/8/layout/hierarchy6" loCatId="hierarchy" qsTypeId="urn:microsoft.com/office/officeart/2005/8/quickstyle/simple1" qsCatId="simple" csTypeId="urn:microsoft.com/office/officeart/2005/8/colors/colorful5" csCatId="colorful" phldr="1"/>
      <dgm:spPr/>
      <dgm:t>
        <a:bodyPr/>
        <a:lstStyle/>
        <a:p>
          <a:endParaRPr lang="en-US"/>
        </a:p>
      </dgm:t>
    </dgm:pt>
    <dgm:pt modelId="{9FC0380F-66B2-4639-ADB7-EC2221CEDF4C}">
      <dgm:prSet phldrT="[Text]"/>
      <dgm:spPr/>
      <dgm:t>
        <a:bodyPr/>
        <a:lstStyle/>
        <a:p>
          <a:r>
            <a:rPr lang="bn-IN" dirty="0"/>
            <a:t>পোল্ট্রি</a:t>
          </a:r>
          <a:r>
            <a:rPr lang="en-US" dirty="0"/>
            <a:t> </a:t>
          </a:r>
          <a:r>
            <a:rPr lang="en-US" dirty="0" err="1"/>
            <a:t>খামার</a:t>
          </a:r>
          <a:endParaRPr lang="en-US" dirty="0"/>
        </a:p>
      </dgm:t>
    </dgm:pt>
    <dgm:pt modelId="{06EF3AE0-8F2D-4A51-888E-80F52EAC573C}" type="parTrans" cxnId="{F576F63D-66DF-4D65-BAA8-4457DE826F2C}">
      <dgm:prSet/>
      <dgm:spPr/>
      <dgm:t>
        <a:bodyPr/>
        <a:lstStyle/>
        <a:p>
          <a:endParaRPr lang="en-US"/>
        </a:p>
      </dgm:t>
    </dgm:pt>
    <dgm:pt modelId="{5CEEE8B7-9DB8-4B1C-B906-2D856F5C433C}" type="sibTrans" cxnId="{F576F63D-66DF-4D65-BAA8-4457DE826F2C}">
      <dgm:prSet/>
      <dgm:spPr/>
      <dgm:t>
        <a:bodyPr/>
        <a:lstStyle/>
        <a:p>
          <a:endParaRPr lang="en-US"/>
        </a:p>
      </dgm:t>
    </dgm:pt>
    <dgm:pt modelId="{68467D6C-2EE2-487B-ABB8-D49691C19C49}">
      <dgm:prSet phldrT="[Text]"/>
      <dgm:spPr/>
      <dgm:t>
        <a:bodyPr/>
        <a:lstStyle/>
        <a:p>
          <a:r>
            <a:rPr lang="en-US" dirty="0" err="1"/>
            <a:t>ব্রয়লার</a:t>
          </a:r>
          <a:r>
            <a:rPr lang="en-US" dirty="0"/>
            <a:t> </a:t>
          </a:r>
          <a:r>
            <a:rPr lang="en-US" dirty="0" err="1"/>
            <a:t>ফার্ম</a:t>
          </a:r>
          <a:endParaRPr lang="en-US" dirty="0"/>
        </a:p>
      </dgm:t>
    </dgm:pt>
    <dgm:pt modelId="{BFBBE4AC-52F2-40B4-B0F8-0668D9FDDA61}" type="parTrans" cxnId="{6D2833D3-53FA-464A-BA85-5E50112274CC}">
      <dgm:prSet/>
      <dgm:spPr/>
      <dgm:t>
        <a:bodyPr/>
        <a:lstStyle/>
        <a:p>
          <a:endParaRPr lang="en-US"/>
        </a:p>
      </dgm:t>
    </dgm:pt>
    <dgm:pt modelId="{8EDB82F2-2599-4F9D-AE57-C390011F5C8A}" type="sibTrans" cxnId="{6D2833D3-53FA-464A-BA85-5E50112274CC}">
      <dgm:prSet/>
      <dgm:spPr/>
      <dgm:t>
        <a:bodyPr/>
        <a:lstStyle/>
        <a:p>
          <a:endParaRPr lang="en-US"/>
        </a:p>
      </dgm:t>
    </dgm:pt>
    <dgm:pt modelId="{52E8682B-7024-4C24-A6AB-38C84E3CF394}">
      <dgm:prSet phldrT="[Text]"/>
      <dgm:spPr/>
      <dgm:t>
        <a:bodyPr/>
        <a:lstStyle/>
        <a:p>
          <a:r>
            <a:rPr lang="en-US" dirty="0" err="1"/>
            <a:t>লেয়ার</a:t>
          </a:r>
          <a:r>
            <a:rPr lang="en-US" dirty="0"/>
            <a:t> </a:t>
          </a:r>
          <a:r>
            <a:rPr lang="en-US" dirty="0" err="1"/>
            <a:t>ফার্ম</a:t>
          </a:r>
          <a:endParaRPr lang="en-US" dirty="0"/>
        </a:p>
      </dgm:t>
    </dgm:pt>
    <dgm:pt modelId="{3B98B937-CC12-46F2-AB18-511732998146}" type="parTrans" cxnId="{5D52CD7F-E8B5-476A-8E35-055A112024CB}">
      <dgm:prSet/>
      <dgm:spPr/>
      <dgm:t>
        <a:bodyPr/>
        <a:lstStyle/>
        <a:p>
          <a:endParaRPr lang="en-US"/>
        </a:p>
      </dgm:t>
    </dgm:pt>
    <dgm:pt modelId="{C0775E74-0B69-4727-874C-2E9F7001DF42}" type="sibTrans" cxnId="{5D52CD7F-E8B5-476A-8E35-055A112024CB}">
      <dgm:prSet/>
      <dgm:spPr/>
      <dgm:t>
        <a:bodyPr/>
        <a:lstStyle/>
        <a:p>
          <a:endParaRPr lang="en-US"/>
        </a:p>
      </dgm:t>
    </dgm:pt>
    <dgm:pt modelId="{FB05E3C9-E01D-41C0-AA38-C30EE3B34480}">
      <dgm:prSet phldrT="[Text]"/>
      <dgm:spPr/>
      <dgm:t>
        <a:bodyPr/>
        <a:lstStyle/>
        <a:p>
          <a:r>
            <a:rPr lang="en-US" dirty="0" err="1"/>
            <a:t>হ্যাচিং</a:t>
          </a:r>
          <a:r>
            <a:rPr lang="en-US" dirty="0"/>
            <a:t> </a:t>
          </a:r>
          <a:r>
            <a:rPr lang="en-US" dirty="0" err="1"/>
            <a:t>বা</a:t>
          </a:r>
          <a:r>
            <a:rPr lang="en-US" dirty="0"/>
            <a:t> </a:t>
          </a:r>
          <a:r>
            <a:rPr lang="en-US" dirty="0" err="1"/>
            <a:t>বাচ্চা</a:t>
          </a:r>
          <a:r>
            <a:rPr lang="en-US" dirty="0"/>
            <a:t> </a:t>
          </a:r>
          <a:r>
            <a:rPr lang="en-US" dirty="0" err="1"/>
            <a:t>উৎপাদন</a:t>
          </a:r>
          <a:r>
            <a:rPr lang="en-US" dirty="0"/>
            <a:t> </a:t>
          </a:r>
          <a:r>
            <a:rPr lang="en-US" dirty="0" err="1"/>
            <a:t>ফার্ম</a:t>
          </a:r>
          <a:endParaRPr lang="en-US" dirty="0"/>
        </a:p>
      </dgm:t>
    </dgm:pt>
    <dgm:pt modelId="{A787599F-ED46-407B-8D82-8A54A0674D65}" type="parTrans" cxnId="{B08CD54F-92E3-4561-AD3F-1A0F7CC77D0E}">
      <dgm:prSet/>
      <dgm:spPr/>
      <dgm:t>
        <a:bodyPr/>
        <a:lstStyle/>
        <a:p>
          <a:endParaRPr lang="en-US"/>
        </a:p>
      </dgm:t>
    </dgm:pt>
    <dgm:pt modelId="{A9C1E82F-6D3D-480D-83E3-47D5814656C6}" type="sibTrans" cxnId="{B08CD54F-92E3-4561-AD3F-1A0F7CC77D0E}">
      <dgm:prSet/>
      <dgm:spPr/>
      <dgm:t>
        <a:bodyPr/>
        <a:lstStyle/>
        <a:p>
          <a:endParaRPr lang="en-US"/>
        </a:p>
      </dgm:t>
    </dgm:pt>
    <dgm:pt modelId="{63D5DA00-3259-4AF8-A3E6-F410B530A2F7}">
      <dgm:prSet phldrT="[Text]"/>
      <dgm:spPr/>
      <dgm:t>
        <a:bodyPr/>
        <a:lstStyle/>
        <a:p>
          <a:r>
            <a:rPr lang="en-US" dirty="0" err="1"/>
            <a:t>বাচ্চা</a:t>
          </a:r>
          <a:r>
            <a:rPr lang="en-US" dirty="0"/>
            <a:t> </a:t>
          </a:r>
          <a:r>
            <a:rPr lang="en-US" dirty="0" err="1"/>
            <a:t>উৎপাদন</a:t>
          </a:r>
          <a:r>
            <a:rPr lang="en-US" dirty="0"/>
            <a:t> </a:t>
          </a:r>
          <a:r>
            <a:rPr lang="en-US" dirty="0" err="1"/>
            <a:t>ডিমের</a:t>
          </a:r>
          <a:r>
            <a:rPr lang="en-US" dirty="0"/>
            <a:t> </a:t>
          </a:r>
          <a:r>
            <a:rPr lang="en-US" dirty="0" err="1"/>
            <a:t>ফার্ম</a:t>
          </a:r>
          <a:endParaRPr lang="en-US" dirty="0"/>
        </a:p>
      </dgm:t>
    </dgm:pt>
    <dgm:pt modelId="{952E8B5B-9F4D-44B6-B1DE-1DA9B450EDE2}" type="parTrans" cxnId="{09514048-FDBB-4609-8400-CEA6699B4557}">
      <dgm:prSet/>
      <dgm:spPr/>
      <dgm:t>
        <a:bodyPr/>
        <a:lstStyle/>
        <a:p>
          <a:endParaRPr lang="en-US"/>
        </a:p>
      </dgm:t>
    </dgm:pt>
    <dgm:pt modelId="{ED7D7ECC-35AF-4675-81DA-F54CB90986BF}" type="sibTrans" cxnId="{09514048-FDBB-4609-8400-CEA6699B4557}">
      <dgm:prSet/>
      <dgm:spPr/>
      <dgm:t>
        <a:bodyPr/>
        <a:lstStyle/>
        <a:p>
          <a:endParaRPr lang="en-US"/>
        </a:p>
      </dgm:t>
    </dgm:pt>
    <dgm:pt modelId="{FA7BE92E-A285-4D18-BC08-5927EB2022A0}">
      <dgm:prSet phldrT="[Text]"/>
      <dgm:spPr/>
      <dgm:t>
        <a:bodyPr/>
        <a:lstStyle/>
        <a:p>
          <a:r>
            <a:rPr lang="en-US" dirty="0" err="1"/>
            <a:t>পোল্ট্রি</a:t>
          </a:r>
          <a:r>
            <a:rPr lang="en-US" dirty="0"/>
            <a:t> ও </a:t>
          </a:r>
          <a:r>
            <a:rPr lang="en-US" dirty="0" err="1"/>
            <a:t>মাছের</a:t>
          </a:r>
          <a:r>
            <a:rPr lang="en-US" dirty="0"/>
            <a:t> </a:t>
          </a:r>
          <a:r>
            <a:rPr lang="en-US" dirty="0" err="1"/>
            <a:t>সমন্বিত</a:t>
          </a:r>
          <a:r>
            <a:rPr lang="en-US" dirty="0"/>
            <a:t> </a:t>
          </a:r>
          <a:r>
            <a:rPr lang="en-US" dirty="0" err="1"/>
            <a:t>খামার</a:t>
          </a:r>
          <a:endParaRPr lang="en-US" dirty="0"/>
        </a:p>
      </dgm:t>
    </dgm:pt>
    <dgm:pt modelId="{B0A92FA4-1A60-4AA8-80CC-B90003ECCC46}" type="parTrans" cxnId="{7F98F48E-ED71-4046-9EB9-C5F26D97C2A0}">
      <dgm:prSet/>
      <dgm:spPr/>
      <dgm:t>
        <a:bodyPr/>
        <a:lstStyle/>
        <a:p>
          <a:endParaRPr lang="en-US"/>
        </a:p>
      </dgm:t>
    </dgm:pt>
    <dgm:pt modelId="{CE5762A4-BFF7-4804-9124-FDC9B09A1CAC}" type="sibTrans" cxnId="{7F98F48E-ED71-4046-9EB9-C5F26D97C2A0}">
      <dgm:prSet/>
      <dgm:spPr/>
      <dgm:t>
        <a:bodyPr/>
        <a:lstStyle/>
        <a:p>
          <a:endParaRPr lang="en-US"/>
        </a:p>
      </dgm:t>
    </dgm:pt>
    <dgm:pt modelId="{EA2DFB08-3B24-4886-AEEE-A3CFE6EEAF23}" type="pres">
      <dgm:prSet presAssocID="{0B0BBC68-9942-4C9C-815C-3966CBF9D4CF}" presName="mainComposite" presStyleCnt="0">
        <dgm:presLayoutVars>
          <dgm:chPref val="1"/>
          <dgm:dir/>
          <dgm:animOne val="branch"/>
          <dgm:animLvl val="lvl"/>
          <dgm:resizeHandles val="exact"/>
        </dgm:presLayoutVars>
      </dgm:prSet>
      <dgm:spPr/>
    </dgm:pt>
    <dgm:pt modelId="{28D34685-CB30-4B35-B230-808B9664BFD5}" type="pres">
      <dgm:prSet presAssocID="{0B0BBC68-9942-4C9C-815C-3966CBF9D4CF}" presName="hierFlow" presStyleCnt="0"/>
      <dgm:spPr/>
    </dgm:pt>
    <dgm:pt modelId="{417589B2-3068-43ED-8F54-F4F925E7852D}" type="pres">
      <dgm:prSet presAssocID="{0B0BBC68-9942-4C9C-815C-3966CBF9D4CF}" presName="hierChild1" presStyleCnt="0">
        <dgm:presLayoutVars>
          <dgm:chPref val="1"/>
          <dgm:animOne val="branch"/>
          <dgm:animLvl val="lvl"/>
        </dgm:presLayoutVars>
      </dgm:prSet>
      <dgm:spPr/>
    </dgm:pt>
    <dgm:pt modelId="{2FF3A5F7-3C96-4A3E-8C97-AA2C3BEC1B33}" type="pres">
      <dgm:prSet presAssocID="{9FC0380F-66B2-4639-ADB7-EC2221CEDF4C}" presName="Name14" presStyleCnt="0"/>
      <dgm:spPr/>
    </dgm:pt>
    <dgm:pt modelId="{3899E468-6DBA-4888-AA58-734D77D196EC}" type="pres">
      <dgm:prSet presAssocID="{9FC0380F-66B2-4639-ADB7-EC2221CEDF4C}" presName="level1Shape" presStyleLbl="node0" presStyleIdx="0" presStyleCnt="1">
        <dgm:presLayoutVars>
          <dgm:chPref val="3"/>
        </dgm:presLayoutVars>
      </dgm:prSet>
      <dgm:spPr/>
    </dgm:pt>
    <dgm:pt modelId="{5113DCFF-39A1-4162-BBEE-ADE4172C6B7B}" type="pres">
      <dgm:prSet presAssocID="{9FC0380F-66B2-4639-ADB7-EC2221CEDF4C}" presName="hierChild2" presStyleCnt="0"/>
      <dgm:spPr/>
    </dgm:pt>
    <dgm:pt modelId="{EDE41999-330F-45E3-A64D-4EB35F9FB787}" type="pres">
      <dgm:prSet presAssocID="{BFBBE4AC-52F2-40B4-B0F8-0668D9FDDA61}" presName="Name19" presStyleLbl="parChTrans1D2" presStyleIdx="0" presStyleCnt="5"/>
      <dgm:spPr/>
    </dgm:pt>
    <dgm:pt modelId="{46911C08-23F7-4E6D-9B8F-944CC418C301}" type="pres">
      <dgm:prSet presAssocID="{68467D6C-2EE2-487B-ABB8-D49691C19C49}" presName="Name21" presStyleCnt="0"/>
      <dgm:spPr/>
    </dgm:pt>
    <dgm:pt modelId="{C5F56A66-D3F8-41F7-934C-3BF6AB506B41}" type="pres">
      <dgm:prSet presAssocID="{68467D6C-2EE2-487B-ABB8-D49691C19C49}" presName="level2Shape" presStyleLbl="node2" presStyleIdx="0" presStyleCnt="5"/>
      <dgm:spPr/>
    </dgm:pt>
    <dgm:pt modelId="{89DE1424-069E-46EA-853B-659D537B8DD0}" type="pres">
      <dgm:prSet presAssocID="{68467D6C-2EE2-487B-ABB8-D49691C19C49}" presName="hierChild3" presStyleCnt="0"/>
      <dgm:spPr/>
    </dgm:pt>
    <dgm:pt modelId="{D5766103-200E-4865-AB9D-DF918EB0A23E}" type="pres">
      <dgm:prSet presAssocID="{3B98B937-CC12-46F2-AB18-511732998146}" presName="Name19" presStyleLbl="parChTrans1D2" presStyleIdx="1" presStyleCnt="5"/>
      <dgm:spPr/>
    </dgm:pt>
    <dgm:pt modelId="{7050C770-3B0E-4AF4-912D-AA58D0DECEFF}" type="pres">
      <dgm:prSet presAssocID="{52E8682B-7024-4C24-A6AB-38C84E3CF394}" presName="Name21" presStyleCnt="0"/>
      <dgm:spPr/>
    </dgm:pt>
    <dgm:pt modelId="{E2D5F8AA-4A01-4E3A-91DA-5EF99BCA95FD}" type="pres">
      <dgm:prSet presAssocID="{52E8682B-7024-4C24-A6AB-38C84E3CF394}" presName="level2Shape" presStyleLbl="node2" presStyleIdx="1" presStyleCnt="5"/>
      <dgm:spPr/>
    </dgm:pt>
    <dgm:pt modelId="{841F2CC7-3129-4FBC-827D-A60458A1C169}" type="pres">
      <dgm:prSet presAssocID="{52E8682B-7024-4C24-A6AB-38C84E3CF394}" presName="hierChild3" presStyleCnt="0"/>
      <dgm:spPr/>
    </dgm:pt>
    <dgm:pt modelId="{9D9F0931-E846-47AD-9E6B-8DC1AEE05426}" type="pres">
      <dgm:prSet presAssocID="{A787599F-ED46-407B-8D82-8A54A0674D65}" presName="Name19" presStyleLbl="parChTrans1D2" presStyleIdx="2" presStyleCnt="5"/>
      <dgm:spPr/>
    </dgm:pt>
    <dgm:pt modelId="{5AE2A752-1114-4535-B663-9EADEC4F2468}" type="pres">
      <dgm:prSet presAssocID="{FB05E3C9-E01D-41C0-AA38-C30EE3B34480}" presName="Name21" presStyleCnt="0"/>
      <dgm:spPr/>
    </dgm:pt>
    <dgm:pt modelId="{CBE5A4FB-A6C5-4249-8FAF-D018B3827C96}" type="pres">
      <dgm:prSet presAssocID="{FB05E3C9-E01D-41C0-AA38-C30EE3B34480}" presName="level2Shape" presStyleLbl="node2" presStyleIdx="2" presStyleCnt="5"/>
      <dgm:spPr/>
    </dgm:pt>
    <dgm:pt modelId="{2E3534FA-9197-41B3-B359-3DDB0231C508}" type="pres">
      <dgm:prSet presAssocID="{FB05E3C9-E01D-41C0-AA38-C30EE3B34480}" presName="hierChild3" presStyleCnt="0"/>
      <dgm:spPr/>
    </dgm:pt>
    <dgm:pt modelId="{57179A7A-97DA-4277-A7BE-88B44CAA2597}" type="pres">
      <dgm:prSet presAssocID="{952E8B5B-9F4D-44B6-B1DE-1DA9B450EDE2}" presName="Name19" presStyleLbl="parChTrans1D2" presStyleIdx="3" presStyleCnt="5"/>
      <dgm:spPr/>
    </dgm:pt>
    <dgm:pt modelId="{9D4FB7A4-1131-443E-89E4-9DDE673D849F}" type="pres">
      <dgm:prSet presAssocID="{63D5DA00-3259-4AF8-A3E6-F410B530A2F7}" presName="Name21" presStyleCnt="0"/>
      <dgm:spPr/>
    </dgm:pt>
    <dgm:pt modelId="{89BCDBE4-16B5-4A09-9CDA-495E7591D37F}" type="pres">
      <dgm:prSet presAssocID="{63D5DA00-3259-4AF8-A3E6-F410B530A2F7}" presName="level2Shape" presStyleLbl="node2" presStyleIdx="3" presStyleCnt="5"/>
      <dgm:spPr/>
    </dgm:pt>
    <dgm:pt modelId="{4A53BFC9-55DD-4040-A91A-C26CBDD77435}" type="pres">
      <dgm:prSet presAssocID="{63D5DA00-3259-4AF8-A3E6-F410B530A2F7}" presName="hierChild3" presStyleCnt="0"/>
      <dgm:spPr/>
    </dgm:pt>
    <dgm:pt modelId="{FA67E544-3511-4B49-96F2-C2396FAEE7A8}" type="pres">
      <dgm:prSet presAssocID="{B0A92FA4-1A60-4AA8-80CC-B90003ECCC46}" presName="Name19" presStyleLbl="parChTrans1D2" presStyleIdx="4" presStyleCnt="5"/>
      <dgm:spPr/>
    </dgm:pt>
    <dgm:pt modelId="{1326CD6E-C6F7-44D9-A6DB-94B16BAEDF94}" type="pres">
      <dgm:prSet presAssocID="{FA7BE92E-A285-4D18-BC08-5927EB2022A0}" presName="Name21" presStyleCnt="0"/>
      <dgm:spPr/>
    </dgm:pt>
    <dgm:pt modelId="{2F5AB3AE-B4EC-47BB-823E-0FF21107A33C}" type="pres">
      <dgm:prSet presAssocID="{FA7BE92E-A285-4D18-BC08-5927EB2022A0}" presName="level2Shape" presStyleLbl="node2" presStyleIdx="4" presStyleCnt="5"/>
      <dgm:spPr/>
    </dgm:pt>
    <dgm:pt modelId="{15BBF46D-CC45-4D9B-8A20-12E5D2012F32}" type="pres">
      <dgm:prSet presAssocID="{FA7BE92E-A285-4D18-BC08-5927EB2022A0}" presName="hierChild3" presStyleCnt="0"/>
      <dgm:spPr/>
    </dgm:pt>
    <dgm:pt modelId="{F4BF86CD-B1F9-47E0-80D0-98AF976CD52C}" type="pres">
      <dgm:prSet presAssocID="{0B0BBC68-9942-4C9C-815C-3966CBF9D4CF}" presName="bgShapesFlow" presStyleCnt="0"/>
      <dgm:spPr/>
    </dgm:pt>
  </dgm:ptLst>
  <dgm:cxnLst>
    <dgm:cxn modelId="{00A22138-B68D-4511-81A0-5201C9356F72}" type="presOf" srcId="{FB05E3C9-E01D-41C0-AA38-C30EE3B34480}" destId="{CBE5A4FB-A6C5-4249-8FAF-D018B3827C96}" srcOrd="0" destOrd="0" presId="urn:microsoft.com/office/officeart/2005/8/layout/hierarchy6"/>
    <dgm:cxn modelId="{F576F63D-66DF-4D65-BAA8-4457DE826F2C}" srcId="{0B0BBC68-9942-4C9C-815C-3966CBF9D4CF}" destId="{9FC0380F-66B2-4639-ADB7-EC2221CEDF4C}" srcOrd="0" destOrd="0" parTransId="{06EF3AE0-8F2D-4A51-888E-80F52EAC573C}" sibTransId="{5CEEE8B7-9DB8-4B1C-B906-2D856F5C433C}"/>
    <dgm:cxn modelId="{698F1D5C-9916-4D5C-9618-9F978E9F6486}" type="presOf" srcId="{FA7BE92E-A285-4D18-BC08-5927EB2022A0}" destId="{2F5AB3AE-B4EC-47BB-823E-0FF21107A33C}" srcOrd="0" destOrd="0" presId="urn:microsoft.com/office/officeart/2005/8/layout/hierarchy6"/>
    <dgm:cxn modelId="{09514048-FDBB-4609-8400-CEA6699B4557}" srcId="{9FC0380F-66B2-4639-ADB7-EC2221CEDF4C}" destId="{63D5DA00-3259-4AF8-A3E6-F410B530A2F7}" srcOrd="3" destOrd="0" parTransId="{952E8B5B-9F4D-44B6-B1DE-1DA9B450EDE2}" sibTransId="{ED7D7ECC-35AF-4675-81DA-F54CB90986BF}"/>
    <dgm:cxn modelId="{B08CD54F-92E3-4561-AD3F-1A0F7CC77D0E}" srcId="{9FC0380F-66B2-4639-ADB7-EC2221CEDF4C}" destId="{FB05E3C9-E01D-41C0-AA38-C30EE3B34480}" srcOrd="2" destOrd="0" parTransId="{A787599F-ED46-407B-8D82-8A54A0674D65}" sibTransId="{A9C1E82F-6D3D-480D-83E3-47D5814656C6}"/>
    <dgm:cxn modelId="{9366E950-1E88-4425-8D3F-37C533B456BA}" type="presOf" srcId="{B0A92FA4-1A60-4AA8-80CC-B90003ECCC46}" destId="{FA67E544-3511-4B49-96F2-C2396FAEE7A8}" srcOrd="0" destOrd="0" presId="urn:microsoft.com/office/officeart/2005/8/layout/hierarchy6"/>
    <dgm:cxn modelId="{C98BC954-34E3-4A89-BC50-3B4E1C23794D}" type="presOf" srcId="{952E8B5B-9F4D-44B6-B1DE-1DA9B450EDE2}" destId="{57179A7A-97DA-4277-A7BE-88B44CAA2597}" srcOrd="0" destOrd="0" presId="urn:microsoft.com/office/officeart/2005/8/layout/hierarchy6"/>
    <dgm:cxn modelId="{EF0D2179-49EC-41F7-B21B-F0F8ED413010}" type="presOf" srcId="{3B98B937-CC12-46F2-AB18-511732998146}" destId="{D5766103-200E-4865-AB9D-DF918EB0A23E}" srcOrd="0" destOrd="0" presId="urn:microsoft.com/office/officeart/2005/8/layout/hierarchy6"/>
    <dgm:cxn modelId="{5D52CD7F-E8B5-476A-8E35-055A112024CB}" srcId="{9FC0380F-66B2-4639-ADB7-EC2221CEDF4C}" destId="{52E8682B-7024-4C24-A6AB-38C84E3CF394}" srcOrd="1" destOrd="0" parTransId="{3B98B937-CC12-46F2-AB18-511732998146}" sibTransId="{C0775E74-0B69-4727-874C-2E9F7001DF42}"/>
    <dgm:cxn modelId="{7F98F48E-ED71-4046-9EB9-C5F26D97C2A0}" srcId="{9FC0380F-66B2-4639-ADB7-EC2221CEDF4C}" destId="{FA7BE92E-A285-4D18-BC08-5927EB2022A0}" srcOrd="4" destOrd="0" parTransId="{B0A92FA4-1A60-4AA8-80CC-B90003ECCC46}" sibTransId="{CE5762A4-BFF7-4804-9124-FDC9B09A1CAC}"/>
    <dgm:cxn modelId="{C98CBBA6-7BF7-4511-AE36-8985F259D0B4}" type="presOf" srcId="{63D5DA00-3259-4AF8-A3E6-F410B530A2F7}" destId="{89BCDBE4-16B5-4A09-9CDA-495E7591D37F}" srcOrd="0" destOrd="0" presId="urn:microsoft.com/office/officeart/2005/8/layout/hierarchy6"/>
    <dgm:cxn modelId="{9DBB54A8-3EAD-40C9-8B34-9227600F7277}" type="presOf" srcId="{68467D6C-2EE2-487B-ABB8-D49691C19C49}" destId="{C5F56A66-D3F8-41F7-934C-3BF6AB506B41}" srcOrd="0" destOrd="0" presId="urn:microsoft.com/office/officeart/2005/8/layout/hierarchy6"/>
    <dgm:cxn modelId="{8FBE90B5-4131-40A2-80F9-26FDB3B51A90}" type="presOf" srcId="{BFBBE4AC-52F2-40B4-B0F8-0668D9FDDA61}" destId="{EDE41999-330F-45E3-A64D-4EB35F9FB787}" srcOrd="0" destOrd="0" presId="urn:microsoft.com/office/officeart/2005/8/layout/hierarchy6"/>
    <dgm:cxn modelId="{98E8B3B5-59F7-4169-966D-42F7CA841771}" type="presOf" srcId="{A787599F-ED46-407B-8D82-8A54A0674D65}" destId="{9D9F0931-E846-47AD-9E6B-8DC1AEE05426}" srcOrd="0" destOrd="0" presId="urn:microsoft.com/office/officeart/2005/8/layout/hierarchy6"/>
    <dgm:cxn modelId="{FD2330B9-124E-4C6B-8F2E-25FC7854BE3E}" type="presOf" srcId="{52E8682B-7024-4C24-A6AB-38C84E3CF394}" destId="{E2D5F8AA-4A01-4E3A-91DA-5EF99BCA95FD}" srcOrd="0" destOrd="0" presId="urn:microsoft.com/office/officeart/2005/8/layout/hierarchy6"/>
    <dgm:cxn modelId="{6D2833D3-53FA-464A-BA85-5E50112274CC}" srcId="{9FC0380F-66B2-4639-ADB7-EC2221CEDF4C}" destId="{68467D6C-2EE2-487B-ABB8-D49691C19C49}" srcOrd="0" destOrd="0" parTransId="{BFBBE4AC-52F2-40B4-B0F8-0668D9FDDA61}" sibTransId="{8EDB82F2-2599-4F9D-AE57-C390011F5C8A}"/>
    <dgm:cxn modelId="{7E405FDD-D420-43A2-9668-B2A60DD5A6FF}" type="presOf" srcId="{0B0BBC68-9942-4C9C-815C-3966CBF9D4CF}" destId="{EA2DFB08-3B24-4886-AEEE-A3CFE6EEAF23}" srcOrd="0" destOrd="0" presId="urn:microsoft.com/office/officeart/2005/8/layout/hierarchy6"/>
    <dgm:cxn modelId="{15E8E2F9-BA75-4EBC-B255-BDA7549E4C2E}" type="presOf" srcId="{9FC0380F-66B2-4639-ADB7-EC2221CEDF4C}" destId="{3899E468-6DBA-4888-AA58-734D77D196EC}" srcOrd="0" destOrd="0" presId="urn:microsoft.com/office/officeart/2005/8/layout/hierarchy6"/>
    <dgm:cxn modelId="{067B4CDB-2EFA-4826-8964-D791542AED0D}" type="presParOf" srcId="{EA2DFB08-3B24-4886-AEEE-A3CFE6EEAF23}" destId="{28D34685-CB30-4B35-B230-808B9664BFD5}" srcOrd="0" destOrd="0" presId="urn:microsoft.com/office/officeart/2005/8/layout/hierarchy6"/>
    <dgm:cxn modelId="{2B3F1EF5-EEF9-49E0-8002-8AA0CA3E2E74}" type="presParOf" srcId="{28D34685-CB30-4B35-B230-808B9664BFD5}" destId="{417589B2-3068-43ED-8F54-F4F925E7852D}" srcOrd="0" destOrd="0" presId="urn:microsoft.com/office/officeart/2005/8/layout/hierarchy6"/>
    <dgm:cxn modelId="{377627D6-A75D-4CB2-B84F-80D661E3832E}" type="presParOf" srcId="{417589B2-3068-43ED-8F54-F4F925E7852D}" destId="{2FF3A5F7-3C96-4A3E-8C97-AA2C3BEC1B33}" srcOrd="0" destOrd="0" presId="urn:microsoft.com/office/officeart/2005/8/layout/hierarchy6"/>
    <dgm:cxn modelId="{C39DC8C6-4419-4EA0-99EB-1916E2AABBD0}" type="presParOf" srcId="{2FF3A5F7-3C96-4A3E-8C97-AA2C3BEC1B33}" destId="{3899E468-6DBA-4888-AA58-734D77D196EC}" srcOrd="0" destOrd="0" presId="urn:microsoft.com/office/officeart/2005/8/layout/hierarchy6"/>
    <dgm:cxn modelId="{F09EDB3A-7564-4D89-9210-7C9B15EC1E27}" type="presParOf" srcId="{2FF3A5F7-3C96-4A3E-8C97-AA2C3BEC1B33}" destId="{5113DCFF-39A1-4162-BBEE-ADE4172C6B7B}" srcOrd="1" destOrd="0" presId="urn:microsoft.com/office/officeart/2005/8/layout/hierarchy6"/>
    <dgm:cxn modelId="{125E9983-0A16-4EF7-A21D-E70EFA9F7D89}" type="presParOf" srcId="{5113DCFF-39A1-4162-BBEE-ADE4172C6B7B}" destId="{EDE41999-330F-45E3-A64D-4EB35F9FB787}" srcOrd="0" destOrd="0" presId="urn:microsoft.com/office/officeart/2005/8/layout/hierarchy6"/>
    <dgm:cxn modelId="{72A0B15B-8805-4427-AD5C-DB43BAEAAD6F}" type="presParOf" srcId="{5113DCFF-39A1-4162-BBEE-ADE4172C6B7B}" destId="{46911C08-23F7-4E6D-9B8F-944CC418C301}" srcOrd="1" destOrd="0" presId="urn:microsoft.com/office/officeart/2005/8/layout/hierarchy6"/>
    <dgm:cxn modelId="{292043D1-D461-48DC-BF55-4BC18B27DE53}" type="presParOf" srcId="{46911C08-23F7-4E6D-9B8F-944CC418C301}" destId="{C5F56A66-D3F8-41F7-934C-3BF6AB506B41}" srcOrd="0" destOrd="0" presId="urn:microsoft.com/office/officeart/2005/8/layout/hierarchy6"/>
    <dgm:cxn modelId="{902CC7AE-7FA1-4C55-A85E-844C68F4BCC7}" type="presParOf" srcId="{46911C08-23F7-4E6D-9B8F-944CC418C301}" destId="{89DE1424-069E-46EA-853B-659D537B8DD0}" srcOrd="1" destOrd="0" presId="urn:microsoft.com/office/officeart/2005/8/layout/hierarchy6"/>
    <dgm:cxn modelId="{7A255FAA-5F41-4B9C-AA71-018056A185D0}" type="presParOf" srcId="{5113DCFF-39A1-4162-BBEE-ADE4172C6B7B}" destId="{D5766103-200E-4865-AB9D-DF918EB0A23E}" srcOrd="2" destOrd="0" presId="urn:microsoft.com/office/officeart/2005/8/layout/hierarchy6"/>
    <dgm:cxn modelId="{D9591382-13F5-4668-BC97-9529C8F3C356}" type="presParOf" srcId="{5113DCFF-39A1-4162-BBEE-ADE4172C6B7B}" destId="{7050C770-3B0E-4AF4-912D-AA58D0DECEFF}" srcOrd="3" destOrd="0" presId="urn:microsoft.com/office/officeart/2005/8/layout/hierarchy6"/>
    <dgm:cxn modelId="{82BAF0F0-4BC7-42AF-9986-7EB5C3FEC039}" type="presParOf" srcId="{7050C770-3B0E-4AF4-912D-AA58D0DECEFF}" destId="{E2D5F8AA-4A01-4E3A-91DA-5EF99BCA95FD}" srcOrd="0" destOrd="0" presId="urn:microsoft.com/office/officeart/2005/8/layout/hierarchy6"/>
    <dgm:cxn modelId="{43879306-6554-4D0F-9750-033E1F47DB99}" type="presParOf" srcId="{7050C770-3B0E-4AF4-912D-AA58D0DECEFF}" destId="{841F2CC7-3129-4FBC-827D-A60458A1C169}" srcOrd="1" destOrd="0" presId="urn:microsoft.com/office/officeart/2005/8/layout/hierarchy6"/>
    <dgm:cxn modelId="{8FBD1FEA-97CC-4FFF-B2F7-B3B24ACCD46A}" type="presParOf" srcId="{5113DCFF-39A1-4162-BBEE-ADE4172C6B7B}" destId="{9D9F0931-E846-47AD-9E6B-8DC1AEE05426}" srcOrd="4" destOrd="0" presId="urn:microsoft.com/office/officeart/2005/8/layout/hierarchy6"/>
    <dgm:cxn modelId="{61AFD95B-3ACF-42E2-9648-B398C4BB6AB2}" type="presParOf" srcId="{5113DCFF-39A1-4162-BBEE-ADE4172C6B7B}" destId="{5AE2A752-1114-4535-B663-9EADEC4F2468}" srcOrd="5" destOrd="0" presId="urn:microsoft.com/office/officeart/2005/8/layout/hierarchy6"/>
    <dgm:cxn modelId="{78ECE654-CFE3-410C-8A85-D3EB563FAC76}" type="presParOf" srcId="{5AE2A752-1114-4535-B663-9EADEC4F2468}" destId="{CBE5A4FB-A6C5-4249-8FAF-D018B3827C96}" srcOrd="0" destOrd="0" presId="urn:microsoft.com/office/officeart/2005/8/layout/hierarchy6"/>
    <dgm:cxn modelId="{F4939FB4-49D1-45CD-87D2-7E1176B2C9F3}" type="presParOf" srcId="{5AE2A752-1114-4535-B663-9EADEC4F2468}" destId="{2E3534FA-9197-41B3-B359-3DDB0231C508}" srcOrd="1" destOrd="0" presId="urn:microsoft.com/office/officeart/2005/8/layout/hierarchy6"/>
    <dgm:cxn modelId="{1A67CE21-16BB-4452-B3AD-BF8DB1C00241}" type="presParOf" srcId="{5113DCFF-39A1-4162-BBEE-ADE4172C6B7B}" destId="{57179A7A-97DA-4277-A7BE-88B44CAA2597}" srcOrd="6" destOrd="0" presId="urn:microsoft.com/office/officeart/2005/8/layout/hierarchy6"/>
    <dgm:cxn modelId="{1F54549A-02B9-444F-AB8E-C8400679894B}" type="presParOf" srcId="{5113DCFF-39A1-4162-BBEE-ADE4172C6B7B}" destId="{9D4FB7A4-1131-443E-89E4-9DDE673D849F}" srcOrd="7" destOrd="0" presId="urn:microsoft.com/office/officeart/2005/8/layout/hierarchy6"/>
    <dgm:cxn modelId="{08618C73-1DC1-461C-8D8C-F4C480E4323B}" type="presParOf" srcId="{9D4FB7A4-1131-443E-89E4-9DDE673D849F}" destId="{89BCDBE4-16B5-4A09-9CDA-495E7591D37F}" srcOrd="0" destOrd="0" presId="urn:microsoft.com/office/officeart/2005/8/layout/hierarchy6"/>
    <dgm:cxn modelId="{9370CB63-EDF4-418A-800A-32C9B1447044}" type="presParOf" srcId="{9D4FB7A4-1131-443E-89E4-9DDE673D849F}" destId="{4A53BFC9-55DD-4040-A91A-C26CBDD77435}" srcOrd="1" destOrd="0" presId="urn:microsoft.com/office/officeart/2005/8/layout/hierarchy6"/>
    <dgm:cxn modelId="{75580A8F-8AAB-43EB-8FBB-34438363B9AA}" type="presParOf" srcId="{5113DCFF-39A1-4162-BBEE-ADE4172C6B7B}" destId="{FA67E544-3511-4B49-96F2-C2396FAEE7A8}" srcOrd="8" destOrd="0" presId="urn:microsoft.com/office/officeart/2005/8/layout/hierarchy6"/>
    <dgm:cxn modelId="{A44EA72E-259B-4839-A7E4-484AEE9F5432}" type="presParOf" srcId="{5113DCFF-39A1-4162-BBEE-ADE4172C6B7B}" destId="{1326CD6E-C6F7-44D9-A6DB-94B16BAEDF94}" srcOrd="9" destOrd="0" presId="urn:microsoft.com/office/officeart/2005/8/layout/hierarchy6"/>
    <dgm:cxn modelId="{84017D1F-17E4-4D20-A456-8145ECF8B609}" type="presParOf" srcId="{1326CD6E-C6F7-44D9-A6DB-94B16BAEDF94}" destId="{2F5AB3AE-B4EC-47BB-823E-0FF21107A33C}" srcOrd="0" destOrd="0" presId="urn:microsoft.com/office/officeart/2005/8/layout/hierarchy6"/>
    <dgm:cxn modelId="{8DA737E9-158D-4955-942F-A6FEDDF7F456}" type="presParOf" srcId="{1326CD6E-C6F7-44D9-A6DB-94B16BAEDF94}" destId="{15BBF46D-CC45-4D9B-8A20-12E5D2012F32}" srcOrd="1" destOrd="0" presId="urn:microsoft.com/office/officeart/2005/8/layout/hierarchy6"/>
    <dgm:cxn modelId="{AB29CAE6-E6A0-4445-9B23-28768D9EC73F}" type="presParOf" srcId="{EA2DFB08-3B24-4886-AEEE-A3CFE6EEAF23}" destId="{F4BF86CD-B1F9-47E0-80D0-98AF976CD52C}"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99E468-6DBA-4888-AA58-734D77D196EC}">
      <dsp:nvSpPr>
        <dsp:cNvPr id="0" name=""/>
        <dsp:cNvSpPr/>
      </dsp:nvSpPr>
      <dsp:spPr>
        <a:xfrm>
          <a:off x="3879689" y="445462"/>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পোল্ট্রি</a:t>
          </a:r>
          <a:endParaRPr lang="en-US" sz="2800" kern="1200" dirty="0"/>
        </a:p>
      </dsp:txBody>
      <dsp:txXfrm>
        <a:off x="3905550" y="471323"/>
        <a:ext cx="1272720" cy="831239"/>
      </dsp:txXfrm>
    </dsp:sp>
    <dsp:sp modelId="{BA846CB8-0EFF-434B-9748-D92FAAF4A86F}">
      <dsp:nvSpPr>
        <dsp:cNvPr id="0" name=""/>
        <dsp:cNvSpPr/>
      </dsp:nvSpPr>
      <dsp:spPr>
        <a:xfrm>
          <a:off x="1528804" y="1328424"/>
          <a:ext cx="3013105" cy="353184"/>
        </a:xfrm>
        <a:custGeom>
          <a:avLst/>
          <a:gdLst/>
          <a:ahLst/>
          <a:cxnLst/>
          <a:rect l="0" t="0" r="0" b="0"/>
          <a:pathLst>
            <a:path>
              <a:moveTo>
                <a:pt x="3013105" y="0"/>
              </a:moveTo>
              <a:lnTo>
                <a:pt x="3013105" y="176592"/>
              </a:lnTo>
              <a:lnTo>
                <a:pt x="0" y="176592"/>
              </a:lnTo>
              <a:lnTo>
                <a:pt x="0" y="35318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CA5121-13C9-4AD4-997C-A30AB998AD02}">
      <dsp:nvSpPr>
        <dsp:cNvPr id="0" name=""/>
        <dsp:cNvSpPr/>
      </dsp:nvSpPr>
      <dsp:spPr>
        <a:xfrm>
          <a:off x="866583" y="1681608"/>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মুরগী</a:t>
          </a:r>
          <a:endParaRPr lang="en-US" sz="2800" kern="1200" dirty="0"/>
        </a:p>
      </dsp:txBody>
      <dsp:txXfrm>
        <a:off x="892444" y="1707469"/>
        <a:ext cx="1272720" cy="831239"/>
      </dsp:txXfrm>
    </dsp:sp>
    <dsp:sp modelId="{0604902D-9D73-44FD-BB51-BA4EC10F9471}">
      <dsp:nvSpPr>
        <dsp:cNvPr id="0" name=""/>
        <dsp:cNvSpPr/>
      </dsp:nvSpPr>
      <dsp:spPr>
        <a:xfrm>
          <a:off x="667917" y="2564570"/>
          <a:ext cx="860887" cy="353184"/>
        </a:xfrm>
        <a:custGeom>
          <a:avLst/>
          <a:gdLst/>
          <a:ahLst/>
          <a:cxnLst/>
          <a:rect l="0" t="0" r="0" b="0"/>
          <a:pathLst>
            <a:path>
              <a:moveTo>
                <a:pt x="860887" y="0"/>
              </a:moveTo>
              <a:lnTo>
                <a:pt x="860887" y="176592"/>
              </a:lnTo>
              <a:lnTo>
                <a:pt x="0" y="176592"/>
              </a:lnTo>
              <a:lnTo>
                <a:pt x="0" y="353184"/>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B24E73D-B110-4B54-9BBE-55DE222096A9}">
      <dsp:nvSpPr>
        <dsp:cNvPr id="0" name=""/>
        <dsp:cNvSpPr/>
      </dsp:nvSpPr>
      <dsp:spPr>
        <a:xfrm>
          <a:off x="5696" y="2917754"/>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ব্রয়লার</a:t>
          </a:r>
          <a:endParaRPr lang="en-US" sz="2800" kern="1200" dirty="0"/>
        </a:p>
      </dsp:txBody>
      <dsp:txXfrm>
        <a:off x="31557" y="2943615"/>
        <a:ext cx="1272720" cy="831239"/>
      </dsp:txXfrm>
    </dsp:sp>
    <dsp:sp modelId="{7D0E9AFF-0F0B-4F90-877A-CF4D396E170A}">
      <dsp:nvSpPr>
        <dsp:cNvPr id="0" name=""/>
        <dsp:cNvSpPr/>
      </dsp:nvSpPr>
      <dsp:spPr>
        <a:xfrm>
          <a:off x="1528804" y="2564570"/>
          <a:ext cx="860887" cy="353184"/>
        </a:xfrm>
        <a:custGeom>
          <a:avLst/>
          <a:gdLst/>
          <a:ahLst/>
          <a:cxnLst/>
          <a:rect l="0" t="0" r="0" b="0"/>
          <a:pathLst>
            <a:path>
              <a:moveTo>
                <a:pt x="0" y="0"/>
              </a:moveTo>
              <a:lnTo>
                <a:pt x="0" y="176592"/>
              </a:lnTo>
              <a:lnTo>
                <a:pt x="860887" y="176592"/>
              </a:lnTo>
              <a:lnTo>
                <a:pt x="860887" y="353184"/>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436B87F-CE58-4A14-B136-F593D60CB104}">
      <dsp:nvSpPr>
        <dsp:cNvPr id="0" name=""/>
        <dsp:cNvSpPr/>
      </dsp:nvSpPr>
      <dsp:spPr>
        <a:xfrm>
          <a:off x="1727471" y="2917754"/>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লেয়ার</a:t>
          </a:r>
          <a:endParaRPr lang="en-US" sz="2800" kern="1200" dirty="0"/>
        </a:p>
      </dsp:txBody>
      <dsp:txXfrm>
        <a:off x="1753332" y="2943615"/>
        <a:ext cx="1272720" cy="831239"/>
      </dsp:txXfrm>
    </dsp:sp>
    <dsp:sp modelId="{D1AB73E9-2A41-4796-80C2-2A4812291826}">
      <dsp:nvSpPr>
        <dsp:cNvPr id="0" name=""/>
        <dsp:cNvSpPr/>
      </dsp:nvSpPr>
      <dsp:spPr>
        <a:xfrm>
          <a:off x="3250579" y="1328424"/>
          <a:ext cx="1291330" cy="353184"/>
        </a:xfrm>
        <a:custGeom>
          <a:avLst/>
          <a:gdLst/>
          <a:ahLst/>
          <a:cxnLst/>
          <a:rect l="0" t="0" r="0" b="0"/>
          <a:pathLst>
            <a:path>
              <a:moveTo>
                <a:pt x="1291330" y="0"/>
              </a:moveTo>
              <a:lnTo>
                <a:pt x="1291330" y="176592"/>
              </a:lnTo>
              <a:lnTo>
                <a:pt x="0" y="176592"/>
              </a:lnTo>
              <a:lnTo>
                <a:pt x="0" y="35318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E9B9A2D-4614-446F-A969-BA9914F0DA4B}">
      <dsp:nvSpPr>
        <dsp:cNvPr id="0" name=""/>
        <dsp:cNvSpPr/>
      </dsp:nvSpPr>
      <dsp:spPr>
        <a:xfrm>
          <a:off x="2588358" y="1681608"/>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হাঁস</a:t>
          </a:r>
          <a:endParaRPr lang="en-US" sz="2800" kern="1200" dirty="0"/>
        </a:p>
      </dsp:txBody>
      <dsp:txXfrm>
        <a:off x="2614219" y="1707469"/>
        <a:ext cx="1272720" cy="831239"/>
      </dsp:txXfrm>
    </dsp:sp>
    <dsp:sp modelId="{A6AF2C97-06AF-4D59-B52B-52AF99706038}">
      <dsp:nvSpPr>
        <dsp:cNvPr id="0" name=""/>
        <dsp:cNvSpPr/>
      </dsp:nvSpPr>
      <dsp:spPr>
        <a:xfrm>
          <a:off x="4541910" y="1328424"/>
          <a:ext cx="3013105" cy="353184"/>
        </a:xfrm>
        <a:custGeom>
          <a:avLst/>
          <a:gdLst/>
          <a:ahLst/>
          <a:cxnLst/>
          <a:rect l="0" t="0" r="0" b="0"/>
          <a:pathLst>
            <a:path>
              <a:moveTo>
                <a:pt x="0" y="0"/>
              </a:moveTo>
              <a:lnTo>
                <a:pt x="0" y="176592"/>
              </a:lnTo>
              <a:lnTo>
                <a:pt x="3013105" y="176592"/>
              </a:lnTo>
              <a:lnTo>
                <a:pt x="3013105" y="35318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5CEE6F-9F31-4D53-81E6-F7B2D8704C9D}">
      <dsp:nvSpPr>
        <dsp:cNvPr id="0" name=""/>
        <dsp:cNvSpPr/>
      </dsp:nvSpPr>
      <dsp:spPr>
        <a:xfrm>
          <a:off x="6892795" y="1681608"/>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বিবিধ</a:t>
          </a:r>
          <a:endParaRPr lang="en-US" sz="2800" kern="1200" dirty="0"/>
        </a:p>
      </dsp:txBody>
      <dsp:txXfrm>
        <a:off x="6918656" y="1707469"/>
        <a:ext cx="1272720" cy="831239"/>
      </dsp:txXfrm>
    </dsp:sp>
    <dsp:sp modelId="{D77D8A84-3FB5-4457-825A-2DA4A6E0BD34}">
      <dsp:nvSpPr>
        <dsp:cNvPr id="0" name=""/>
        <dsp:cNvSpPr/>
      </dsp:nvSpPr>
      <dsp:spPr>
        <a:xfrm>
          <a:off x="4111466" y="2564570"/>
          <a:ext cx="3443549" cy="353184"/>
        </a:xfrm>
        <a:custGeom>
          <a:avLst/>
          <a:gdLst/>
          <a:ahLst/>
          <a:cxnLst/>
          <a:rect l="0" t="0" r="0" b="0"/>
          <a:pathLst>
            <a:path>
              <a:moveTo>
                <a:pt x="3443549" y="0"/>
              </a:moveTo>
              <a:lnTo>
                <a:pt x="3443549" y="176592"/>
              </a:lnTo>
              <a:lnTo>
                <a:pt x="0" y="176592"/>
              </a:lnTo>
              <a:lnTo>
                <a:pt x="0" y="353184"/>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3C43992-A354-4360-BF04-F6F610141A8B}">
      <dsp:nvSpPr>
        <dsp:cNvPr id="0" name=""/>
        <dsp:cNvSpPr/>
      </dsp:nvSpPr>
      <dsp:spPr>
        <a:xfrm>
          <a:off x="3449245" y="2917754"/>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কবুতর</a:t>
          </a:r>
          <a:endParaRPr lang="en-US" sz="2800" kern="1200" dirty="0"/>
        </a:p>
      </dsp:txBody>
      <dsp:txXfrm>
        <a:off x="3475106" y="2943615"/>
        <a:ext cx="1272720" cy="831239"/>
      </dsp:txXfrm>
    </dsp:sp>
    <dsp:sp modelId="{5E51355E-DABD-4722-BF90-07AE204EF600}">
      <dsp:nvSpPr>
        <dsp:cNvPr id="0" name=""/>
        <dsp:cNvSpPr/>
      </dsp:nvSpPr>
      <dsp:spPr>
        <a:xfrm>
          <a:off x="5833241" y="2564570"/>
          <a:ext cx="1721774" cy="353184"/>
        </a:xfrm>
        <a:custGeom>
          <a:avLst/>
          <a:gdLst/>
          <a:ahLst/>
          <a:cxnLst/>
          <a:rect l="0" t="0" r="0" b="0"/>
          <a:pathLst>
            <a:path>
              <a:moveTo>
                <a:pt x="1721774" y="0"/>
              </a:moveTo>
              <a:lnTo>
                <a:pt x="1721774" y="176592"/>
              </a:lnTo>
              <a:lnTo>
                <a:pt x="0" y="176592"/>
              </a:lnTo>
              <a:lnTo>
                <a:pt x="0" y="353184"/>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0A78190-3CA7-48F6-9202-ABD8BA597E21}">
      <dsp:nvSpPr>
        <dsp:cNvPr id="0" name=""/>
        <dsp:cNvSpPr/>
      </dsp:nvSpPr>
      <dsp:spPr>
        <a:xfrm>
          <a:off x="5171020" y="2917754"/>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তিতির</a:t>
          </a:r>
          <a:endParaRPr lang="en-US" sz="2800" kern="1200" dirty="0"/>
        </a:p>
      </dsp:txBody>
      <dsp:txXfrm>
        <a:off x="5196881" y="2943615"/>
        <a:ext cx="1272720" cy="831239"/>
      </dsp:txXfrm>
    </dsp:sp>
    <dsp:sp modelId="{820CEE21-EF8B-4A79-8EC1-A25754BCABF1}">
      <dsp:nvSpPr>
        <dsp:cNvPr id="0" name=""/>
        <dsp:cNvSpPr/>
      </dsp:nvSpPr>
      <dsp:spPr>
        <a:xfrm>
          <a:off x="7509296" y="2564570"/>
          <a:ext cx="91440" cy="353184"/>
        </a:xfrm>
        <a:custGeom>
          <a:avLst/>
          <a:gdLst/>
          <a:ahLst/>
          <a:cxnLst/>
          <a:rect l="0" t="0" r="0" b="0"/>
          <a:pathLst>
            <a:path>
              <a:moveTo>
                <a:pt x="45720" y="0"/>
              </a:moveTo>
              <a:lnTo>
                <a:pt x="45720" y="353184"/>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1E9608-8CF7-42E6-BA8B-A974F3FC66B9}">
      <dsp:nvSpPr>
        <dsp:cNvPr id="0" name=""/>
        <dsp:cNvSpPr/>
      </dsp:nvSpPr>
      <dsp:spPr>
        <a:xfrm>
          <a:off x="6892795" y="2917754"/>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উটপাখি</a:t>
          </a:r>
          <a:endParaRPr lang="en-US" sz="2800" kern="1200" dirty="0"/>
        </a:p>
      </dsp:txBody>
      <dsp:txXfrm>
        <a:off x="6918656" y="2943615"/>
        <a:ext cx="1272720" cy="831239"/>
      </dsp:txXfrm>
    </dsp:sp>
    <dsp:sp modelId="{F232D6D0-1809-41D4-9BD0-7D27AD47BEE3}">
      <dsp:nvSpPr>
        <dsp:cNvPr id="0" name=""/>
        <dsp:cNvSpPr/>
      </dsp:nvSpPr>
      <dsp:spPr>
        <a:xfrm>
          <a:off x="7555016" y="2564570"/>
          <a:ext cx="1721774" cy="353184"/>
        </a:xfrm>
        <a:custGeom>
          <a:avLst/>
          <a:gdLst/>
          <a:ahLst/>
          <a:cxnLst/>
          <a:rect l="0" t="0" r="0" b="0"/>
          <a:pathLst>
            <a:path>
              <a:moveTo>
                <a:pt x="0" y="0"/>
              </a:moveTo>
              <a:lnTo>
                <a:pt x="0" y="176592"/>
              </a:lnTo>
              <a:lnTo>
                <a:pt x="1721774" y="176592"/>
              </a:lnTo>
              <a:lnTo>
                <a:pt x="1721774" y="353184"/>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A6FD5A7-018E-4CC1-A544-C030F0D43B3C}">
      <dsp:nvSpPr>
        <dsp:cNvPr id="0" name=""/>
        <dsp:cNvSpPr/>
      </dsp:nvSpPr>
      <dsp:spPr>
        <a:xfrm>
          <a:off x="8614569" y="2917754"/>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টার্কি</a:t>
          </a:r>
          <a:endParaRPr lang="en-US" sz="2800" kern="1200" dirty="0"/>
        </a:p>
      </dsp:txBody>
      <dsp:txXfrm>
        <a:off x="8640430" y="2943615"/>
        <a:ext cx="1272720" cy="831239"/>
      </dsp:txXfrm>
    </dsp:sp>
    <dsp:sp modelId="{CE3A703F-4A12-4CC9-B8D6-43D05486C8EF}">
      <dsp:nvSpPr>
        <dsp:cNvPr id="0" name=""/>
        <dsp:cNvSpPr/>
      </dsp:nvSpPr>
      <dsp:spPr>
        <a:xfrm>
          <a:off x="7555016" y="2564570"/>
          <a:ext cx="3443549" cy="353184"/>
        </a:xfrm>
        <a:custGeom>
          <a:avLst/>
          <a:gdLst/>
          <a:ahLst/>
          <a:cxnLst/>
          <a:rect l="0" t="0" r="0" b="0"/>
          <a:pathLst>
            <a:path>
              <a:moveTo>
                <a:pt x="0" y="0"/>
              </a:moveTo>
              <a:lnTo>
                <a:pt x="0" y="176592"/>
              </a:lnTo>
              <a:lnTo>
                <a:pt x="3443549" y="176592"/>
              </a:lnTo>
              <a:lnTo>
                <a:pt x="3443549" y="353184"/>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0C6AA8-6AEA-4A73-9AF5-1B642DF44258}">
      <dsp:nvSpPr>
        <dsp:cNvPr id="0" name=""/>
        <dsp:cNvSpPr/>
      </dsp:nvSpPr>
      <dsp:spPr>
        <a:xfrm>
          <a:off x="10336344" y="2917754"/>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কোয়েল</a:t>
          </a:r>
          <a:endParaRPr lang="en-US" sz="2800" kern="1200" dirty="0"/>
        </a:p>
      </dsp:txBody>
      <dsp:txXfrm>
        <a:off x="10362205" y="2943615"/>
        <a:ext cx="1272720" cy="8312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94786A-C93A-4B64-89EB-286BD2106319}">
      <dsp:nvSpPr>
        <dsp:cNvPr id="0" name=""/>
        <dsp:cNvSpPr/>
      </dsp:nvSpPr>
      <dsp:spPr>
        <a:xfrm>
          <a:off x="1388883" y="759"/>
          <a:ext cx="1871308" cy="93565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bn-IN" sz="2500" kern="1200" dirty="0"/>
            <a:t>আমেরিকান শ্রেণী</a:t>
          </a:r>
          <a:endParaRPr lang="en-US" sz="2500" kern="1200" dirty="0"/>
        </a:p>
      </dsp:txBody>
      <dsp:txXfrm>
        <a:off x="1416287" y="28163"/>
        <a:ext cx="1816500" cy="880846"/>
      </dsp:txXfrm>
    </dsp:sp>
    <dsp:sp modelId="{87868605-DE5D-4BF3-B625-1D92F4B01179}">
      <dsp:nvSpPr>
        <dsp:cNvPr id="0" name=""/>
        <dsp:cNvSpPr/>
      </dsp:nvSpPr>
      <dsp:spPr>
        <a:xfrm>
          <a:off x="1576014" y="936413"/>
          <a:ext cx="187130" cy="701740"/>
        </a:xfrm>
        <a:custGeom>
          <a:avLst/>
          <a:gdLst/>
          <a:ahLst/>
          <a:cxnLst/>
          <a:rect l="0" t="0" r="0" b="0"/>
          <a:pathLst>
            <a:path>
              <a:moveTo>
                <a:pt x="0" y="0"/>
              </a:moveTo>
              <a:lnTo>
                <a:pt x="0" y="701740"/>
              </a:lnTo>
              <a:lnTo>
                <a:pt x="187130" y="70174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74F939-E805-4286-A8DC-D9A69A8B1F94}">
      <dsp:nvSpPr>
        <dsp:cNvPr id="0" name=""/>
        <dsp:cNvSpPr/>
      </dsp:nvSpPr>
      <dsp:spPr>
        <a:xfrm>
          <a:off x="1763145" y="1170327"/>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রোড আইল্যান্ড রেড</a:t>
          </a:r>
          <a:endParaRPr lang="en-US" sz="1900" kern="1200" dirty="0"/>
        </a:p>
      </dsp:txBody>
      <dsp:txXfrm>
        <a:off x="1790549" y="1197731"/>
        <a:ext cx="1442238" cy="880846"/>
      </dsp:txXfrm>
    </dsp:sp>
    <dsp:sp modelId="{71336DF8-C12E-4355-8399-740F06EA66A7}">
      <dsp:nvSpPr>
        <dsp:cNvPr id="0" name=""/>
        <dsp:cNvSpPr/>
      </dsp:nvSpPr>
      <dsp:spPr>
        <a:xfrm>
          <a:off x="1576014" y="936413"/>
          <a:ext cx="187130" cy="1871308"/>
        </a:xfrm>
        <a:custGeom>
          <a:avLst/>
          <a:gdLst/>
          <a:ahLst/>
          <a:cxnLst/>
          <a:rect l="0" t="0" r="0" b="0"/>
          <a:pathLst>
            <a:path>
              <a:moveTo>
                <a:pt x="0" y="0"/>
              </a:moveTo>
              <a:lnTo>
                <a:pt x="0" y="1871308"/>
              </a:lnTo>
              <a:lnTo>
                <a:pt x="187130" y="187130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1765850-BB40-4BA5-A151-EDBCD82997C6}">
      <dsp:nvSpPr>
        <dsp:cNvPr id="0" name=""/>
        <dsp:cNvSpPr/>
      </dsp:nvSpPr>
      <dsp:spPr>
        <a:xfrm>
          <a:off x="1763145" y="2339894"/>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নিউ হ্যাম্পশায়ার</a:t>
          </a:r>
          <a:endParaRPr lang="en-US" sz="1900" kern="1200" dirty="0"/>
        </a:p>
      </dsp:txBody>
      <dsp:txXfrm>
        <a:off x="1790549" y="2367298"/>
        <a:ext cx="1442238" cy="880846"/>
      </dsp:txXfrm>
    </dsp:sp>
    <dsp:sp modelId="{4F7A7FFB-906B-4D02-B2DC-B95E18FDC006}">
      <dsp:nvSpPr>
        <dsp:cNvPr id="0" name=""/>
        <dsp:cNvSpPr/>
      </dsp:nvSpPr>
      <dsp:spPr>
        <a:xfrm>
          <a:off x="1576014" y="936413"/>
          <a:ext cx="187130" cy="3040876"/>
        </a:xfrm>
        <a:custGeom>
          <a:avLst/>
          <a:gdLst/>
          <a:ahLst/>
          <a:cxnLst/>
          <a:rect l="0" t="0" r="0" b="0"/>
          <a:pathLst>
            <a:path>
              <a:moveTo>
                <a:pt x="0" y="0"/>
              </a:moveTo>
              <a:lnTo>
                <a:pt x="0" y="3040876"/>
              </a:lnTo>
              <a:lnTo>
                <a:pt x="187130" y="3040876"/>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7C7D5CE-792C-4578-9CE3-759B5230E298}">
      <dsp:nvSpPr>
        <dsp:cNvPr id="0" name=""/>
        <dsp:cNvSpPr/>
      </dsp:nvSpPr>
      <dsp:spPr>
        <a:xfrm>
          <a:off x="1763145" y="3509462"/>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প্লাইমাউথ রক</a:t>
          </a:r>
          <a:endParaRPr lang="en-US" sz="1900" kern="1200" dirty="0"/>
        </a:p>
      </dsp:txBody>
      <dsp:txXfrm>
        <a:off x="1790549" y="3536866"/>
        <a:ext cx="1442238" cy="880846"/>
      </dsp:txXfrm>
    </dsp:sp>
    <dsp:sp modelId="{336840B7-B532-4C3B-AD13-D780C462781B}">
      <dsp:nvSpPr>
        <dsp:cNvPr id="0" name=""/>
        <dsp:cNvSpPr/>
      </dsp:nvSpPr>
      <dsp:spPr>
        <a:xfrm>
          <a:off x="3728019" y="759"/>
          <a:ext cx="1871308" cy="93565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bn-IN" sz="2500" kern="1200" dirty="0"/>
            <a:t>ভূমধ্যসাগরীয় শ্রেণী</a:t>
          </a:r>
          <a:endParaRPr lang="en-US" sz="2500" kern="1200" dirty="0"/>
        </a:p>
      </dsp:txBody>
      <dsp:txXfrm>
        <a:off x="3755423" y="28163"/>
        <a:ext cx="1816500" cy="880846"/>
      </dsp:txXfrm>
    </dsp:sp>
    <dsp:sp modelId="{9528C1BA-B0B1-4B32-BFD2-16C55152C152}">
      <dsp:nvSpPr>
        <dsp:cNvPr id="0" name=""/>
        <dsp:cNvSpPr/>
      </dsp:nvSpPr>
      <dsp:spPr>
        <a:xfrm>
          <a:off x="3915150" y="936413"/>
          <a:ext cx="187130" cy="701740"/>
        </a:xfrm>
        <a:custGeom>
          <a:avLst/>
          <a:gdLst/>
          <a:ahLst/>
          <a:cxnLst/>
          <a:rect l="0" t="0" r="0" b="0"/>
          <a:pathLst>
            <a:path>
              <a:moveTo>
                <a:pt x="0" y="0"/>
              </a:moveTo>
              <a:lnTo>
                <a:pt x="0" y="701740"/>
              </a:lnTo>
              <a:lnTo>
                <a:pt x="187130" y="70174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040B7D3-F052-490C-A88B-B29A78310F59}">
      <dsp:nvSpPr>
        <dsp:cNvPr id="0" name=""/>
        <dsp:cNvSpPr/>
      </dsp:nvSpPr>
      <dsp:spPr>
        <a:xfrm>
          <a:off x="4102281" y="1170327"/>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লেগহর্ণ</a:t>
          </a:r>
          <a:endParaRPr lang="en-US" sz="1900" kern="1200" dirty="0"/>
        </a:p>
      </dsp:txBody>
      <dsp:txXfrm>
        <a:off x="4129685" y="1197731"/>
        <a:ext cx="1442238" cy="880846"/>
      </dsp:txXfrm>
    </dsp:sp>
    <dsp:sp modelId="{5DE899CC-0652-4CDE-A686-36211241694F}">
      <dsp:nvSpPr>
        <dsp:cNvPr id="0" name=""/>
        <dsp:cNvSpPr/>
      </dsp:nvSpPr>
      <dsp:spPr>
        <a:xfrm>
          <a:off x="3915150" y="936413"/>
          <a:ext cx="187130" cy="1871308"/>
        </a:xfrm>
        <a:custGeom>
          <a:avLst/>
          <a:gdLst/>
          <a:ahLst/>
          <a:cxnLst/>
          <a:rect l="0" t="0" r="0" b="0"/>
          <a:pathLst>
            <a:path>
              <a:moveTo>
                <a:pt x="0" y="0"/>
              </a:moveTo>
              <a:lnTo>
                <a:pt x="0" y="1871308"/>
              </a:lnTo>
              <a:lnTo>
                <a:pt x="187130" y="187130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2FADC20-C895-428F-A80D-B60D49E5BA5E}">
      <dsp:nvSpPr>
        <dsp:cNvPr id="0" name=""/>
        <dsp:cNvSpPr/>
      </dsp:nvSpPr>
      <dsp:spPr>
        <a:xfrm>
          <a:off x="4102281" y="2339894"/>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ফাউমি</a:t>
          </a:r>
          <a:endParaRPr lang="en-US" sz="1900" kern="1200" dirty="0"/>
        </a:p>
      </dsp:txBody>
      <dsp:txXfrm>
        <a:off x="4129685" y="2367298"/>
        <a:ext cx="1442238" cy="880846"/>
      </dsp:txXfrm>
    </dsp:sp>
    <dsp:sp modelId="{C865676B-C920-4B07-BC1C-ADDBAA701E34}">
      <dsp:nvSpPr>
        <dsp:cNvPr id="0" name=""/>
        <dsp:cNvSpPr/>
      </dsp:nvSpPr>
      <dsp:spPr>
        <a:xfrm>
          <a:off x="3915150" y="936413"/>
          <a:ext cx="187130" cy="3040876"/>
        </a:xfrm>
        <a:custGeom>
          <a:avLst/>
          <a:gdLst/>
          <a:ahLst/>
          <a:cxnLst/>
          <a:rect l="0" t="0" r="0" b="0"/>
          <a:pathLst>
            <a:path>
              <a:moveTo>
                <a:pt x="0" y="0"/>
              </a:moveTo>
              <a:lnTo>
                <a:pt x="0" y="3040876"/>
              </a:lnTo>
              <a:lnTo>
                <a:pt x="187130" y="3040876"/>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5F7B42-8DF0-418C-9C78-47E64D3F0ADF}">
      <dsp:nvSpPr>
        <dsp:cNvPr id="0" name=""/>
        <dsp:cNvSpPr/>
      </dsp:nvSpPr>
      <dsp:spPr>
        <a:xfrm>
          <a:off x="4102281" y="3509462"/>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মিনর্কা</a:t>
          </a:r>
          <a:endParaRPr lang="en-US" sz="1900" kern="1200" dirty="0"/>
        </a:p>
      </dsp:txBody>
      <dsp:txXfrm>
        <a:off x="4129685" y="3536866"/>
        <a:ext cx="1442238" cy="880846"/>
      </dsp:txXfrm>
    </dsp:sp>
    <dsp:sp modelId="{8009F096-A19D-4E7D-A401-B429C912BA75}">
      <dsp:nvSpPr>
        <dsp:cNvPr id="0" name=""/>
        <dsp:cNvSpPr/>
      </dsp:nvSpPr>
      <dsp:spPr>
        <a:xfrm>
          <a:off x="6067155" y="759"/>
          <a:ext cx="1871308" cy="93565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bn-IN" sz="2500" kern="1200" dirty="0"/>
            <a:t>ইংলিশ শ্রেণী</a:t>
          </a:r>
          <a:endParaRPr lang="en-US" sz="2500" kern="1200" dirty="0"/>
        </a:p>
      </dsp:txBody>
      <dsp:txXfrm>
        <a:off x="6094559" y="28163"/>
        <a:ext cx="1816500" cy="880846"/>
      </dsp:txXfrm>
    </dsp:sp>
    <dsp:sp modelId="{307BA7A2-C709-4AC8-A50B-B1059F846314}">
      <dsp:nvSpPr>
        <dsp:cNvPr id="0" name=""/>
        <dsp:cNvSpPr/>
      </dsp:nvSpPr>
      <dsp:spPr>
        <a:xfrm>
          <a:off x="6254285" y="936413"/>
          <a:ext cx="187130" cy="701740"/>
        </a:xfrm>
        <a:custGeom>
          <a:avLst/>
          <a:gdLst/>
          <a:ahLst/>
          <a:cxnLst/>
          <a:rect l="0" t="0" r="0" b="0"/>
          <a:pathLst>
            <a:path>
              <a:moveTo>
                <a:pt x="0" y="0"/>
              </a:moveTo>
              <a:lnTo>
                <a:pt x="0" y="701740"/>
              </a:lnTo>
              <a:lnTo>
                <a:pt x="187130" y="70174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3F98FD-FCDA-4653-B246-B99270784990}">
      <dsp:nvSpPr>
        <dsp:cNvPr id="0" name=""/>
        <dsp:cNvSpPr/>
      </dsp:nvSpPr>
      <dsp:spPr>
        <a:xfrm>
          <a:off x="6441416" y="1170327"/>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অস্ট্রার্লপ</a:t>
          </a:r>
          <a:endParaRPr lang="en-US" sz="1900" kern="1200" dirty="0"/>
        </a:p>
      </dsp:txBody>
      <dsp:txXfrm>
        <a:off x="6468820" y="1197731"/>
        <a:ext cx="1442238" cy="880846"/>
      </dsp:txXfrm>
    </dsp:sp>
    <dsp:sp modelId="{C425201B-9ACF-4947-A90D-573D75D752DA}">
      <dsp:nvSpPr>
        <dsp:cNvPr id="0" name=""/>
        <dsp:cNvSpPr/>
      </dsp:nvSpPr>
      <dsp:spPr>
        <a:xfrm>
          <a:off x="6254285" y="936413"/>
          <a:ext cx="187130" cy="1871308"/>
        </a:xfrm>
        <a:custGeom>
          <a:avLst/>
          <a:gdLst/>
          <a:ahLst/>
          <a:cxnLst/>
          <a:rect l="0" t="0" r="0" b="0"/>
          <a:pathLst>
            <a:path>
              <a:moveTo>
                <a:pt x="0" y="0"/>
              </a:moveTo>
              <a:lnTo>
                <a:pt x="0" y="1871308"/>
              </a:lnTo>
              <a:lnTo>
                <a:pt x="187130" y="187130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CA298D4-53A6-4405-AF13-7D49DB6D591B}">
      <dsp:nvSpPr>
        <dsp:cNvPr id="0" name=""/>
        <dsp:cNvSpPr/>
      </dsp:nvSpPr>
      <dsp:spPr>
        <a:xfrm>
          <a:off x="6441416" y="2339894"/>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কর্নিশ</a:t>
          </a:r>
          <a:endParaRPr lang="en-US" sz="1900" kern="1200" dirty="0"/>
        </a:p>
      </dsp:txBody>
      <dsp:txXfrm>
        <a:off x="6468820" y="2367298"/>
        <a:ext cx="1442238" cy="880846"/>
      </dsp:txXfrm>
    </dsp:sp>
    <dsp:sp modelId="{F69E006E-DBC8-4939-AD88-10AFE2A6DFBF}">
      <dsp:nvSpPr>
        <dsp:cNvPr id="0" name=""/>
        <dsp:cNvSpPr/>
      </dsp:nvSpPr>
      <dsp:spPr>
        <a:xfrm>
          <a:off x="6254285" y="936413"/>
          <a:ext cx="187130" cy="3040876"/>
        </a:xfrm>
        <a:custGeom>
          <a:avLst/>
          <a:gdLst/>
          <a:ahLst/>
          <a:cxnLst/>
          <a:rect l="0" t="0" r="0" b="0"/>
          <a:pathLst>
            <a:path>
              <a:moveTo>
                <a:pt x="0" y="0"/>
              </a:moveTo>
              <a:lnTo>
                <a:pt x="0" y="3040876"/>
              </a:lnTo>
              <a:lnTo>
                <a:pt x="187130" y="3040876"/>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30B183-2873-409C-A8E9-ACF55E60E346}">
      <dsp:nvSpPr>
        <dsp:cNvPr id="0" name=""/>
        <dsp:cNvSpPr/>
      </dsp:nvSpPr>
      <dsp:spPr>
        <a:xfrm>
          <a:off x="6441416" y="3509462"/>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সাসেক্স</a:t>
          </a:r>
          <a:endParaRPr lang="en-US" sz="1900" kern="1200" dirty="0"/>
        </a:p>
      </dsp:txBody>
      <dsp:txXfrm>
        <a:off x="6468820" y="3536866"/>
        <a:ext cx="1442238" cy="880846"/>
      </dsp:txXfrm>
    </dsp:sp>
    <dsp:sp modelId="{EBD98054-0A84-4CA4-9996-89ABEFA704B6}">
      <dsp:nvSpPr>
        <dsp:cNvPr id="0" name=""/>
        <dsp:cNvSpPr/>
      </dsp:nvSpPr>
      <dsp:spPr>
        <a:xfrm>
          <a:off x="8406290" y="759"/>
          <a:ext cx="1871308" cy="93565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bn-IN" sz="2500" kern="1200" dirty="0"/>
            <a:t>এশীয় শ্রেণী</a:t>
          </a:r>
          <a:endParaRPr lang="en-US" sz="2500" kern="1200" dirty="0"/>
        </a:p>
      </dsp:txBody>
      <dsp:txXfrm>
        <a:off x="8433694" y="28163"/>
        <a:ext cx="1816500" cy="880846"/>
      </dsp:txXfrm>
    </dsp:sp>
    <dsp:sp modelId="{EF9CA835-611F-4DF7-824F-7C1F8E08509A}">
      <dsp:nvSpPr>
        <dsp:cNvPr id="0" name=""/>
        <dsp:cNvSpPr/>
      </dsp:nvSpPr>
      <dsp:spPr>
        <a:xfrm>
          <a:off x="8593421" y="936413"/>
          <a:ext cx="187130" cy="701740"/>
        </a:xfrm>
        <a:custGeom>
          <a:avLst/>
          <a:gdLst/>
          <a:ahLst/>
          <a:cxnLst/>
          <a:rect l="0" t="0" r="0" b="0"/>
          <a:pathLst>
            <a:path>
              <a:moveTo>
                <a:pt x="0" y="0"/>
              </a:moveTo>
              <a:lnTo>
                <a:pt x="0" y="701740"/>
              </a:lnTo>
              <a:lnTo>
                <a:pt x="187130" y="70174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77BB3F-E363-445E-BAD3-1415B0DF3741}">
      <dsp:nvSpPr>
        <dsp:cNvPr id="0" name=""/>
        <dsp:cNvSpPr/>
      </dsp:nvSpPr>
      <dsp:spPr>
        <a:xfrm>
          <a:off x="8780552" y="1170327"/>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ব্রাহমা</a:t>
          </a:r>
          <a:endParaRPr lang="en-US" sz="1900" kern="1200" dirty="0"/>
        </a:p>
      </dsp:txBody>
      <dsp:txXfrm>
        <a:off x="8807956" y="1197731"/>
        <a:ext cx="1442238" cy="880846"/>
      </dsp:txXfrm>
    </dsp:sp>
    <dsp:sp modelId="{F676E694-6403-4471-83EF-440E64416601}">
      <dsp:nvSpPr>
        <dsp:cNvPr id="0" name=""/>
        <dsp:cNvSpPr/>
      </dsp:nvSpPr>
      <dsp:spPr>
        <a:xfrm>
          <a:off x="8593421" y="936413"/>
          <a:ext cx="187130" cy="1871308"/>
        </a:xfrm>
        <a:custGeom>
          <a:avLst/>
          <a:gdLst/>
          <a:ahLst/>
          <a:cxnLst/>
          <a:rect l="0" t="0" r="0" b="0"/>
          <a:pathLst>
            <a:path>
              <a:moveTo>
                <a:pt x="0" y="0"/>
              </a:moveTo>
              <a:lnTo>
                <a:pt x="0" y="1871308"/>
              </a:lnTo>
              <a:lnTo>
                <a:pt x="187130" y="187130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36AD7DC-496D-4198-8E9A-5F7F02FD267E}">
      <dsp:nvSpPr>
        <dsp:cNvPr id="0" name=""/>
        <dsp:cNvSpPr/>
      </dsp:nvSpPr>
      <dsp:spPr>
        <a:xfrm>
          <a:off x="8780552" y="2339894"/>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কোচিন</a:t>
          </a:r>
          <a:endParaRPr lang="en-US" sz="1900" kern="1200" dirty="0"/>
        </a:p>
      </dsp:txBody>
      <dsp:txXfrm>
        <a:off x="8807956" y="2367298"/>
        <a:ext cx="1442238" cy="880846"/>
      </dsp:txXfrm>
    </dsp:sp>
    <dsp:sp modelId="{C83A2F5D-D2A3-4C21-B3CB-4A111211AED8}">
      <dsp:nvSpPr>
        <dsp:cNvPr id="0" name=""/>
        <dsp:cNvSpPr/>
      </dsp:nvSpPr>
      <dsp:spPr>
        <a:xfrm>
          <a:off x="8593421" y="936413"/>
          <a:ext cx="187130" cy="3040876"/>
        </a:xfrm>
        <a:custGeom>
          <a:avLst/>
          <a:gdLst/>
          <a:ahLst/>
          <a:cxnLst/>
          <a:rect l="0" t="0" r="0" b="0"/>
          <a:pathLst>
            <a:path>
              <a:moveTo>
                <a:pt x="0" y="0"/>
              </a:moveTo>
              <a:lnTo>
                <a:pt x="0" y="3040876"/>
              </a:lnTo>
              <a:lnTo>
                <a:pt x="187130" y="3040876"/>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A62C3C-2D4B-4412-8BFF-A9C6E2D5B1B8}">
      <dsp:nvSpPr>
        <dsp:cNvPr id="0" name=""/>
        <dsp:cNvSpPr/>
      </dsp:nvSpPr>
      <dsp:spPr>
        <a:xfrm>
          <a:off x="8780552" y="3509462"/>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আসিল</a:t>
          </a:r>
          <a:endParaRPr lang="en-US" sz="1900" kern="1200" dirty="0"/>
        </a:p>
      </dsp:txBody>
      <dsp:txXfrm>
        <a:off x="8807956" y="3536866"/>
        <a:ext cx="1442238" cy="8808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B20FBD-67D7-4705-8BC8-C0CF98146100}">
      <dsp:nvSpPr>
        <dsp:cNvPr id="0" name=""/>
        <dsp:cNvSpPr/>
      </dsp:nvSpPr>
      <dsp:spPr>
        <a:xfrm>
          <a:off x="2008048" y="0"/>
          <a:ext cx="2360178" cy="110095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bn-IN" sz="1800" kern="1200" dirty="0"/>
            <a:t>গ্রান্ড প্যারেন্ট স্টক সৃষ্টি</a:t>
          </a:r>
          <a:endParaRPr lang="en-US" sz="1800" kern="1200" dirty="0"/>
        </a:p>
      </dsp:txBody>
      <dsp:txXfrm>
        <a:off x="2040294" y="32246"/>
        <a:ext cx="2295686" cy="1036466"/>
      </dsp:txXfrm>
    </dsp:sp>
    <dsp:sp modelId="{BDB56DB1-4EA5-4F6A-9DE6-E960BE7FE578}">
      <dsp:nvSpPr>
        <dsp:cNvPr id="0" name=""/>
        <dsp:cNvSpPr/>
      </dsp:nvSpPr>
      <dsp:spPr>
        <a:xfrm rot="5400000">
          <a:off x="2981707" y="1128481"/>
          <a:ext cx="412859" cy="4954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3039507" y="1169767"/>
        <a:ext cx="297259" cy="289001"/>
      </dsp:txXfrm>
    </dsp:sp>
    <dsp:sp modelId="{638A0AC3-D83B-45AB-A1A4-B00E0A826276}">
      <dsp:nvSpPr>
        <dsp:cNvPr id="0" name=""/>
        <dsp:cNvSpPr/>
      </dsp:nvSpPr>
      <dsp:spPr>
        <a:xfrm>
          <a:off x="2008048" y="1651437"/>
          <a:ext cx="2360178" cy="110095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bn-IN" sz="1800" kern="1200" dirty="0"/>
            <a:t>প্যারেন্ট স্টক সৃষ্টি</a:t>
          </a:r>
          <a:endParaRPr lang="en-US" sz="1800" kern="1200" dirty="0"/>
        </a:p>
      </dsp:txBody>
      <dsp:txXfrm>
        <a:off x="2040294" y="1683683"/>
        <a:ext cx="2295686" cy="1036466"/>
      </dsp:txXfrm>
    </dsp:sp>
    <dsp:sp modelId="{03B97818-4873-418E-9539-057E818F0F6A}">
      <dsp:nvSpPr>
        <dsp:cNvPr id="0" name=""/>
        <dsp:cNvSpPr/>
      </dsp:nvSpPr>
      <dsp:spPr>
        <a:xfrm rot="5400000">
          <a:off x="2981707" y="2779918"/>
          <a:ext cx="412859" cy="4954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3039507" y="2821204"/>
        <a:ext cx="297259" cy="289001"/>
      </dsp:txXfrm>
    </dsp:sp>
    <dsp:sp modelId="{228C1BA9-B88D-4A43-A6F6-B2AD85E34583}">
      <dsp:nvSpPr>
        <dsp:cNvPr id="0" name=""/>
        <dsp:cNvSpPr/>
      </dsp:nvSpPr>
      <dsp:spPr>
        <a:xfrm>
          <a:off x="2008048" y="3302874"/>
          <a:ext cx="2360178" cy="110095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bn-IN" sz="1800" kern="1200" dirty="0"/>
            <a:t>ডিম-&gt;ব্রয়লার/লেয়ার/মোরগ</a:t>
          </a:r>
          <a:endParaRPr lang="en-US" sz="1800" kern="1200" dirty="0"/>
        </a:p>
      </dsp:txBody>
      <dsp:txXfrm>
        <a:off x="2040294" y="3335120"/>
        <a:ext cx="2295686" cy="10364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E75252-4C5B-4DF5-BC75-20F710553773}">
      <dsp:nvSpPr>
        <dsp:cNvPr id="0" name=""/>
        <dsp:cNvSpPr/>
      </dsp:nvSpPr>
      <dsp:spPr>
        <a:xfrm>
          <a:off x="4870241" y="2190316"/>
          <a:ext cx="441213" cy="420363"/>
        </a:xfrm>
        <a:custGeom>
          <a:avLst/>
          <a:gdLst/>
          <a:ahLst/>
          <a:cxnLst/>
          <a:rect l="0" t="0" r="0" b="0"/>
          <a:pathLst>
            <a:path>
              <a:moveTo>
                <a:pt x="0" y="0"/>
              </a:moveTo>
              <a:lnTo>
                <a:pt x="220606" y="0"/>
              </a:lnTo>
              <a:lnTo>
                <a:pt x="220606" y="420363"/>
              </a:lnTo>
              <a:lnTo>
                <a:pt x="441213" y="420363"/>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5613" y="2385263"/>
        <a:ext cx="30470" cy="30470"/>
      </dsp:txXfrm>
    </dsp:sp>
    <dsp:sp modelId="{689EAB13-3173-48EF-818C-BFCF584F2851}">
      <dsp:nvSpPr>
        <dsp:cNvPr id="0" name=""/>
        <dsp:cNvSpPr/>
      </dsp:nvSpPr>
      <dsp:spPr>
        <a:xfrm>
          <a:off x="7517524" y="1769953"/>
          <a:ext cx="441213" cy="420363"/>
        </a:xfrm>
        <a:custGeom>
          <a:avLst/>
          <a:gdLst/>
          <a:ahLst/>
          <a:cxnLst/>
          <a:rect l="0" t="0" r="0" b="0"/>
          <a:pathLst>
            <a:path>
              <a:moveTo>
                <a:pt x="0" y="0"/>
              </a:moveTo>
              <a:lnTo>
                <a:pt x="220606" y="0"/>
              </a:lnTo>
              <a:lnTo>
                <a:pt x="220606" y="420363"/>
              </a:lnTo>
              <a:lnTo>
                <a:pt x="441213" y="420363"/>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722896" y="1964899"/>
        <a:ext cx="30470" cy="30470"/>
      </dsp:txXfrm>
    </dsp:sp>
    <dsp:sp modelId="{4170E900-AB44-441E-87DF-592FFA660454}">
      <dsp:nvSpPr>
        <dsp:cNvPr id="0" name=""/>
        <dsp:cNvSpPr/>
      </dsp:nvSpPr>
      <dsp:spPr>
        <a:xfrm>
          <a:off x="7517524" y="1349589"/>
          <a:ext cx="441213" cy="420363"/>
        </a:xfrm>
        <a:custGeom>
          <a:avLst/>
          <a:gdLst/>
          <a:ahLst/>
          <a:cxnLst/>
          <a:rect l="0" t="0" r="0" b="0"/>
          <a:pathLst>
            <a:path>
              <a:moveTo>
                <a:pt x="0" y="420363"/>
              </a:moveTo>
              <a:lnTo>
                <a:pt x="220606" y="420363"/>
              </a:lnTo>
              <a:lnTo>
                <a:pt x="220606" y="0"/>
              </a:lnTo>
              <a:lnTo>
                <a:pt x="441213" y="0"/>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722896" y="1544535"/>
        <a:ext cx="30470" cy="30470"/>
      </dsp:txXfrm>
    </dsp:sp>
    <dsp:sp modelId="{74CF4261-EB9D-4261-9587-8F9AD5988432}">
      <dsp:nvSpPr>
        <dsp:cNvPr id="0" name=""/>
        <dsp:cNvSpPr/>
      </dsp:nvSpPr>
      <dsp:spPr>
        <a:xfrm>
          <a:off x="4870241" y="1769953"/>
          <a:ext cx="441213" cy="420363"/>
        </a:xfrm>
        <a:custGeom>
          <a:avLst/>
          <a:gdLst/>
          <a:ahLst/>
          <a:cxnLst/>
          <a:rect l="0" t="0" r="0" b="0"/>
          <a:pathLst>
            <a:path>
              <a:moveTo>
                <a:pt x="0" y="420363"/>
              </a:moveTo>
              <a:lnTo>
                <a:pt x="220606" y="420363"/>
              </a:lnTo>
              <a:lnTo>
                <a:pt x="220606" y="0"/>
              </a:lnTo>
              <a:lnTo>
                <a:pt x="441213" y="0"/>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5613" y="1964899"/>
        <a:ext cx="30470" cy="30470"/>
      </dsp:txXfrm>
    </dsp:sp>
    <dsp:sp modelId="{20638837-8EC6-42D2-A703-22DDCCEB30DA}">
      <dsp:nvSpPr>
        <dsp:cNvPr id="0" name=""/>
        <dsp:cNvSpPr/>
      </dsp:nvSpPr>
      <dsp:spPr>
        <a:xfrm>
          <a:off x="2222958" y="1769953"/>
          <a:ext cx="441213" cy="420363"/>
        </a:xfrm>
        <a:custGeom>
          <a:avLst/>
          <a:gdLst/>
          <a:ahLst/>
          <a:cxnLst/>
          <a:rect l="0" t="0" r="0" b="0"/>
          <a:pathLst>
            <a:path>
              <a:moveTo>
                <a:pt x="0" y="0"/>
              </a:moveTo>
              <a:lnTo>
                <a:pt x="220606" y="0"/>
              </a:lnTo>
              <a:lnTo>
                <a:pt x="220606" y="420363"/>
              </a:lnTo>
              <a:lnTo>
                <a:pt x="441213" y="42036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28329" y="1964899"/>
        <a:ext cx="30470" cy="30470"/>
      </dsp:txXfrm>
    </dsp:sp>
    <dsp:sp modelId="{B60C9565-E020-4DE4-9916-30BD64051C45}">
      <dsp:nvSpPr>
        <dsp:cNvPr id="0" name=""/>
        <dsp:cNvSpPr/>
      </dsp:nvSpPr>
      <dsp:spPr>
        <a:xfrm>
          <a:off x="2222958" y="1349589"/>
          <a:ext cx="441213" cy="420363"/>
        </a:xfrm>
        <a:custGeom>
          <a:avLst/>
          <a:gdLst/>
          <a:ahLst/>
          <a:cxnLst/>
          <a:rect l="0" t="0" r="0" b="0"/>
          <a:pathLst>
            <a:path>
              <a:moveTo>
                <a:pt x="0" y="420363"/>
              </a:moveTo>
              <a:lnTo>
                <a:pt x="220606" y="420363"/>
              </a:lnTo>
              <a:lnTo>
                <a:pt x="220606" y="0"/>
              </a:lnTo>
              <a:lnTo>
                <a:pt x="441213" y="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28329" y="1544535"/>
        <a:ext cx="30470" cy="30470"/>
      </dsp:txXfrm>
    </dsp:sp>
    <dsp:sp modelId="{DC3EEE8C-580C-48C7-B659-7A82B97C147F}">
      <dsp:nvSpPr>
        <dsp:cNvPr id="0" name=""/>
        <dsp:cNvSpPr/>
      </dsp:nvSpPr>
      <dsp:spPr>
        <a:xfrm rot="16200000">
          <a:off x="116714" y="1433661"/>
          <a:ext cx="3539906"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t>ডিম</a:t>
          </a:r>
          <a:r>
            <a:rPr lang="en-US" sz="2900" kern="1200" dirty="0"/>
            <a:t> </a:t>
          </a:r>
          <a:r>
            <a:rPr lang="en-US" sz="2900" kern="1200" dirty="0" err="1"/>
            <a:t>ফোটানোর</a:t>
          </a:r>
          <a:r>
            <a:rPr lang="en-US" sz="2900" kern="1200" dirty="0"/>
            <a:t> </a:t>
          </a:r>
          <a:r>
            <a:rPr lang="en-US" sz="2900" kern="1200" dirty="0" err="1"/>
            <a:t>পদ্ধতি</a:t>
          </a:r>
          <a:endParaRPr lang="en-US" sz="2900" kern="1200" dirty="0"/>
        </a:p>
      </dsp:txBody>
      <dsp:txXfrm>
        <a:off x="116714" y="1433661"/>
        <a:ext cx="3539906" cy="672582"/>
      </dsp:txXfrm>
    </dsp:sp>
    <dsp:sp modelId="{DF718DD3-EDA4-4FB4-9D28-FC07176E880B}">
      <dsp:nvSpPr>
        <dsp:cNvPr id="0" name=""/>
        <dsp:cNvSpPr/>
      </dsp:nvSpPr>
      <dsp:spPr>
        <a:xfrm>
          <a:off x="2664171" y="1013298"/>
          <a:ext cx="2206069"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err="1"/>
            <a:t>প্রাকৃতিক</a:t>
          </a:r>
          <a:r>
            <a:rPr lang="en-US" sz="2100" kern="1200" dirty="0"/>
            <a:t> </a:t>
          </a:r>
          <a:r>
            <a:rPr lang="en-US" sz="2100" kern="1200" dirty="0" err="1"/>
            <a:t>পদ্ধতি</a:t>
          </a:r>
          <a:endParaRPr lang="en-US" sz="2100" kern="1200" dirty="0"/>
        </a:p>
      </dsp:txBody>
      <dsp:txXfrm>
        <a:off x="2664171" y="1013298"/>
        <a:ext cx="2206069" cy="672582"/>
      </dsp:txXfrm>
    </dsp:sp>
    <dsp:sp modelId="{024B61BC-0815-4FAB-B08D-7F6B2EFEF431}">
      <dsp:nvSpPr>
        <dsp:cNvPr id="0" name=""/>
        <dsp:cNvSpPr/>
      </dsp:nvSpPr>
      <dsp:spPr>
        <a:xfrm>
          <a:off x="2664171" y="1854025"/>
          <a:ext cx="2206069"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err="1"/>
            <a:t>কৃত্তিম</a:t>
          </a:r>
          <a:r>
            <a:rPr lang="en-US" sz="2100" kern="1200" dirty="0"/>
            <a:t> </a:t>
          </a:r>
          <a:r>
            <a:rPr lang="en-US" sz="2100" kern="1200" dirty="0" err="1"/>
            <a:t>পদ্ধতি</a:t>
          </a:r>
          <a:endParaRPr lang="en-US" sz="2100" kern="1200" dirty="0"/>
        </a:p>
      </dsp:txBody>
      <dsp:txXfrm>
        <a:off x="2664171" y="1854025"/>
        <a:ext cx="2206069" cy="672582"/>
      </dsp:txXfrm>
    </dsp:sp>
    <dsp:sp modelId="{5FB38A42-5D7A-45E4-912C-0C0B66D0B331}">
      <dsp:nvSpPr>
        <dsp:cNvPr id="0" name=""/>
        <dsp:cNvSpPr/>
      </dsp:nvSpPr>
      <dsp:spPr>
        <a:xfrm>
          <a:off x="5311455" y="1433661"/>
          <a:ext cx="2206069"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err="1"/>
            <a:t>ইনকিউবেটর</a:t>
          </a:r>
          <a:r>
            <a:rPr lang="en-US" sz="2100" kern="1200" dirty="0"/>
            <a:t> </a:t>
          </a:r>
          <a:r>
            <a:rPr lang="en-US" sz="2100" kern="1200" dirty="0" err="1"/>
            <a:t>পদ্ধতি</a:t>
          </a:r>
          <a:endParaRPr lang="en-US" sz="2100" kern="1200" dirty="0"/>
        </a:p>
      </dsp:txBody>
      <dsp:txXfrm>
        <a:off x="5311455" y="1433661"/>
        <a:ext cx="2206069" cy="672582"/>
      </dsp:txXfrm>
    </dsp:sp>
    <dsp:sp modelId="{1B1887EC-A314-462E-B561-4A34A208824F}">
      <dsp:nvSpPr>
        <dsp:cNvPr id="0" name=""/>
        <dsp:cNvSpPr/>
      </dsp:nvSpPr>
      <dsp:spPr>
        <a:xfrm>
          <a:off x="7958738" y="1013298"/>
          <a:ext cx="2206069"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err="1"/>
            <a:t>কেরোসিন</a:t>
          </a:r>
          <a:r>
            <a:rPr lang="en-US" sz="2100" kern="1200" dirty="0"/>
            <a:t>  </a:t>
          </a:r>
          <a:r>
            <a:rPr lang="en-US" sz="2100" kern="1200" dirty="0" err="1"/>
            <a:t>ইনকিউবেটর</a:t>
          </a:r>
          <a:endParaRPr lang="en-US" sz="2100" kern="1200" dirty="0"/>
        </a:p>
      </dsp:txBody>
      <dsp:txXfrm>
        <a:off x="7958738" y="1013298"/>
        <a:ext cx="2206069" cy="672582"/>
      </dsp:txXfrm>
    </dsp:sp>
    <dsp:sp modelId="{0493AF23-5115-442E-99C0-C8D03054A503}">
      <dsp:nvSpPr>
        <dsp:cNvPr id="0" name=""/>
        <dsp:cNvSpPr/>
      </dsp:nvSpPr>
      <dsp:spPr>
        <a:xfrm>
          <a:off x="7958738" y="1854025"/>
          <a:ext cx="2206069"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err="1"/>
            <a:t>বৈদ্যুতিক</a:t>
          </a:r>
          <a:r>
            <a:rPr lang="en-US" sz="2100" kern="1200" dirty="0"/>
            <a:t> </a:t>
          </a:r>
          <a:r>
            <a:rPr lang="en-US" sz="2100" kern="1200" dirty="0" err="1"/>
            <a:t>ইনকিউবেটর</a:t>
          </a:r>
          <a:endParaRPr lang="en-US" sz="2100" kern="1200" dirty="0"/>
        </a:p>
      </dsp:txBody>
      <dsp:txXfrm>
        <a:off x="7958738" y="1854025"/>
        <a:ext cx="2206069" cy="672582"/>
      </dsp:txXfrm>
    </dsp:sp>
    <dsp:sp modelId="{AC5B630A-1507-471F-B46B-46B173731CA5}">
      <dsp:nvSpPr>
        <dsp:cNvPr id="0" name=""/>
        <dsp:cNvSpPr/>
      </dsp:nvSpPr>
      <dsp:spPr>
        <a:xfrm>
          <a:off x="5311455" y="2274389"/>
          <a:ext cx="2206069"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err="1"/>
            <a:t>তুষ</a:t>
          </a:r>
          <a:r>
            <a:rPr lang="en-US" sz="2100" kern="1200" dirty="0"/>
            <a:t>, </a:t>
          </a:r>
          <a:r>
            <a:rPr lang="en-US" sz="2100" kern="1200" dirty="0" err="1"/>
            <a:t>তুলা</a:t>
          </a:r>
          <a:r>
            <a:rPr lang="en-US" sz="2100" kern="1200" dirty="0"/>
            <a:t> </a:t>
          </a:r>
          <a:r>
            <a:rPr lang="en-US" sz="2100" kern="1200" dirty="0" err="1"/>
            <a:t>পদ্ধতি</a:t>
          </a:r>
          <a:endParaRPr lang="en-US" sz="2100" kern="1200" dirty="0"/>
        </a:p>
      </dsp:txBody>
      <dsp:txXfrm>
        <a:off x="5311455" y="2274389"/>
        <a:ext cx="2206069" cy="67258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C36C38-CED3-40B3-9ED5-43F14C049DB5}">
      <dsp:nvSpPr>
        <dsp:cNvPr id="0" name=""/>
        <dsp:cNvSpPr/>
      </dsp:nvSpPr>
      <dsp:spPr>
        <a:xfrm>
          <a:off x="1846306" y="1215940"/>
          <a:ext cx="2111202" cy="10556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t>মুরগী</a:t>
          </a:r>
          <a:r>
            <a:rPr lang="en-US" sz="2900" kern="1200" dirty="0"/>
            <a:t> </a:t>
          </a:r>
          <a:r>
            <a:rPr lang="en-US" sz="2900" kern="1200" dirty="0" err="1"/>
            <a:t>পালন</a:t>
          </a:r>
          <a:endParaRPr lang="en-US" sz="2900" kern="1200" dirty="0"/>
        </a:p>
      </dsp:txBody>
      <dsp:txXfrm>
        <a:off x="1877223" y="1246857"/>
        <a:ext cx="2049368" cy="993767"/>
      </dsp:txXfrm>
    </dsp:sp>
    <dsp:sp modelId="{8ACB58EF-8405-4FCE-BE63-5391951D4F4A}">
      <dsp:nvSpPr>
        <dsp:cNvPr id="0" name=""/>
        <dsp:cNvSpPr/>
      </dsp:nvSpPr>
      <dsp:spPr>
        <a:xfrm rot="18289469">
          <a:off x="3640357" y="1113567"/>
          <a:ext cx="1478784" cy="46406"/>
        </a:xfrm>
        <a:custGeom>
          <a:avLst/>
          <a:gdLst/>
          <a:ahLst/>
          <a:cxnLst/>
          <a:rect l="0" t="0" r="0" b="0"/>
          <a:pathLst>
            <a:path>
              <a:moveTo>
                <a:pt x="0" y="23203"/>
              </a:moveTo>
              <a:lnTo>
                <a:pt x="1478784" y="2320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42780" y="1099801"/>
        <a:ext cx="73939" cy="73939"/>
      </dsp:txXfrm>
    </dsp:sp>
    <dsp:sp modelId="{C4321846-34B8-4261-9BDA-29CA9B8DA62E}">
      <dsp:nvSpPr>
        <dsp:cNvPr id="0" name=""/>
        <dsp:cNvSpPr/>
      </dsp:nvSpPr>
      <dsp:spPr>
        <a:xfrm>
          <a:off x="4801990" y="1999"/>
          <a:ext cx="2111202" cy="10556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t>মুক্তপালন</a:t>
          </a:r>
          <a:endParaRPr lang="en-US" sz="2900" kern="1200" dirty="0"/>
        </a:p>
      </dsp:txBody>
      <dsp:txXfrm>
        <a:off x="4832907" y="32916"/>
        <a:ext cx="2049368" cy="993767"/>
      </dsp:txXfrm>
    </dsp:sp>
    <dsp:sp modelId="{DA7D7EEA-BBA0-4D93-B6EF-574714641EE9}">
      <dsp:nvSpPr>
        <dsp:cNvPr id="0" name=""/>
        <dsp:cNvSpPr/>
      </dsp:nvSpPr>
      <dsp:spPr>
        <a:xfrm>
          <a:off x="3957509" y="1720538"/>
          <a:ext cx="844481" cy="46406"/>
        </a:xfrm>
        <a:custGeom>
          <a:avLst/>
          <a:gdLst/>
          <a:ahLst/>
          <a:cxnLst/>
          <a:rect l="0" t="0" r="0" b="0"/>
          <a:pathLst>
            <a:path>
              <a:moveTo>
                <a:pt x="0" y="23203"/>
              </a:moveTo>
              <a:lnTo>
                <a:pt x="844481" y="2320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58637" y="1722629"/>
        <a:ext cx="42224" cy="42224"/>
      </dsp:txXfrm>
    </dsp:sp>
    <dsp:sp modelId="{667DE881-7387-4B82-92D2-4987AA5773F2}">
      <dsp:nvSpPr>
        <dsp:cNvPr id="0" name=""/>
        <dsp:cNvSpPr/>
      </dsp:nvSpPr>
      <dsp:spPr>
        <a:xfrm>
          <a:off x="4801990" y="1215940"/>
          <a:ext cx="2111202" cy="10556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t>অর্ধমুক্ত</a:t>
          </a:r>
          <a:r>
            <a:rPr lang="en-US" sz="2900" kern="1200" dirty="0"/>
            <a:t> </a:t>
          </a:r>
          <a:r>
            <a:rPr lang="en-US" sz="2900" kern="1200" dirty="0" err="1"/>
            <a:t>পালন</a:t>
          </a:r>
          <a:endParaRPr lang="en-US" sz="2900" kern="1200" dirty="0"/>
        </a:p>
      </dsp:txBody>
      <dsp:txXfrm>
        <a:off x="4832907" y="1246857"/>
        <a:ext cx="2049368" cy="993767"/>
      </dsp:txXfrm>
    </dsp:sp>
    <dsp:sp modelId="{D66F50AD-5B7D-4CC2-A8CD-81A1405F5CB9}">
      <dsp:nvSpPr>
        <dsp:cNvPr id="0" name=""/>
        <dsp:cNvSpPr/>
      </dsp:nvSpPr>
      <dsp:spPr>
        <a:xfrm rot="3310531">
          <a:off x="3640357" y="2327509"/>
          <a:ext cx="1478784" cy="46406"/>
        </a:xfrm>
        <a:custGeom>
          <a:avLst/>
          <a:gdLst/>
          <a:ahLst/>
          <a:cxnLst/>
          <a:rect l="0" t="0" r="0" b="0"/>
          <a:pathLst>
            <a:path>
              <a:moveTo>
                <a:pt x="0" y="23203"/>
              </a:moveTo>
              <a:lnTo>
                <a:pt x="1478784" y="2320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42780" y="2313742"/>
        <a:ext cx="73939" cy="73939"/>
      </dsp:txXfrm>
    </dsp:sp>
    <dsp:sp modelId="{A303375F-462A-473B-AA73-56361457B2A3}">
      <dsp:nvSpPr>
        <dsp:cNvPr id="0" name=""/>
        <dsp:cNvSpPr/>
      </dsp:nvSpPr>
      <dsp:spPr>
        <a:xfrm>
          <a:off x="4801990" y="2429882"/>
          <a:ext cx="2111202" cy="10556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t>আবদ্ধ</a:t>
          </a:r>
          <a:r>
            <a:rPr lang="en-US" sz="2900" kern="1200" dirty="0"/>
            <a:t> </a:t>
          </a:r>
          <a:r>
            <a:rPr lang="en-US" sz="2900" kern="1200" dirty="0" err="1"/>
            <a:t>পালন</a:t>
          </a:r>
          <a:endParaRPr lang="en-US" sz="2900" kern="1200" dirty="0"/>
        </a:p>
      </dsp:txBody>
      <dsp:txXfrm>
        <a:off x="4832907" y="2460799"/>
        <a:ext cx="2049368" cy="993767"/>
      </dsp:txXfrm>
    </dsp:sp>
    <dsp:sp modelId="{41C0BAFB-DFDC-44FD-A5B2-F62169B90C44}">
      <dsp:nvSpPr>
        <dsp:cNvPr id="0" name=""/>
        <dsp:cNvSpPr/>
      </dsp:nvSpPr>
      <dsp:spPr>
        <a:xfrm rot="19457599">
          <a:off x="6815443" y="2630994"/>
          <a:ext cx="1039981" cy="46406"/>
        </a:xfrm>
        <a:custGeom>
          <a:avLst/>
          <a:gdLst/>
          <a:ahLst/>
          <a:cxnLst/>
          <a:rect l="0" t="0" r="0" b="0"/>
          <a:pathLst>
            <a:path>
              <a:moveTo>
                <a:pt x="0" y="23203"/>
              </a:moveTo>
              <a:lnTo>
                <a:pt x="1039981" y="23203"/>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309434" y="2628198"/>
        <a:ext cx="51999" cy="51999"/>
      </dsp:txXfrm>
    </dsp:sp>
    <dsp:sp modelId="{3357F349-ADFE-4F52-A1E6-30C2534817E8}">
      <dsp:nvSpPr>
        <dsp:cNvPr id="0" name=""/>
        <dsp:cNvSpPr/>
      </dsp:nvSpPr>
      <dsp:spPr>
        <a:xfrm>
          <a:off x="7757674" y="1822911"/>
          <a:ext cx="2111202" cy="10556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bn-IN" sz="2900" kern="1200" dirty="0"/>
            <a:t>লিটার পদ্ধতি/মাচায়</a:t>
          </a:r>
          <a:endParaRPr lang="en-US" sz="2900" kern="1200" dirty="0"/>
        </a:p>
      </dsp:txBody>
      <dsp:txXfrm>
        <a:off x="7788591" y="1853828"/>
        <a:ext cx="2049368" cy="993767"/>
      </dsp:txXfrm>
    </dsp:sp>
    <dsp:sp modelId="{9137D87A-258A-4E21-946D-7BA221C6FD93}">
      <dsp:nvSpPr>
        <dsp:cNvPr id="0" name=""/>
        <dsp:cNvSpPr/>
      </dsp:nvSpPr>
      <dsp:spPr>
        <a:xfrm rot="2142401">
          <a:off x="6815443" y="3237965"/>
          <a:ext cx="1039981" cy="46406"/>
        </a:xfrm>
        <a:custGeom>
          <a:avLst/>
          <a:gdLst/>
          <a:ahLst/>
          <a:cxnLst/>
          <a:rect l="0" t="0" r="0" b="0"/>
          <a:pathLst>
            <a:path>
              <a:moveTo>
                <a:pt x="0" y="23203"/>
              </a:moveTo>
              <a:lnTo>
                <a:pt x="1039981" y="23203"/>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309434" y="3235169"/>
        <a:ext cx="51999" cy="51999"/>
      </dsp:txXfrm>
    </dsp:sp>
    <dsp:sp modelId="{1199A346-2B48-470D-BA31-BC97CCFA4542}">
      <dsp:nvSpPr>
        <dsp:cNvPr id="0" name=""/>
        <dsp:cNvSpPr/>
      </dsp:nvSpPr>
      <dsp:spPr>
        <a:xfrm>
          <a:off x="7757674" y="3036853"/>
          <a:ext cx="2111202" cy="10556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bn-IN" sz="2900" kern="1200" dirty="0"/>
            <a:t>খাচায় পালন</a:t>
          </a:r>
          <a:endParaRPr lang="en-US" sz="2900" kern="1200" dirty="0"/>
        </a:p>
      </dsp:txBody>
      <dsp:txXfrm>
        <a:off x="7788591" y="3067770"/>
        <a:ext cx="2049368" cy="99376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99E468-6DBA-4888-AA58-734D77D196EC}">
      <dsp:nvSpPr>
        <dsp:cNvPr id="0" name=""/>
        <dsp:cNvSpPr/>
      </dsp:nvSpPr>
      <dsp:spPr>
        <a:xfrm>
          <a:off x="4893314" y="619206"/>
          <a:ext cx="1879853" cy="1253235"/>
        </a:xfrm>
        <a:prstGeom prst="roundRect">
          <a:avLst>
            <a:gd name="adj" fmla="val 10000"/>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bn-IN" sz="2100" kern="1200" dirty="0"/>
            <a:t>পোল্ট্রি</a:t>
          </a:r>
          <a:r>
            <a:rPr lang="en-US" sz="2100" kern="1200" dirty="0"/>
            <a:t> </a:t>
          </a:r>
          <a:r>
            <a:rPr lang="en-US" sz="2100" kern="1200" dirty="0" err="1"/>
            <a:t>খামার</a:t>
          </a:r>
          <a:endParaRPr lang="en-US" sz="2100" kern="1200" dirty="0"/>
        </a:p>
      </dsp:txBody>
      <dsp:txXfrm>
        <a:off x="4930020" y="655912"/>
        <a:ext cx="1806441" cy="1179823"/>
      </dsp:txXfrm>
    </dsp:sp>
    <dsp:sp modelId="{EDE41999-330F-45E3-A64D-4EB35F9FB787}">
      <dsp:nvSpPr>
        <dsp:cNvPr id="0" name=""/>
        <dsp:cNvSpPr/>
      </dsp:nvSpPr>
      <dsp:spPr>
        <a:xfrm>
          <a:off x="945623" y="1872442"/>
          <a:ext cx="4887618" cy="501294"/>
        </a:xfrm>
        <a:custGeom>
          <a:avLst/>
          <a:gdLst/>
          <a:ahLst/>
          <a:cxnLst/>
          <a:rect l="0" t="0" r="0" b="0"/>
          <a:pathLst>
            <a:path>
              <a:moveTo>
                <a:pt x="4887618" y="0"/>
              </a:moveTo>
              <a:lnTo>
                <a:pt x="4887618" y="250647"/>
              </a:lnTo>
              <a:lnTo>
                <a:pt x="0" y="250647"/>
              </a:lnTo>
              <a:lnTo>
                <a:pt x="0" y="501294"/>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5F56A66-D3F8-41F7-934C-3BF6AB506B41}">
      <dsp:nvSpPr>
        <dsp:cNvPr id="0" name=""/>
        <dsp:cNvSpPr/>
      </dsp:nvSpPr>
      <dsp:spPr>
        <a:xfrm>
          <a:off x="5696" y="2373736"/>
          <a:ext cx="1879853" cy="1253235"/>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ব্রয়লার</a:t>
          </a:r>
          <a:r>
            <a:rPr lang="en-US" sz="2100" kern="1200" dirty="0"/>
            <a:t> </a:t>
          </a:r>
          <a:r>
            <a:rPr lang="en-US" sz="2100" kern="1200" dirty="0" err="1"/>
            <a:t>ফার্ম</a:t>
          </a:r>
          <a:endParaRPr lang="en-US" sz="2100" kern="1200" dirty="0"/>
        </a:p>
      </dsp:txBody>
      <dsp:txXfrm>
        <a:off x="42402" y="2410442"/>
        <a:ext cx="1806441" cy="1179823"/>
      </dsp:txXfrm>
    </dsp:sp>
    <dsp:sp modelId="{D5766103-200E-4865-AB9D-DF918EB0A23E}">
      <dsp:nvSpPr>
        <dsp:cNvPr id="0" name=""/>
        <dsp:cNvSpPr/>
      </dsp:nvSpPr>
      <dsp:spPr>
        <a:xfrm>
          <a:off x="3389432" y="1872442"/>
          <a:ext cx="2443809" cy="501294"/>
        </a:xfrm>
        <a:custGeom>
          <a:avLst/>
          <a:gdLst/>
          <a:ahLst/>
          <a:cxnLst/>
          <a:rect l="0" t="0" r="0" b="0"/>
          <a:pathLst>
            <a:path>
              <a:moveTo>
                <a:pt x="2443809" y="0"/>
              </a:moveTo>
              <a:lnTo>
                <a:pt x="2443809" y="250647"/>
              </a:lnTo>
              <a:lnTo>
                <a:pt x="0" y="250647"/>
              </a:lnTo>
              <a:lnTo>
                <a:pt x="0" y="501294"/>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D5F8AA-4A01-4E3A-91DA-5EF99BCA95FD}">
      <dsp:nvSpPr>
        <dsp:cNvPr id="0" name=""/>
        <dsp:cNvSpPr/>
      </dsp:nvSpPr>
      <dsp:spPr>
        <a:xfrm>
          <a:off x="2449505" y="2373736"/>
          <a:ext cx="1879853" cy="1253235"/>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লেয়ার</a:t>
          </a:r>
          <a:r>
            <a:rPr lang="en-US" sz="2100" kern="1200" dirty="0"/>
            <a:t> </a:t>
          </a:r>
          <a:r>
            <a:rPr lang="en-US" sz="2100" kern="1200" dirty="0" err="1"/>
            <a:t>ফার্ম</a:t>
          </a:r>
          <a:endParaRPr lang="en-US" sz="2100" kern="1200" dirty="0"/>
        </a:p>
      </dsp:txBody>
      <dsp:txXfrm>
        <a:off x="2486211" y="2410442"/>
        <a:ext cx="1806441" cy="1179823"/>
      </dsp:txXfrm>
    </dsp:sp>
    <dsp:sp modelId="{9D9F0931-E846-47AD-9E6B-8DC1AEE05426}">
      <dsp:nvSpPr>
        <dsp:cNvPr id="0" name=""/>
        <dsp:cNvSpPr/>
      </dsp:nvSpPr>
      <dsp:spPr>
        <a:xfrm>
          <a:off x="5787521" y="1872442"/>
          <a:ext cx="91440" cy="501294"/>
        </a:xfrm>
        <a:custGeom>
          <a:avLst/>
          <a:gdLst/>
          <a:ahLst/>
          <a:cxnLst/>
          <a:rect l="0" t="0" r="0" b="0"/>
          <a:pathLst>
            <a:path>
              <a:moveTo>
                <a:pt x="45720" y="0"/>
              </a:moveTo>
              <a:lnTo>
                <a:pt x="45720" y="501294"/>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BE5A4FB-A6C5-4249-8FAF-D018B3827C96}">
      <dsp:nvSpPr>
        <dsp:cNvPr id="0" name=""/>
        <dsp:cNvSpPr/>
      </dsp:nvSpPr>
      <dsp:spPr>
        <a:xfrm>
          <a:off x="4893314" y="2373736"/>
          <a:ext cx="1879853" cy="1253235"/>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হ্যাচিং</a:t>
          </a:r>
          <a:r>
            <a:rPr lang="en-US" sz="2100" kern="1200" dirty="0"/>
            <a:t> </a:t>
          </a:r>
          <a:r>
            <a:rPr lang="en-US" sz="2100" kern="1200" dirty="0" err="1"/>
            <a:t>বা</a:t>
          </a:r>
          <a:r>
            <a:rPr lang="en-US" sz="2100" kern="1200" dirty="0"/>
            <a:t> </a:t>
          </a:r>
          <a:r>
            <a:rPr lang="en-US" sz="2100" kern="1200" dirty="0" err="1"/>
            <a:t>বাচ্চা</a:t>
          </a:r>
          <a:r>
            <a:rPr lang="en-US" sz="2100" kern="1200" dirty="0"/>
            <a:t> </a:t>
          </a:r>
          <a:r>
            <a:rPr lang="en-US" sz="2100" kern="1200" dirty="0" err="1"/>
            <a:t>উৎপাদন</a:t>
          </a:r>
          <a:r>
            <a:rPr lang="en-US" sz="2100" kern="1200" dirty="0"/>
            <a:t> </a:t>
          </a:r>
          <a:r>
            <a:rPr lang="en-US" sz="2100" kern="1200" dirty="0" err="1"/>
            <a:t>ফার্ম</a:t>
          </a:r>
          <a:endParaRPr lang="en-US" sz="2100" kern="1200" dirty="0"/>
        </a:p>
      </dsp:txBody>
      <dsp:txXfrm>
        <a:off x="4930020" y="2410442"/>
        <a:ext cx="1806441" cy="1179823"/>
      </dsp:txXfrm>
    </dsp:sp>
    <dsp:sp modelId="{57179A7A-97DA-4277-A7BE-88B44CAA2597}">
      <dsp:nvSpPr>
        <dsp:cNvPr id="0" name=""/>
        <dsp:cNvSpPr/>
      </dsp:nvSpPr>
      <dsp:spPr>
        <a:xfrm>
          <a:off x="5833241" y="1872442"/>
          <a:ext cx="2443809" cy="501294"/>
        </a:xfrm>
        <a:custGeom>
          <a:avLst/>
          <a:gdLst/>
          <a:ahLst/>
          <a:cxnLst/>
          <a:rect l="0" t="0" r="0" b="0"/>
          <a:pathLst>
            <a:path>
              <a:moveTo>
                <a:pt x="0" y="0"/>
              </a:moveTo>
              <a:lnTo>
                <a:pt x="0" y="250647"/>
              </a:lnTo>
              <a:lnTo>
                <a:pt x="2443809" y="250647"/>
              </a:lnTo>
              <a:lnTo>
                <a:pt x="2443809" y="501294"/>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9BCDBE4-16B5-4A09-9CDA-495E7591D37F}">
      <dsp:nvSpPr>
        <dsp:cNvPr id="0" name=""/>
        <dsp:cNvSpPr/>
      </dsp:nvSpPr>
      <dsp:spPr>
        <a:xfrm>
          <a:off x="7337124" y="2373736"/>
          <a:ext cx="1879853" cy="1253235"/>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বাচ্চা</a:t>
          </a:r>
          <a:r>
            <a:rPr lang="en-US" sz="2100" kern="1200" dirty="0"/>
            <a:t> </a:t>
          </a:r>
          <a:r>
            <a:rPr lang="en-US" sz="2100" kern="1200" dirty="0" err="1"/>
            <a:t>উৎপাদন</a:t>
          </a:r>
          <a:r>
            <a:rPr lang="en-US" sz="2100" kern="1200" dirty="0"/>
            <a:t> </a:t>
          </a:r>
          <a:r>
            <a:rPr lang="en-US" sz="2100" kern="1200" dirty="0" err="1"/>
            <a:t>ডিমের</a:t>
          </a:r>
          <a:r>
            <a:rPr lang="en-US" sz="2100" kern="1200" dirty="0"/>
            <a:t> </a:t>
          </a:r>
          <a:r>
            <a:rPr lang="en-US" sz="2100" kern="1200" dirty="0" err="1"/>
            <a:t>ফার্ম</a:t>
          </a:r>
          <a:endParaRPr lang="en-US" sz="2100" kern="1200" dirty="0"/>
        </a:p>
      </dsp:txBody>
      <dsp:txXfrm>
        <a:off x="7373830" y="2410442"/>
        <a:ext cx="1806441" cy="1179823"/>
      </dsp:txXfrm>
    </dsp:sp>
    <dsp:sp modelId="{FA67E544-3511-4B49-96F2-C2396FAEE7A8}">
      <dsp:nvSpPr>
        <dsp:cNvPr id="0" name=""/>
        <dsp:cNvSpPr/>
      </dsp:nvSpPr>
      <dsp:spPr>
        <a:xfrm>
          <a:off x="5833241" y="1872442"/>
          <a:ext cx="4887618" cy="501294"/>
        </a:xfrm>
        <a:custGeom>
          <a:avLst/>
          <a:gdLst/>
          <a:ahLst/>
          <a:cxnLst/>
          <a:rect l="0" t="0" r="0" b="0"/>
          <a:pathLst>
            <a:path>
              <a:moveTo>
                <a:pt x="0" y="0"/>
              </a:moveTo>
              <a:lnTo>
                <a:pt x="0" y="250647"/>
              </a:lnTo>
              <a:lnTo>
                <a:pt x="4887618" y="250647"/>
              </a:lnTo>
              <a:lnTo>
                <a:pt x="4887618" y="501294"/>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F5AB3AE-B4EC-47BB-823E-0FF21107A33C}">
      <dsp:nvSpPr>
        <dsp:cNvPr id="0" name=""/>
        <dsp:cNvSpPr/>
      </dsp:nvSpPr>
      <dsp:spPr>
        <a:xfrm>
          <a:off x="9780933" y="2373736"/>
          <a:ext cx="1879853" cy="1253235"/>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পোল্ট্রি</a:t>
          </a:r>
          <a:r>
            <a:rPr lang="en-US" sz="2100" kern="1200" dirty="0"/>
            <a:t> ও </a:t>
          </a:r>
          <a:r>
            <a:rPr lang="en-US" sz="2100" kern="1200" dirty="0" err="1"/>
            <a:t>মাছের</a:t>
          </a:r>
          <a:r>
            <a:rPr lang="en-US" sz="2100" kern="1200" dirty="0"/>
            <a:t> </a:t>
          </a:r>
          <a:r>
            <a:rPr lang="en-US" sz="2100" kern="1200" dirty="0" err="1"/>
            <a:t>সমন্বিত</a:t>
          </a:r>
          <a:r>
            <a:rPr lang="en-US" sz="2100" kern="1200" dirty="0"/>
            <a:t> </a:t>
          </a:r>
          <a:r>
            <a:rPr lang="en-US" sz="2100" kern="1200" dirty="0" err="1"/>
            <a:t>খামার</a:t>
          </a:r>
          <a:endParaRPr lang="en-US" sz="2100" kern="1200" dirty="0"/>
        </a:p>
      </dsp:txBody>
      <dsp:txXfrm>
        <a:off x="9817639" y="2410442"/>
        <a:ext cx="1806441" cy="117982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337672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839044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33026C-CD84-4AB1-B98C-25DBADB9748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112897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B33026C-CD84-4AB1-B98C-25DBADB97484}"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73397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3026C-CD84-4AB1-B98C-25DBADB97484}" type="datetimeFigureOut">
              <a:rPr lang="en-US" smtClean="0"/>
              <a:t>4/30/2025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4093670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B33026C-CD84-4AB1-B98C-25DBADB97484}" type="datetimeFigureOut">
              <a:rPr lang="en-US" smtClean="0"/>
              <a:t>4/30/2025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4103341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33026C-CD84-4AB1-B98C-25DBADB97484}" type="datetimeFigureOut">
              <a:rPr lang="en-US" smtClean="0"/>
              <a:t>4/30/2025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505658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33026C-CD84-4AB1-B98C-25DBADB97484}"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529115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9B33026C-CD84-4AB1-B98C-25DBADB97484}" type="datetimeFigureOut">
              <a:rPr lang="en-US" smtClean="0"/>
              <a:t>4/30/2025</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072811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33026C-CD84-4AB1-B98C-25DBADB97484}"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4251554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9B33026C-CD84-4AB1-B98C-25DBADB9748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850848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9B33026C-CD84-4AB1-B98C-25DBADB97484}" type="datetimeFigureOut">
              <a:rPr lang="en-US" smtClean="0"/>
              <a:t>4/30/2025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845409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2664300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925345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9B33026C-CD84-4AB1-B98C-25DBADB97484}" type="datetimeFigureOut">
              <a:rPr lang="en-US" smtClean="0"/>
              <a:t>4/30/2025</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36592AA1-E721-40A2-B986-42111D4396EF}" type="slidenum">
              <a:rPr lang="en-US" smtClean="0"/>
              <a:t>‹#›</a:t>
            </a:fld>
            <a:endParaRPr lang="en-US"/>
          </a:p>
        </p:txBody>
      </p:sp>
    </p:spTree>
    <p:extLst>
      <p:ext uri="{BB962C8B-B14F-4D97-AF65-F5344CB8AC3E}">
        <p14:creationId xmlns:p14="http://schemas.microsoft.com/office/powerpoint/2010/main" val="614323937"/>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EDFE-A3E1-49FE-B561-0608A1CB1E66}"/>
              </a:ext>
            </a:extLst>
          </p:cNvPr>
          <p:cNvSpPr>
            <a:spLocks noGrp="1"/>
          </p:cNvSpPr>
          <p:nvPr>
            <p:ph type="ctrTitle"/>
          </p:nvPr>
        </p:nvSpPr>
        <p:spPr/>
        <p:txBody>
          <a:bodyPr/>
          <a:lstStyle/>
          <a:p>
            <a:r>
              <a:rPr lang="bn-IN" dirty="0"/>
              <a:t>পোল্ট্রি পালন</a:t>
            </a:r>
            <a:endParaRPr lang="en-US" dirty="0"/>
          </a:p>
        </p:txBody>
      </p:sp>
      <p:sp>
        <p:nvSpPr>
          <p:cNvPr id="3" name="Subtitle 2">
            <a:extLst>
              <a:ext uri="{FF2B5EF4-FFF2-40B4-BE49-F238E27FC236}">
                <a16:creationId xmlns:a16="http://schemas.microsoft.com/office/drawing/2014/main" id="{8C7DD907-26D8-40C1-AEC7-C34E7C27057E}"/>
              </a:ext>
            </a:extLst>
          </p:cNvPr>
          <p:cNvSpPr>
            <a:spLocks noGrp="1"/>
          </p:cNvSpPr>
          <p:nvPr>
            <p:ph type="subTitle" idx="1"/>
          </p:nvPr>
        </p:nvSpPr>
        <p:spPr>
          <a:xfrm>
            <a:off x="810001" y="5280846"/>
            <a:ext cx="10572000" cy="1414244"/>
          </a:xfrm>
        </p:spPr>
        <p:txBody>
          <a:bodyPr>
            <a:normAutofit/>
          </a:bodyPr>
          <a:lstStyle/>
          <a:p>
            <a:r>
              <a:rPr lang="bn-IN" sz="2400" dirty="0"/>
              <a:t>কৃষিবিদ আব্দুল্লাহ–</a:t>
            </a:r>
            <a:r>
              <a:rPr lang="en-US" sz="2400" dirty="0"/>
              <a:t> </a:t>
            </a:r>
            <a:r>
              <a:rPr lang="bn-IN" sz="2400" dirty="0"/>
              <a:t>আল- আমিন,</a:t>
            </a:r>
          </a:p>
          <a:p>
            <a:r>
              <a:rPr lang="bn-IN" sz="2400" dirty="0"/>
              <a:t>প্রভাষক, রাজেন্দ্রপুর ক্যান্টনমেন্ট পাবলিক কলেজ, গাজীপুর</a:t>
            </a:r>
            <a:endParaRPr lang="en-US" sz="2400" dirty="0"/>
          </a:p>
        </p:txBody>
      </p:sp>
    </p:spTree>
    <p:extLst>
      <p:ext uri="{BB962C8B-B14F-4D97-AF65-F5344CB8AC3E}">
        <p14:creationId xmlns:p14="http://schemas.microsoft.com/office/powerpoint/2010/main" val="545579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পোল্ট্রির সংজ্ঞা</a:t>
            </a:r>
            <a:endParaRPr lang="en-US" dirty="0"/>
          </a:p>
        </p:txBody>
      </p:sp>
      <p:pic>
        <p:nvPicPr>
          <p:cNvPr id="6" name="Picture 5">
            <a:extLst>
              <a:ext uri="{FF2B5EF4-FFF2-40B4-BE49-F238E27FC236}">
                <a16:creationId xmlns:a16="http://schemas.microsoft.com/office/drawing/2014/main" id="{0F0A40A6-C9E2-B29C-F26F-3A47633B037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798" y="1917977"/>
            <a:ext cx="6381492" cy="4991652"/>
          </a:xfrm>
          <a:prstGeom prst="rect">
            <a:avLst/>
          </a:prstGeom>
        </p:spPr>
      </p:pic>
      <p:sp>
        <p:nvSpPr>
          <p:cNvPr id="11" name="TextBox 10">
            <a:extLst>
              <a:ext uri="{FF2B5EF4-FFF2-40B4-BE49-F238E27FC236}">
                <a16:creationId xmlns:a16="http://schemas.microsoft.com/office/drawing/2014/main" id="{24C10DA0-4486-4D7D-3908-5FC01D019F4F}"/>
              </a:ext>
            </a:extLst>
          </p:cNvPr>
          <p:cNvSpPr txBox="1"/>
          <p:nvPr/>
        </p:nvSpPr>
        <p:spPr>
          <a:xfrm>
            <a:off x="6653048" y="2380432"/>
            <a:ext cx="5432935" cy="3785652"/>
          </a:xfrm>
          <a:prstGeom prst="rect">
            <a:avLst/>
          </a:prstGeom>
          <a:noFill/>
        </p:spPr>
        <p:txBody>
          <a:bodyPr wrap="square" rtlCol="0">
            <a:spAutoFit/>
          </a:bodyPr>
          <a:lstStyle/>
          <a:p>
            <a:pPr algn="ctr"/>
            <a:r>
              <a:rPr lang="bn-IN" sz="4000" dirty="0"/>
              <a:t>যেসকল পাখিকে ডিম ও মাংস উৎপাদনের মাধ্যমে খাবার ও পুষ্টি চাহিদা মেটানোসহ অর্থ উপার্জনের জন্য পরিকল্পিতভাবে গৃহে পালন করা হয়। </a:t>
            </a:r>
            <a:endParaRPr lang="en-US" sz="4000" dirty="0"/>
          </a:p>
        </p:txBody>
      </p:sp>
    </p:spTree>
    <p:extLst>
      <p:ext uri="{BB962C8B-B14F-4D97-AF65-F5344CB8AC3E}">
        <p14:creationId xmlns:p14="http://schemas.microsoft.com/office/powerpoint/2010/main" val="26119871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পোল্ট্রি সম্পর্কিত কিছু সংজ্ঞা</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3000" y="2301765"/>
            <a:ext cx="9905998" cy="4424855"/>
          </a:xfrm>
        </p:spPr>
        <p:txBody>
          <a:bodyPr>
            <a:normAutofit fontScale="92500" lnSpcReduction="20000"/>
          </a:bodyPr>
          <a:lstStyle/>
          <a:p>
            <a:pPr>
              <a:buFont typeface="Wingdings" panose="05000000000000000000" pitchFamily="2" charset="2"/>
              <a:buChar char="q"/>
            </a:pPr>
            <a:r>
              <a:rPr lang="bn-IN" sz="2800" dirty="0"/>
              <a:t> পাখিঃ </a:t>
            </a:r>
            <a:r>
              <a:rPr lang="en-US" sz="2800" dirty="0"/>
              <a:t>Chordata </a:t>
            </a:r>
            <a:r>
              <a:rPr lang="bn-IN" sz="2800" dirty="0"/>
              <a:t>পর্বের </a:t>
            </a:r>
            <a:r>
              <a:rPr lang="en-US" sz="2800" dirty="0"/>
              <a:t>Aves </a:t>
            </a:r>
            <a:r>
              <a:rPr lang="bn-IN" sz="2800" dirty="0"/>
              <a:t>শ্রেনীর অন্ত্ররভূক্ত প্রাণী</a:t>
            </a:r>
          </a:p>
          <a:p>
            <a:pPr>
              <a:buFont typeface="Wingdings" panose="05000000000000000000" pitchFamily="2" charset="2"/>
              <a:buChar char="q"/>
            </a:pPr>
            <a:r>
              <a:rPr lang="bn-IN" sz="2800" dirty="0"/>
              <a:t> বেবি চিকঃ মুরগীর নবজাতক বাচ্চা</a:t>
            </a:r>
          </a:p>
          <a:p>
            <a:pPr>
              <a:buFont typeface="Wingdings" panose="05000000000000000000" pitchFamily="2" charset="2"/>
              <a:buChar char="q"/>
            </a:pPr>
            <a:r>
              <a:rPr lang="bn-IN" sz="2800" dirty="0"/>
              <a:t> গ্রোয়ার চিকঃ ৮-১৮ সপ্তাহের বাচ্চা</a:t>
            </a:r>
          </a:p>
          <a:p>
            <a:pPr>
              <a:buFont typeface="Wingdings" panose="05000000000000000000" pitchFamily="2" charset="2"/>
              <a:buChar char="q"/>
            </a:pPr>
            <a:r>
              <a:rPr lang="bn-IN" sz="2800" dirty="0"/>
              <a:t> ককরেল ও পুলেটঃ ১ বছরের কম বয়সী পুরুষ মুরগীকে ককরেল, স্ত্রীকে মূরগীকে পুলেট বলে</a:t>
            </a:r>
          </a:p>
          <a:p>
            <a:pPr>
              <a:buFont typeface="Wingdings" panose="05000000000000000000" pitchFamily="2" charset="2"/>
              <a:buChar char="q"/>
            </a:pPr>
            <a:r>
              <a:rPr lang="bn-IN" sz="2800" dirty="0"/>
              <a:t> মোরগ ও মুরগীঃ প্রাপ্ত বয়ষ্ক মুরগীকে বলে</a:t>
            </a:r>
          </a:p>
          <a:p>
            <a:pPr>
              <a:buFont typeface="Wingdings" panose="05000000000000000000" pitchFamily="2" charset="2"/>
              <a:buChar char="q"/>
            </a:pPr>
            <a:r>
              <a:rPr lang="bn-IN" sz="2800" dirty="0"/>
              <a:t> কেপনঃ প্রজনন ক্ষমতা নষ্টকরা মোরগকে কেপন বলে</a:t>
            </a:r>
          </a:p>
          <a:p>
            <a:pPr>
              <a:buFont typeface="Wingdings" panose="05000000000000000000" pitchFamily="2" charset="2"/>
              <a:buChar char="q"/>
            </a:pPr>
            <a:r>
              <a:rPr lang="bn-IN" sz="2800" dirty="0"/>
              <a:t> ব্রয়লারঃ মাংস উৎপাদনকারী মুরগী</a:t>
            </a:r>
          </a:p>
          <a:p>
            <a:pPr>
              <a:buFont typeface="Wingdings" panose="05000000000000000000" pitchFamily="2" charset="2"/>
              <a:buChar char="q"/>
            </a:pPr>
            <a:r>
              <a:rPr lang="bn-IN" sz="2800" dirty="0"/>
              <a:t> লেয়ারঃ ডিম উৎপাদনকারী মুরগী</a:t>
            </a:r>
          </a:p>
          <a:p>
            <a:pPr marL="0" indent="0">
              <a:buNone/>
            </a:pPr>
            <a:endParaRPr lang="bn-IN" sz="2400" dirty="0"/>
          </a:p>
        </p:txBody>
      </p:sp>
    </p:spTree>
    <p:extLst>
      <p:ext uri="{BB962C8B-B14F-4D97-AF65-F5344CB8AC3E}">
        <p14:creationId xmlns:p14="http://schemas.microsoft.com/office/powerpoint/2010/main" val="8296454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পোল্ট্রির পরিধি ও শ্রেণিকরণ</a:t>
            </a:r>
            <a:endParaRPr lang="en-US" dirty="0"/>
          </a:p>
        </p:txBody>
      </p:sp>
      <p:graphicFrame>
        <p:nvGraphicFramePr>
          <p:cNvPr id="6" name="Diagram 5">
            <a:extLst>
              <a:ext uri="{FF2B5EF4-FFF2-40B4-BE49-F238E27FC236}">
                <a16:creationId xmlns:a16="http://schemas.microsoft.com/office/drawing/2014/main" id="{27BAF41C-DA1F-437A-9888-E0E392775CEB}"/>
              </a:ext>
            </a:extLst>
          </p:cNvPr>
          <p:cNvGraphicFramePr/>
          <p:nvPr>
            <p:extLst>
              <p:ext uri="{D42A27DB-BD31-4B8C-83A1-F6EECF244321}">
                <p14:modId xmlns:p14="http://schemas.microsoft.com/office/powerpoint/2010/main" val="3650786641"/>
              </p:ext>
            </p:extLst>
          </p:nvPr>
        </p:nvGraphicFramePr>
        <p:xfrm>
          <a:off x="273269" y="1975945"/>
          <a:ext cx="11666483" cy="4246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312684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উত্তর দাও</a:t>
            </a:r>
            <a:endParaRPr lang="en-US" dirty="0"/>
          </a:p>
        </p:txBody>
      </p:sp>
      <p:pic>
        <p:nvPicPr>
          <p:cNvPr id="7" name="Picture 6">
            <a:extLst>
              <a:ext uri="{FF2B5EF4-FFF2-40B4-BE49-F238E27FC236}">
                <a16:creationId xmlns:a16="http://schemas.microsoft.com/office/drawing/2014/main" id="{4659ED37-B652-48A1-9ADD-C5906F9167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3092" y="2886975"/>
            <a:ext cx="3303741" cy="2542781"/>
          </a:xfrm>
          <a:prstGeom prst="rect">
            <a:avLst/>
          </a:prstGeom>
        </p:spPr>
      </p:pic>
      <p:pic>
        <p:nvPicPr>
          <p:cNvPr id="9" name="Picture 8">
            <a:extLst>
              <a:ext uri="{FF2B5EF4-FFF2-40B4-BE49-F238E27FC236}">
                <a16:creationId xmlns:a16="http://schemas.microsoft.com/office/drawing/2014/main" id="{B8056FE7-8C5A-4BE0-84D6-0A8652B4A8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1844" y="2868581"/>
            <a:ext cx="2561176" cy="2561176"/>
          </a:xfrm>
          <a:prstGeom prst="rect">
            <a:avLst/>
          </a:prstGeom>
        </p:spPr>
      </p:pic>
      <p:pic>
        <p:nvPicPr>
          <p:cNvPr id="11" name="Picture 10">
            <a:extLst>
              <a:ext uri="{FF2B5EF4-FFF2-40B4-BE49-F238E27FC236}">
                <a16:creationId xmlns:a16="http://schemas.microsoft.com/office/drawing/2014/main" id="{3366C868-45FA-4831-9148-DE2CA6C0BB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9882" y="2886974"/>
            <a:ext cx="2871890" cy="2561175"/>
          </a:xfrm>
          <a:prstGeom prst="rect">
            <a:avLst/>
          </a:prstGeom>
        </p:spPr>
      </p:pic>
      <p:pic>
        <p:nvPicPr>
          <p:cNvPr id="13" name="Picture 12">
            <a:extLst>
              <a:ext uri="{FF2B5EF4-FFF2-40B4-BE49-F238E27FC236}">
                <a16:creationId xmlns:a16="http://schemas.microsoft.com/office/drawing/2014/main" id="{793DB8D3-71A1-4E91-84DF-73BE2D6F7A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1800" y="2868581"/>
            <a:ext cx="2287042" cy="2561175"/>
          </a:xfrm>
          <a:prstGeom prst="rect">
            <a:avLst/>
          </a:prstGeom>
        </p:spPr>
      </p:pic>
    </p:spTree>
    <p:extLst>
      <p:ext uri="{BB962C8B-B14F-4D97-AF65-F5344CB8AC3E}">
        <p14:creationId xmlns:p14="http://schemas.microsoft.com/office/powerpoint/2010/main" val="4576406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পোল্ট্রির প্রয়োজনীয়তা</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165131"/>
            <a:ext cx="9905998" cy="4466897"/>
          </a:xfrm>
        </p:spPr>
        <p:txBody>
          <a:bodyPr>
            <a:normAutofit lnSpcReduction="10000"/>
          </a:bodyPr>
          <a:lstStyle/>
          <a:p>
            <a:pPr>
              <a:buFont typeface="Wingdings" panose="05000000000000000000" pitchFamily="2" charset="2"/>
              <a:buChar char="Ø"/>
            </a:pPr>
            <a:r>
              <a:rPr lang="bn-IN" sz="2800" dirty="0"/>
              <a:t> খাদ্য ও পুষ্টির উৎস</a:t>
            </a:r>
          </a:p>
          <a:p>
            <a:pPr>
              <a:buFont typeface="Wingdings" panose="05000000000000000000" pitchFamily="2" charset="2"/>
              <a:buChar char="Ø"/>
            </a:pPr>
            <a:r>
              <a:rPr lang="bn-IN" sz="2800" dirty="0"/>
              <a:t> আয়ের উৎস</a:t>
            </a:r>
          </a:p>
          <a:p>
            <a:pPr>
              <a:buFont typeface="Wingdings" panose="05000000000000000000" pitchFamily="2" charset="2"/>
              <a:buChar char="Ø"/>
            </a:pPr>
            <a:r>
              <a:rPr lang="bn-IN" sz="2800" dirty="0"/>
              <a:t> কর্মসংস্থান বৃদ্ধি</a:t>
            </a:r>
          </a:p>
          <a:p>
            <a:pPr>
              <a:buFont typeface="Wingdings" panose="05000000000000000000" pitchFamily="2" charset="2"/>
              <a:buChar char="Ø"/>
            </a:pPr>
            <a:r>
              <a:rPr lang="bn-IN" sz="2800" dirty="0"/>
              <a:t> জৈব সার</a:t>
            </a:r>
          </a:p>
          <a:p>
            <a:pPr>
              <a:buFont typeface="Wingdings" panose="05000000000000000000" pitchFamily="2" charset="2"/>
              <a:buChar char="Ø"/>
            </a:pPr>
            <a:r>
              <a:rPr lang="bn-IN" sz="2800" dirty="0"/>
              <a:t> শিল্প উন্নয়ন</a:t>
            </a:r>
          </a:p>
          <a:p>
            <a:pPr>
              <a:buFont typeface="Wingdings" panose="05000000000000000000" pitchFamily="2" charset="2"/>
              <a:buChar char="Ø"/>
            </a:pPr>
            <a:r>
              <a:rPr lang="bn-IN" sz="2800" dirty="0"/>
              <a:t> উপজাত দ্রব্যের ব্যাবহার</a:t>
            </a:r>
          </a:p>
          <a:p>
            <a:pPr>
              <a:buFont typeface="Wingdings" panose="05000000000000000000" pitchFamily="2" charset="2"/>
              <a:buChar char="Ø"/>
            </a:pPr>
            <a:r>
              <a:rPr lang="bn-IN" sz="2800" dirty="0"/>
              <a:t>বিনোদন</a:t>
            </a:r>
          </a:p>
          <a:p>
            <a:pPr>
              <a:buFont typeface="Wingdings" panose="05000000000000000000" pitchFamily="2" charset="2"/>
              <a:buChar char="Ø"/>
            </a:pPr>
            <a:r>
              <a:rPr lang="bn-IN" sz="2800" dirty="0"/>
              <a:t>পরিবেশ উন্নয়ন </a:t>
            </a:r>
            <a:endParaRPr lang="bn-IN" sz="2400" dirty="0"/>
          </a:p>
        </p:txBody>
      </p:sp>
    </p:spTree>
    <p:extLst>
      <p:ext uri="{BB962C8B-B14F-4D97-AF65-F5344CB8AC3E}">
        <p14:creationId xmlns:p14="http://schemas.microsoft.com/office/powerpoint/2010/main" val="35849179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পোল্ট্রির শিল্পের সমস্যা</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490952"/>
            <a:ext cx="9905998" cy="4204138"/>
          </a:xfrm>
        </p:spPr>
        <p:txBody>
          <a:bodyPr>
            <a:normAutofit fontScale="92500" lnSpcReduction="10000"/>
          </a:bodyPr>
          <a:lstStyle/>
          <a:p>
            <a:pPr>
              <a:buFont typeface="Wingdings" panose="05000000000000000000" pitchFamily="2" charset="2"/>
              <a:buChar char="Ø"/>
            </a:pPr>
            <a:r>
              <a:rPr lang="bn-IN" sz="2800" dirty="0"/>
              <a:t> উন্নত জাতের অভাব</a:t>
            </a:r>
          </a:p>
          <a:p>
            <a:pPr>
              <a:buFont typeface="Wingdings" panose="05000000000000000000" pitchFamily="2" charset="2"/>
              <a:buChar char="Ø"/>
            </a:pPr>
            <a:r>
              <a:rPr lang="bn-IN" sz="2800" dirty="0"/>
              <a:t> রোগমুক্ত ও স্বাস্থ্যবান বাচ্চার অভাব</a:t>
            </a:r>
          </a:p>
          <a:p>
            <a:pPr>
              <a:buFont typeface="Wingdings" panose="05000000000000000000" pitchFamily="2" charset="2"/>
              <a:buChar char="Ø"/>
            </a:pPr>
            <a:r>
              <a:rPr lang="bn-IN" sz="2800" dirty="0"/>
              <a:t> অধিক উৎপাদন খরচ</a:t>
            </a:r>
          </a:p>
          <a:p>
            <a:pPr>
              <a:buFont typeface="Wingdings" panose="05000000000000000000" pitchFamily="2" charset="2"/>
              <a:buChar char="Ø"/>
            </a:pPr>
            <a:r>
              <a:rPr lang="bn-IN" sz="2800" dirty="0"/>
              <a:t> সুষম খাদ্যের অভাব</a:t>
            </a:r>
          </a:p>
          <a:p>
            <a:pPr>
              <a:buFont typeface="Wingdings" panose="05000000000000000000" pitchFamily="2" charset="2"/>
              <a:buChar char="Ø"/>
            </a:pPr>
            <a:r>
              <a:rPr lang="bn-IN" sz="2800" dirty="0"/>
              <a:t> প্রতিষেধক টিকার অভাব</a:t>
            </a:r>
          </a:p>
          <a:p>
            <a:pPr>
              <a:buFont typeface="Wingdings" panose="05000000000000000000" pitchFamily="2" charset="2"/>
              <a:buChar char="Ø"/>
            </a:pPr>
            <a:r>
              <a:rPr lang="bn-IN" sz="2800" dirty="0"/>
              <a:t> প্রশিক্ষণ ও কারিগরী জ্ঞানের অভাব</a:t>
            </a:r>
          </a:p>
          <a:p>
            <a:pPr>
              <a:buFont typeface="Wingdings" panose="05000000000000000000" pitchFamily="2" charset="2"/>
              <a:buChar char="Ø"/>
            </a:pPr>
            <a:r>
              <a:rPr lang="bn-IN" sz="2800" dirty="0"/>
              <a:t> অনুন্নত যোগাযোগ ও পরিবহন সমস্যা</a:t>
            </a:r>
          </a:p>
          <a:p>
            <a:pPr>
              <a:buFont typeface="Wingdings" panose="05000000000000000000" pitchFamily="2" charset="2"/>
              <a:buChar char="Ø"/>
            </a:pPr>
            <a:r>
              <a:rPr lang="bn-IN" sz="2800" dirty="0"/>
              <a:t> গবেষণা ও গবেষকের অভাব </a:t>
            </a:r>
          </a:p>
          <a:p>
            <a:pPr>
              <a:buFont typeface="Wingdings" panose="05000000000000000000" pitchFamily="2" charset="2"/>
              <a:buChar char="Ø"/>
            </a:pPr>
            <a:endParaRPr lang="bn-IN" sz="2400" dirty="0"/>
          </a:p>
        </p:txBody>
      </p:sp>
    </p:spTree>
    <p:extLst>
      <p:ext uri="{BB962C8B-B14F-4D97-AF65-F5344CB8AC3E}">
        <p14:creationId xmlns:p14="http://schemas.microsoft.com/office/powerpoint/2010/main" val="21775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পোল্ট্রির শিল্পের সমস্যা সমাধানের উপায়</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490952"/>
            <a:ext cx="9905998" cy="4204138"/>
          </a:xfrm>
        </p:spPr>
        <p:txBody>
          <a:bodyPr>
            <a:normAutofit fontScale="92500" lnSpcReduction="10000"/>
          </a:bodyPr>
          <a:lstStyle/>
          <a:p>
            <a:pPr>
              <a:buFont typeface="Wingdings" panose="05000000000000000000" pitchFamily="2" charset="2"/>
              <a:buChar char="Ø"/>
            </a:pPr>
            <a:r>
              <a:rPr lang="bn-IN" sz="2800" dirty="0"/>
              <a:t> উন্নত জাতের অভাব বিমোচন</a:t>
            </a:r>
          </a:p>
          <a:p>
            <a:pPr>
              <a:buFont typeface="Wingdings" panose="05000000000000000000" pitchFamily="2" charset="2"/>
              <a:buChar char="Ø"/>
            </a:pPr>
            <a:r>
              <a:rPr lang="bn-IN" sz="2800" dirty="0"/>
              <a:t> রোগমুক্ত ও স্বাস্থ্যবান বাচ্চার ব্যাবস্থা করা</a:t>
            </a:r>
          </a:p>
          <a:p>
            <a:pPr>
              <a:buFont typeface="Wingdings" panose="05000000000000000000" pitchFamily="2" charset="2"/>
              <a:buChar char="Ø"/>
            </a:pPr>
            <a:r>
              <a:rPr lang="bn-IN" sz="2800" dirty="0"/>
              <a:t> অধিক উৎপাদন খরচ কমানো </a:t>
            </a:r>
          </a:p>
          <a:p>
            <a:pPr>
              <a:buFont typeface="Wingdings" panose="05000000000000000000" pitchFamily="2" charset="2"/>
              <a:buChar char="Ø"/>
            </a:pPr>
            <a:r>
              <a:rPr lang="bn-IN" sz="2800" dirty="0"/>
              <a:t> সুষম খাদ্যের অভাব পূরণ </a:t>
            </a:r>
          </a:p>
          <a:p>
            <a:pPr>
              <a:buFont typeface="Wingdings" panose="05000000000000000000" pitchFamily="2" charset="2"/>
              <a:buChar char="Ø"/>
            </a:pPr>
            <a:r>
              <a:rPr lang="bn-IN" sz="2800" dirty="0"/>
              <a:t> প্রতিষেধক টিকার অভাব পূরণ</a:t>
            </a:r>
          </a:p>
          <a:p>
            <a:pPr>
              <a:buFont typeface="Wingdings" panose="05000000000000000000" pitchFamily="2" charset="2"/>
              <a:buChar char="Ø"/>
            </a:pPr>
            <a:r>
              <a:rPr lang="bn-IN" sz="2800" dirty="0"/>
              <a:t> প্রশিক্ষণ ও কারিগরী জ্ঞানের প্রসার ঘটানো</a:t>
            </a:r>
          </a:p>
          <a:p>
            <a:pPr>
              <a:buFont typeface="Wingdings" panose="05000000000000000000" pitchFamily="2" charset="2"/>
              <a:buChar char="Ø"/>
            </a:pPr>
            <a:r>
              <a:rPr lang="bn-IN" sz="2800" dirty="0"/>
              <a:t> অনুন্নত যোগাযোগ ও পরিবহন সমস্যা সমাধান</a:t>
            </a:r>
          </a:p>
          <a:p>
            <a:pPr>
              <a:buFont typeface="Wingdings" panose="05000000000000000000" pitchFamily="2" charset="2"/>
              <a:buChar char="Ø"/>
            </a:pPr>
            <a:r>
              <a:rPr lang="bn-IN" sz="2800" dirty="0"/>
              <a:t> গবেষণা ও গবেষকের </a:t>
            </a:r>
            <a:r>
              <a:rPr lang="bn-IN" sz="2800"/>
              <a:t>অভাব নিরোসন</a:t>
            </a:r>
            <a:endParaRPr lang="bn-IN" sz="2800" dirty="0"/>
          </a:p>
          <a:p>
            <a:pPr>
              <a:buFont typeface="Wingdings" panose="05000000000000000000" pitchFamily="2" charset="2"/>
              <a:buChar char="Ø"/>
            </a:pPr>
            <a:endParaRPr lang="bn-IN" sz="2400" dirty="0"/>
          </a:p>
        </p:txBody>
      </p:sp>
    </p:spTree>
    <p:extLst>
      <p:ext uri="{BB962C8B-B14F-4D97-AF65-F5344CB8AC3E}">
        <p14:creationId xmlns:p14="http://schemas.microsoft.com/office/powerpoint/2010/main" val="41944919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পোল্ট্রির বিভিন্ন জাত</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67558" y="2112579"/>
            <a:ext cx="11004331" cy="4582511"/>
          </a:xfrm>
        </p:spPr>
        <p:txBody>
          <a:bodyPr>
            <a:normAutofit/>
          </a:bodyPr>
          <a:lstStyle/>
          <a:p>
            <a:pPr>
              <a:buFont typeface="Wingdings" panose="05000000000000000000" pitchFamily="2" charset="2"/>
              <a:buChar char="Ø"/>
            </a:pPr>
            <a:r>
              <a:rPr lang="bn-IN" sz="2800" dirty="0"/>
              <a:t> শ্রেণীঃ পৃথিবীর নির্দিষ্ট স্থান বা জায়গা হতে উদ্ভুত। এশিয়াটিক, ইংলিশ শ্রেণী, ভূমধ্যসাগরীয়</a:t>
            </a:r>
          </a:p>
          <a:p>
            <a:pPr>
              <a:buFont typeface="Wingdings" panose="05000000000000000000" pitchFamily="2" charset="2"/>
              <a:buChar char="Ø"/>
            </a:pPr>
            <a:r>
              <a:rPr lang="bn-IN" sz="2800" dirty="0"/>
              <a:t> জাতঃ একটি বিশেষ গোষ্ঠীকে বোঝায়। যেমনঃ লেগহর্ন, মিনর্কা</a:t>
            </a:r>
          </a:p>
          <a:p>
            <a:pPr>
              <a:buFont typeface="Wingdings" panose="05000000000000000000" pitchFamily="2" charset="2"/>
              <a:buChar char="Ø"/>
            </a:pPr>
            <a:r>
              <a:rPr lang="bn-IN" sz="2800" dirty="0"/>
              <a:t> উপজাতঃ একই জাতের মধ্যে নির্দিষ্ট্য মিল থাকলে। যেমনঃ হোয়াইট লেগহর্ন, ব্ল্যাক মিনর্কা</a:t>
            </a:r>
          </a:p>
          <a:p>
            <a:pPr>
              <a:buFont typeface="Wingdings" panose="05000000000000000000" pitchFamily="2" charset="2"/>
              <a:buChar char="Ø"/>
            </a:pPr>
            <a:r>
              <a:rPr lang="bn-IN" sz="2800" dirty="0"/>
              <a:t> </a:t>
            </a:r>
            <a:r>
              <a:rPr lang="bn-IN" sz="2800" dirty="0">
                <a:solidFill>
                  <a:schemeClr val="accent2">
                    <a:lumMod val="75000"/>
                  </a:schemeClr>
                </a:solidFill>
              </a:rPr>
              <a:t>স্ট্রেইনঃ বিশেষ উদ্যেশ্য সাধনের উদ্যেশ্যে প্রজননকারী কর্তৃক নুন্যতম ৫ টি বংশপরস্পরায় আন্তঃপ্রজননের মাধ্যমে সৃষ্ট বিশেষ নামধারী মুরগী। যেমনঃ ইসাব্রাউন, স্ট্রারক্রস</a:t>
            </a:r>
          </a:p>
        </p:txBody>
      </p:sp>
    </p:spTree>
    <p:extLst>
      <p:ext uri="{BB962C8B-B14F-4D97-AF65-F5344CB8AC3E}">
        <p14:creationId xmlns:p14="http://schemas.microsoft.com/office/powerpoint/2010/main" val="365974795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মুরগীর পালনের উদ্যেশ্য ভিত্তিক শ্রেণীবিভাগ</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67558" y="2112579"/>
            <a:ext cx="11004331" cy="4582511"/>
          </a:xfrm>
        </p:spPr>
        <p:txBody>
          <a:bodyPr>
            <a:normAutofit/>
          </a:bodyPr>
          <a:lstStyle/>
          <a:p>
            <a:pPr>
              <a:buFont typeface="Wingdings" panose="05000000000000000000" pitchFamily="2" charset="2"/>
              <a:buChar char="Ø"/>
            </a:pPr>
            <a:r>
              <a:rPr lang="bn-IN" sz="2800" dirty="0"/>
              <a:t> ডিম উৎপাদনকারী জাতঃ</a:t>
            </a:r>
          </a:p>
          <a:p>
            <a:pPr lvl="1">
              <a:buFont typeface="Wingdings" panose="05000000000000000000" pitchFamily="2" charset="2"/>
              <a:buChar char="Ø"/>
            </a:pPr>
            <a:r>
              <a:rPr lang="bn-IN" sz="2600" dirty="0">
                <a:solidFill>
                  <a:schemeClr val="accent2">
                    <a:lumMod val="75000"/>
                  </a:schemeClr>
                </a:solidFill>
              </a:rPr>
              <a:t> ওজনে হালকা</a:t>
            </a:r>
          </a:p>
          <a:p>
            <a:pPr lvl="1">
              <a:buFont typeface="Wingdings" panose="05000000000000000000" pitchFamily="2" charset="2"/>
              <a:buChar char="Ø"/>
            </a:pPr>
            <a:r>
              <a:rPr lang="bn-IN" sz="2600" dirty="0">
                <a:solidFill>
                  <a:schemeClr val="accent2">
                    <a:lumMod val="75000"/>
                  </a:schemeClr>
                </a:solidFill>
              </a:rPr>
              <a:t> ডিম উৎপাদনক্ষমতা বেশী</a:t>
            </a:r>
          </a:p>
          <a:p>
            <a:pPr lvl="1">
              <a:buFont typeface="Wingdings" panose="05000000000000000000" pitchFamily="2" charset="2"/>
              <a:buChar char="Ø"/>
            </a:pPr>
            <a:r>
              <a:rPr lang="bn-IN" sz="2600" dirty="0">
                <a:solidFill>
                  <a:schemeClr val="accent2">
                    <a:lumMod val="75000"/>
                  </a:schemeClr>
                </a:solidFill>
              </a:rPr>
              <a:t> তারাতারি প্রজননক্ষম হয়, ডিমে তা দেয়ার প্রবনতা নাই</a:t>
            </a:r>
          </a:p>
          <a:p>
            <a:pPr lvl="1">
              <a:buFont typeface="Wingdings" panose="05000000000000000000" pitchFamily="2" charset="2"/>
              <a:buChar char="Ø"/>
            </a:pPr>
            <a:r>
              <a:rPr lang="bn-IN" sz="2600" dirty="0">
                <a:solidFill>
                  <a:schemeClr val="accent2">
                    <a:lumMod val="75000"/>
                  </a:schemeClr>
                </a:solidFill>
              </a:rPr>
              <a:t> শরীরে চর্বি কম থাকে</a:t>
            </a:r>
          </a:p>
        </p:txBody>
      </p:sp>
    </p:spTree>
    <p:extLst>
      <p:ext uri="{BB962C8B-B14F-4D97-AF65-F5344CB8AC3E}">
        <p14:creationId xmlns:p14="http://schemas.microsoft.com/office/powerpoint/2010/main" val="12477678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মুরগীর পালনের উদ্যেশ্য ভিত্তিক শ্রেণীবিভাগ</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67558" y="2112579"/>
            <a:ext cx="11004331" cy="4582511"/>
          </a:xfrm>
        </p:spPr>
        <p:txBody>
          <a:bodyPr>
            <a:normAutofit/>
          </a:bodyPr>
          <a:lstStyle/>
          <a:p>
            <a:pPr>
              <a:buFont typeface="Wingdings" panose="05000000000000000000" pitchFamily="2" charset="2"/>
              <a:buChar char="Ø"/>
            </a:pPr>
            <a:r>
              <a:rPr lang="bn-IN" sz="2800" dirty="0"/>
              <a:t> মাংস উৎপাদনকারী জাতঃ</a:t>
            </a:r>
          </a:p>
          <a:p>
            <a:pPr lvl="1">
              <a:buFont typeface="Wingdings" panose="05000000000000000000" pitchFamily="2" charset="2"/>
              <a:buChar char="Ø"/>
            </a:pPr>
            <a:r>
              <a:rPr lang="bn-IN" sz="2600" dirty="0">
                <a:solidFill>
                  <a:schemeClr val="accent2">
                    <a:lumMod val="75000"/>
                  </a:schemeClr>
                </a:solidFill>
              </a:rPr>
              <a:t> ওজনে ভারী </a:t>
            </a:r>
          </a:p>
          <a:p>
            <a:pPr lvl="1">
              <a:buFont typeface="Wingdings" panose="05000000000000000000" pitchFamily="2" charset="2"/>
              <a:buChar char="Ø"/>
            </a:pPr>
            <a:r>
              <a:rPr lang="bn-IN" sz="2600" dirty="0">
                <a:solidFill>
                  <a:schemeClr val="accent2">
                    <a:lumMod val="75000"/>
                  </a:schemeClr>
                </a:solidFill>
              </a:rPr>
              <a:t> খাদ্যকে মাংসে রুপান্তরের ক্ষমতা বেশী</a:t>
            </a:r>
          </a:p>
          <a:p>
            <a:pPr lvl="1">
              <a:buFont typeface="Wingdings" panose="05000000000000000000" pitchFamily="2" charset="2"/>
              <a:buChar char="Ø"/>
            </a:pPr>
            <a:r>
              <a:rPr lang="bn-IN" sz="2600" dirty="0">
                <a:solidFill>
                  <a:schemeClr val="accent2">
                    <a:lumMod val="75000"/>
                  </a:schemeClr>
                </a:solidFill>
              </a:rPr>
              <a:t> তারাতারি দেহের বৃদ্ধি হয়, ডিমে তা দেয়ার প্রবনতা কম</a:t>
            </a:r>
          </a:p>
          <a:p>
            <a:pPr lvl="1">
              <a:buFont typeface="Wingdings" panose="05000000000000000000" pitchFamily="2" charset="2"/>
              <a:buChar char="Ø"/>
            </a:pPr>
            <a:r>
              <a:rPr lang="bn-IN" sz="2600" dirty="0">
                <a:solidFill>
                  <a:schemeClr val="accent2">
                    <a:lumMod val="75000"/>
                  </a:schemeClr>
                </a:solidFill>
              </a:rPr>
              <a:t> শরীরে চর্বি বেশী থাকে</a:t>
            </a:r>
          </a:p>
        </p:txBody>
      </p:sp>
    </p:spTree>
    <p:extLst>
      <p:ext uri="{BB962C8B-B14F-4D97-AF65-F5344CB8AC3E}">
        <p14:creationId xmlns:p14="http://schemas.microsoft.com/office/powerpoint/2010/main" val="32021665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মুরগীর পালনের উদ্যেশ্য ভিত্তিক শ্রেণীবিভাগ</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67558" y="2112579"/>
            <a:ext cx="11004331" cy="4582511"/>
          </a:xfrm>
        </p:spPr>
        <p:txBody>
          <a:bodyPr>
            <a:normAutofit/>
          </a:bodyPr>
          <a:lstStyle/>
          <a:p>
            <a:pPr>
              <a:buFont typeface="Wingdings" panose="05000000000000000000" pitchFamily="2" charset="2"/>
              <a:buChar char="Ø"/>
            </a:pPr>
            <a:r>
              <a:rPr lang="bn-IN" sz="2800" dirty="0"/>
              <a:t> মাংস ও ডিম উৎপাদনকারী জাতঃ</a:t>
            </a:r>
          </a:p>
          <a:p>
            <a:pPr lvl="1">
              <a:buFont typeface="Wingdings" panose="05000000000000000000" pitchFamily="2" charset="2"/>
              <a:buChar char="Ø"/>
            </a:pPr>
            <a:r>
              <a:rPr lang="bn-IN" sz="2600" dirty="0">
                <a:solidFill>
                  <a:schemeClr val="accent2">
                    <a:lumMod val="75000"/>
                  </a:schemeClr>
                </a:solidFill>
              </a:rPr>
              <a:t> ওজনে ভারী ও মাঝারী ভারী </a:t>
            </a:r>
          </a:p>
          <a:p>
            <a:pPr lvl="1">
              <a:buFont typeface="Wingdings" panose="05000000000000000000" pitchFamily="2" charset="2"/>
              <a:buChar char="Ø"/>
            </a:pPr>
            <a:r>
              <a:rPr lang="bn-IN" sz="2600" dirty="0">
                <a:solidFill>
                  <a:schemeClr val="accent2">
                    <a:lumMod val="75000"/>
                  </a:schemeClr>
                </a:solidFill>
              </a:rPr>
              <a:t> ডিম ও মাংস উৎপাদনক্ষমতা মাঝারী</a:t>
            </a:r>
          </a:p>
          <a:p>
            <a:pPr lvl="1">
              <a:buFont typeface="Wingdings" panose="05000000000000000000" pitchFamily="2" charset="2"/>
              <a:buChar char="Ø"/>
            </a:pPr>
            <a:r>
              <a:rPr lang="bn-IN" sz="2600" dirty="0">
                <a:solidFill>
                  <a:schemeClr val="accent2">
                    <a:lumMod val="75000"/>
                  </a:schemeClr>
                </a:solidFill>
              </a:rPr>
              <a:t> ডিমে তা দেয়ার প্রবনতা থাকতে পারে</a:t>
            </a:r>
          </a:p>
          <a:p>
            <a:pPr lvl="1">
              <a:buFont typeface="Wingdings" panose="05000000000000000000" pitchFamily="2" charset="2"/>
              <a:buChar char="Ø"/>
            </a:pPr>
            <a:r>
              <a:rPr lang="bn-IN" sz="2600" dirty="0">
                <a:solidFill>
                  <a:schemeClr val="accent2">
                    <a:lumMod val="75000"/>
                  </a:schemeClr>
                </a:solidFill>
              </a:rPr>
              <a:t> তারাতারি পরিপক্ক হয়</a:t>
            </a:r>
          </a:p>
        </p:txBody>
      </p:sp>
    </p:spTree>
    <p:extLst>
      <p:ext uri="{BB962C8B-B14F-4D97-AF65-F5344CB8AC3E}">
        <p14:creationId xmlns:p14="http://schemas.microsoft.com/office/powerpoint/2010/main" val="32728566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মুরগীর স্থানভিত্তিক শ্রেণিবিভাগ</a:t>
            </a:r>
            <a:endParaRPr lang="en-US" dirty="0"/>
          </a:p>
        </p:txBody>
      </p:sp>
      <p:graphicFrame>
        <p:nvGraphicFramePr>
          <p:cNvPr id="6" name="Diagram 5">
            <a:extLst>
              <a:ext uri="{FF2B5EF4-FFF2-40B4-BE49-F238E27FC236}">
                <a16:creationId xmlns:a16="http://schemas.microsoft.com/office/drawing/2014/main" id="{27BAF41C-DA1F-437A-9888-E0E392775CEB}"/>
              </a:ext>
            </a:extLst>
          </p:cNvPr>
          <p:cNvGraphicFramePr/>
          <p:nvPr>
            <p:extLst>
              <p:ext uri="{D42A27DB-BD31-4B8C-83A1-F6EECF244321}">
                <p14:modId xmlns:p14="http://schemas.microsoft.com/office/powerpoint/2010/main" val="1308036631"/>
              </p:ext>
            </p:extLst>
          </p:nvPr>
        </p:nvGraphicFramePr>
        <p:xfrm>
          <a:off x="273269" y="2249214"/>
          <a:ext cx="11666483" cy="4445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301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মুরগীর আমেরিকান, ভূমধ্যসাগরীয়, ইংলিশ ও এশীয় জাতের তুলনামূলক বৈশিষ্ট্য</a:t>
            </a:r>
            <a:endParaRPr lang="en-US" dirty="0"/>
          </a:p>
        </p:txBody>
      </p:sp>
      <p:graphicFrame>
        <p:nvGraphicFramePr>
          <p:cNvPr id="3" name="Table 3">
            <a:extLst>
              <a:ext uri="{FF2B5EF4-FFF2-40B4-BE49-F238E27FC236}">
                <a16:creationId xmlns:a16="http://schemas.microsoft.com/office/drawing/2014/main" id="{924A4CDD-B82E-411B-B152-4D388C1EAD9F}"/>
              </a:ext>
            </a:extLst>
          </p:cNvPr>
          <p:cNvGraphicFramePr>
            <a:graphicFrameLocks noGrp="1"/>
          </p:cNvGraphicFramePr>
          <p:nvPr>
            <p:extLst>
              <p:ext uri="{D42A27DB-BD31-4B8C-83A1-F6EECF244321}">
                <p14:modId xmlns:p14="http://schemas.microsoft.com/office/powerpoint/2010/main" val="2428285996"/>
              </p:ext>
            </p:extLst>
          </p:nvPr>
        </p:nvGraphicFramePr>
        <p:xfrm>
          <a:off x="572814" y="2354318"/>
          <a:ext cx="11046372" cy="4193625"/>
        </p:xfrm>
        <a:graphic>
          <a:graphicData uri="http://schemas.openxmlformats.org/drawingml/2006/table">
            <a:tbl>
              <a:tblPr firstRow="1" bandRow="1">
                <a:tableStyleId>{5C22544A-7EE6-4342-B048-85BDC9FD1C3A}</a:tableStyleId>
              </a:tblPr>
              <a:tblGrid>
                <a:gridCol w="1841062">
                  <a:extLst>
                    <a:ext uri="{9D8B030D-6E8A-4147-A177-3AD203B41FA5}">
                      <a16:colId xmlns:a16="http://schemas.microsoft.com/office/drawing/2014/main" val="3824661491"/>
                    </a:ext>
                  </a:extLst>
                </a:gridCol>
                <a:gridCol w="1841062">
                  <a:extLst>
                    <a:ext uri="{9D8B030D-6E8A-4147-A177-3AD203B41FA5}">
                      <a16:colId xmlns:a16="http://schemas.microsoft.com/office/drawing/2014/main" val="1242551540"/>
                    </a:ext>
                  </a:extLst>
                </a:gridCol>
                <a:gridCol w="1841062">
                  <a:extLst>
                    <a:ext uri="{9D8B030D-6E8A-4147-A177-3AD203B41FA5}">
                      <a16:colId xmlns:a16="http://schemas.microsoft.com/office/drawing/2014/main" val="461192779"/>
                    </a:ext>
                  </a:extLst>
                </a:gridCol>
                <a:gridCol w="1841062">
                  <a:extLst>
                    <a:ext uri="{9D8B030D-6E8A-4147-A177-3AD203B41FA5}">
                      <a16:colId xmlns:a16="http://schemas.microsoft.com/office/drawing/2014/main" val="2917455006"/>
                    </a:ext>
                  </a:extLst>
                </a:gridCol>
                <a:gridCol w="1841062">
                  <a:extLst>
                    <a:ext uri="{9D8B030D-6E8A-4147-A177-3AD203B41FA5}">
                      <a16:colId xmlns:a16="http://schemas.microsoft.com/office/drawing/2014/main" val="1768146386"/>
                    </a:ext>
                  </a:extLst>
                </a:gridCol>
                <a:gridCol w="1841062">
                  <a:extLst>
                    <a:ext uri="{9D8B030D-6E8A-4147-A177-3AD203B41FA5}">
                      <a16:colId xmlns:a16="http://schemas.microsoft.com/office/drawing/2014/main" val="1189916274"/>
                    </a:ext>
                  </a:extLst>
                </a:gridCol>
              </a:tblGrid>
              <a:tr h="737825">
                <a:tc>
                  <a:txBody>
                    <a:bodyPr/>
                    <a:lstStyle/>
                    <a:p>
                      <a:r>
                        <a:rPr lang="bn-IN" sz="2000" dirty="0"/>
                        <a:t>শ্রেণীর নাম</a:t>
                      </a:r>
                      <a:endParaRPr lang="en-US" sz="2000" dirty="0"/>
                    </a:p>
                  </a:txBody>
                  <a:tcPr/>
                </a:tc>
                <a:tc>
                  <a:txBody>
                    <a:bodyPr/>
                    <a:lstStyle/>
                    <a:p>
                      <a:r>
                        <a:rPr lang="bn-IN" sz="2000" dirty="0"/>
                        <a:t>কানের রং</a:t>
                      </a:r>
                      <a:endParaRPr lang="en-US" sz="2000" dirty="0"/>
                    </a:p>
                  </a:txBody>
                  <a:tcPr/>
                </a:tc>
                <a:tc>
                  <a:txBody>
                    <a:bodyPr/>
                    <a:lstStyle/>
                    <a:p>
                      <a:r>
                        <a:rPr lang="bn-IN" sz="2000" dirty="0"/>
                        <a:t>চামড়ার রং</a:t>
                      </a:r>
                      <a:endParaRPr lang="en-US" sz="2000" dirty="0"/>
                    </a:p>
                  </a:txBody>
                  <a:tcPr/>
                </a:tc>
                <a:tc>
                  <a:txBody>
                    <a:bodyPr/>
                    <a:lstStyle/>
                    <a:p>
                      <a:r>
                        <a:rPr lang="bn-IN" sz="2000" dirty="0"/>
                        <a:t>ডিমের খোসার  রং</a:t>
                      </a:r>
                      <a:endParaRPr lang="en-US" sz="2000" dirty="0"/>
                    </a:p>
                  </a:txBody>
                  <a:tcPr/>
                </a:tc>
                <a:tc>
                  <a:txBody>
                    <a:bodyPr/>
                    <a:lstStyle/>
                    <a:p>
                      <a:r>
                        <a:rPr lang="bn-IN" sz="2000" dirty="0"/>
                        <a:t>পায়ের নালায় পালক</a:t>
                      </a:r>
                      <a:endParaRPr lang="en-US" sz="2000" dirty="0"/>
                    </a:p>
                  </a:txBody>
                  <a:tcPr/>
                </a:tc>
                <a:tc>
                  <a:txBody>
                    <a:bodyPr/>
                    <a:lstStyle/>
                    <a:p>
                      <a:r>
                        <a:rPr lang="bn-IN" sz="2000" dirty="0"/>
                        <a:t>আকৃতি ও উপযোগিতা</a:t>
                      </a:r>
                      <a:endParaRPr lang="en-US" sz="2000" dirty="0"/>
                    </a:p>
                  </a:txBody>
                  <a:tcPr/>
                </a:tc>
                <a:extLst>
                  <a:ext uri="{0D108BD9-81ED-4DB2-BD59-A6C34878D82A}">
                    <a16:rowId xmlns:a16="http://schemas.microsoft.com/office/drawing/2014/main" val="2132700277"/>
                  </a:ext>
                </a:extLst>
              </a:tr>
              <a:tr h="863950">
                <a:tc>
                  <a:txBody>
                    <a:bodyPr/>
                    <a:lstStyle/>
                    <a:p>
                      <a:r>
                        <a:rPr lang="bn-IN" sz="2000" dirty="0"/>
                        <a:t>আমেরিকান</a:t>
                      </a:r>
                      <a:endParaRPr lang="en-US" sz="2000" dirty="0"/>
                    </a:p>
                  </a:txBody>
                  <a:tcPr/>
                </a:tc>
                <a:tc>
                  <a:txBody>
                    <a:bodyPr/>
                    <a:lstStyle/>
                    <a:p>
                      <a:pPr algn="ctr"/>
                      <a:r>
                        <a:rPr lang="bn-IN" sz="2000" dirty="0"/>
                        <a:t>লাল</a:t>
                      </a:r>
                      <a:endParaRPr lang="en-US" sz="2000" dirty="0"/>
                    </a:p>
                  </a:txBody>
                  <a:tcPr/>
                </a:tc>
                <a:tc>
                  <a:txBody>
                    <a:bodyPr/>
                    <a:lstStyle/>
                    <a:p>
                      <a:pPr algn="ctr"/>
                      <a:r>
                        <a:rPr lang="bn-IN" sz="2000" dirty="0"/>
                        <a:t>হলুদ</a:t>
                      </a:r>
                      <a:endParaRPr lang="en-US" sz="2000" dirty="0"/>
                    </a:p>
                  </a:txBody>
                  <a:tcPr/>
                </a:tc>
                <a:tc>
                  <a:txBody>
                    <a:bodyPr/>
                    <a:lstStyle/>
                    <a:p>
                      <a:pPr algn="ctr"/>
                      <a:r>
                        <a:rPr lang="bn-IN" sz="2000" dirty="0"/>
                        <a:t>বাদামী</a:t>
                      </a:r>
                      <a:endParaRPr lang="en-US" sz="2000" dirty="0"/>
                    </a:p>
                  </a:txBody>
                  <a:tcPr/>
                </a:tc>
                <a:tc>
                  <a:txBody>
                    <a:bodyPr/>
                    <a:lstStyle/>
                    <a:p>
                      <a:pPr algn="ctr"/>
                      <a:r>
                        <a:rPr lang="bn-IN" sz="2000" dirty="0"/>
                        <a:t>নেই</a:t>
                      </a:r>
                      <a:endParaRPr lang="en-US" sz="2000" dirty="0"/>
                    </a:p>
                  </a:txBody>
                  <a:tcPr/>
                </a:tc>
                <a:tc>
                  <a:txBody>
                    <a:bodyPr/>
                    <a:lstStyle/>
                    <a:p>
                      <a:r>
                        <a:rPr lang="bn-IN" sz="2000" dirty="0"/>
                        <a:t>মাঝারী, ডিম ও মাংস</a:t>
                      </a:r>
                      <a:endParaRPr lang="en-US" sz="2000" dirty="0"/>
                    </a:p>
                  </a:txBody>
                  <a:tcPr/>
                </a:tc>
                <a:extLst>
                  <a:ext uri="{0D108BD9-81ED-4DB2-BD59-A6C34878D82A}">
                    <a16:rowId xmlns:a16="http://schemas.microsoft.com/office/drawing/2014/main" val="2829851925"/>
                  </a:ext>
                </a:extLst>
              </a:tr>
              <a:tr h="863950">
                <a:tc>
                  <a:txBody>
                    <a:bodyPr/>
                    <a:lstStyle/>
                    <a:p>
                      <a:r>
                        <a:rPr lang="bn-IN" sz="2000" dirty="0"/>
                        <a:t>ভূমধ্যসাগরীয়</a:t>
                      </a:r>
                      <a:endParaRPr lang="en-US" sz="2000" dirty="0"/>
                    </a:p>
                  </a:txBody>
                  <a:tcPr/>
                </a:tc>
                <a:tc>
                  <a:txBody>
                    <a:bodyPr/>
                    <a:lstStyle/>
                    <a:p>
                      <a:pPr algn="ctr"/>
                      <a:r>
                        <a:rPr lang="bn-IN" sz="2000" dirty="0"/>
                        <a:t>সাদা</a:t>
                      </a:r>
                      <a:endParaRPr lang="en-US" sz="2000" dirty="0"/>
                    </a:p>
                  </a:txBody>
                  <a:tcPr/>
                </a:tc>
                <a:tc>
                  <a:txBody>
                    <a:bodyPr/>
                    <a:lstStyle/>
                    <a:p>
                      <a:pPr algn="ctr"/>
                      <a:r>
                        <a:rPr lang="bn-IN" sz="2000" dirty="0"/>
                        <a:t>সাদা</a:t>
                      </a:r>
                      <a:endParaRPr lang="en-US" sz="2000" dirty="0"/>
                    </a:p>
                  </a:txBody>
                  <a:tcPr/>
                </a:tc>
                <a:tc>
                  <a:txBody>
                    <a:bodyPr/>
                    <a:lstStyle/>
                    <a:p>
                      <a:pPr algn="ctr"/>
                      <a:r>
                        <a:rPr lang="bn-IN" sz="2000" dirty="0"/>
                        <a:t>সাদা</a:t>
                      </a:r>
                      <a:endParaRPr lang="en-US" sz="2000" dirty="0"/>
                    </a:p>
                  </a:txBody>
                  <a:tcPr/>
                </a:tc>
                <a:tc>
                  <a:txBody>
                    <a:bodyPr/>
                    <a:lstStyle/>
                    <a:p>
                      <a:pPr algn="ctr"/>
                      <a:r>
                        <a:rPr lang="bn-IN" sz="2000" dirty="0"/>
                        <a:t>নেই</a:t>
                      </a:r>
                      <a:endParaRPr lang="en-US" sz="2000" dirty="0"/>
                    </a:p>
                  </a:txBody>
                  <a:tcPr/>
                </a:tc>
                <a:tc>
                  <a:txBody>
                    <a:bodyPr/>
                    <a:lstStyle/>
                    <a:p>
                      <a:r>
                        <a:rPr lang="bn-IN" sz="2000" dirty="0"/>
                        <a:t>ছোট, ডিম</a:t>
                      </a:r>
                      <a:endParaRPr lang="en-US" sz="2000" dirty="0"/>
                    </a:p>
                  </a:txBody>
                  <a:tcPr/>
                </a:tc>
                <a:extLst>
                  <a:ext uri="{0D108BD9-81ED-4DB2-BD59-A6C34878D82A}">
                    <a16:rowId xmlns:a16="http://schemas.microsoft.com/office/drawing/2014/main" val="3152244701"/>
                  </a:ext>
                </a:extLst>
              </a:tr>
              <a:tr h="863950">
                <a:tc>
                  <a:txBody>
                    <a:bodyPr/>
                    <a:lstStyle/>
                    <a:p>
                      <a:r>
                        <a:rPr lang="bn-IN" sz="2000" dirty="0"/>
                        <a:t>ইংলিশ</a:t>
                      </a:r>
                      <a:endParaRPr lang="en-US" sz="2000" dirty="0"/>
                    </a:p>
                  </a:txBody>
                  <a:tcPr/>
                </a:tc>
                <a:tc>
                  <a:txBody>
                    <a:bodyPr/>
                    <a:lstStyle/>
                    <a:p>
                      <a:pPr algn="ctr"/>
                      <a:r>
                        <a:rPr lang="bn-IN" sz="2000" dirty="0"/>
                        <a:t>লাল</a:t>
                      </a:r>
                      <a:endParaRPr lang="en-US" sz="2000" dirty="0"/>
                    </a:p>
                  </a:txBody>
                  <a:tcPr/>
                </a:tc>
                <a:tc>
                  <a:txBody>
                    <a:bodyPr/>
                    <a:lstStyle/>
                    <a:p>
                      <a:pPr algn="ctr"/>
                      <a:r>
                        <a:rPr lang="bn-IN" sz="2000" dirty="0"/>
                        <a:t>সাদা</a:t>
                      </a:r>
                      <a:endParaRPr lang="en-US" sz="2000" dirty="0"/>
                    </a:p>
                  </a:txBody>
                  <a:tcPr/>
                </a:tc>
                <a:tc>
                  <a:txBody>
                    <a:bodyPr/>
                    <a:lstStyle/>
                    <a:p>
                      <a:pPr algn="ctr"/>
                      <a:r>
                        <a:rPr lang="bn-IN" sz="2000" dirty="0"/>
                        <a:t>বাদামী</a:t>
                      </a:r>
                      <a:endParaRPr lang="en-US" sz="2000" dirty="0"/>
                    </a:p>
                  </a:txBody>
                  <a:tcPr/>
                </a:tc>
                <a:tc>
                  <a:txBody>
                    <a:bodyPr/>
                    <a:lstStyle/>
                    <a:p>
                      <a:pPr algn="ctr"/>
                      <a:r>
                        <a:rPr lang="bn-IN" sz="2000" dirty="0"/>
                        <a:t>নেই</a:t>
                      </a:r>
                      <a:endParaRPr lang="en-US" sz="2000" dirty="0"/>
                    </a:p>
                  </a:txBody>
                  <a:tcPr/>
                </a:tc>
                <a:tc>
                  <a:txBody>
                    <a:bodyPr/>
                    <a:lstStyle/>
                    <a:p>
                      <a:r>
                        <a:rPr lang="bn-IN" sz="2000" dirty="0"/>
                        <a:t>মাঝারী, ডিম ও মাংস</a:t>
                      </a:r>
                      <a:endParaRPr lang="en-US" sz="2000" dirty="0"/>
                    </a:p>
                  </a:txBody>
                  <a:tcPr/>
                </a:tc>
                <a:extLst>
                  <a:ext uri="{0D108BD9-81ED-4DB2-BD59-A6C34878D82A}">
                    <a16:rowId xmlns:a16="http://schemas.microsoft.com/office/drawing/2014/main" val="3325714021"/>
                  </a:ext>
                </a:extLst>
              </a:tr>
              <a:tr h="863950">
                <a:tc>
                  <a:txBody>
                    <a:bodyPr/>
                    <a:lstStyle/>
                    <a:p>
                      <a:r>
                        <a:rPr lang="bn-IN" sz="2000" dirty="0"/>
                        <a:t>এশিয়াটিক</a:t>
                      </a:r>
                      <a:endParaRPr lang="en-US" sz="2000" dirty="0"/>
                    </a:p>
                  </a:txBody>
                  <a:tcPr/>
                </a:tc>
                <a:tc>
                  <a:txBody>
                    <a:bodyPr/>
                    <a:lstStyle/>
                    <a:p>
                      <a:pPr algn="ctr"/>
                      <a:r>
                        <a:rPr lang="bn-IN" sz="2000" dirty="0"/>
                        <a:t>লাল</a:t>
                      </a:r>
                      <a:endParaRPr lang="en-US" sz="2000" dirty="0"/>
                    </a:p>
                  </a:txBody>
                  <a:tcPr/>
                </a:tc>
                <a:tc>
                  <a:txBody>
                    <a:bodyPr/>
                    <a:lstStyle/>
                    <a:p>
                      <a:pPr algn="ctr"/>
                      <a:r>
                        <a:rPr lang="bn-IN" sz="2000" dirty="0"/>
                        <a:t>হলুদ</a:t>
                      </a:r>
                      <a:endParaRPr lang="en-US" sz="2000" dirty="0"/>
                    </a:p>
                  </a:txBody>
                  <a:tcPr/>
                </a:tc>
                <a:tc>
                  <a:txBody>
                    <a:bodyPr/>
                    <a:lstStyle/>
                    <a:p>
                      <a:pPr algn="ctr"/>
                      <a:r>
                        <a:rPr lang="bn-IN" sz="2000" dirty="0"/>
                        <a:t>বাদামী</a:t>
                      </a:r>
                      <a:endParaRPr lang="en-US" sz="2000" dirty="0"/>
                    </a:p>
                  </a:txBody>
                  <a:tcPr/>
                </a:tc>
                <a:tc>
                  <a:txBody>
                    <a:bodyPr/>
                    <a:lstStyle/>
                    <a:p>
                      <a:pPr algn="ctr"/>
                      <a:r>
                        <a:rPr lang="bn-IN" sz="2000" dirty="0"/>
                        <a:t>থাকতে পারে</a:t>
                      </a:r>
                      <a:endParaRPr lang="en-US" sz="2000" dirty="0"/>
                    </a:p>
                  </a:txBody>
                  <a:tcPr/>
                </a:tc>
                <a:tc>
                  <a:txBody>
                    <a:bodyPr/>
                    <a:lstStyle/>
                    <a:p>
                      <a:r>
                        <a:rPr lang="bn-IN" sz="2000" dirty="0"/>
                        <a:t>বড়, মাংস</a:t>
                      </a:r>
                      <a:endParaRPr lang="en-US" sz="2000" dirty="0"/>
                    </a:p>
                  </a:txBody>
                  <a:tcPr/>
                </a:tc>
                <a:extLst>
                  <a:ext uri="{0D108BD9-81ED-4DB2-BD59-A6C34878D82A}">
                    <a16:rowId xmlns:a16="http://schemas.microsoft.com/office/drawing/2014/main" val="3482873065"/>
                  </a:ext>
                </a:extLst>
              </a:tr>
            </a:tbl>
          </a:graphicData>
        </a:graphic>
      </p:graphicFrame>
    </p:spTree>
    <p:extLst>
      <p:ext uri="{BB962C8B-B14F-4D97-AF65-F5344CB8AC3E}">
        <p14:creationId xmlns:p14="http://schemas.microsoft.com/office/powerpoint/2010/main" val="42068249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বাণিজ্যিক ব্রয়লার ও লেয়ার হাইব্রিড</a:t>
            </a:r>
            <a:endParaRPr lang="en-US" dirty="0"/>
          </a:p>
        </p:txBody>
      </p:sp>
      <p:graphicFrame>
        <p:nvGraphicFramePr>
          <p:cNvPr id="4" name="Diagram 3">
            <a:extLst>
              <a:ext uri="{FF2B5EF4-FFF2-40B4-BE49-F238E27FC236}">
                <a16:creationId xmlns:a16="http://schemas.microsoft.com/office/drawing/2014/main" id="{0CD3EE5B-3176-430C-8A25-9AF527F5834E}"/>
              </a:ext>
            </a:extLst>
          </p:cNvPr>
          <p:cNvGraphicFramePr/>
          <p:nvPr>
            <p:extLst>
              <p:ext uri="{D42A27DB-BD31-4B8C-83A1-F6EECF244321}">
                <p14:modId xmlns:p14="http://schemas.microsoft.com/office/powerpoint/2010/main" val="2710608980"/>
              </p:ext>
            </p:extLst>
          </p:nvPr>
        </p:nvGraphicFramePr>
        <p:xfrm>
          <a:off x="5580993" y="2144111"/>
          <a:ext cx="6376275" cy="440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4B7DE987-10D5-44EA-9E6A-91AB1B30FE40}"/>
              </a:ext>
            </a:extLst>
          </p:cNvPr>
          <p:cNvSpPr txBox="1"/>
          <p:nvPr/>
        </p:nvSpPr>
        <p:spPr>
          <a:xfrm>
            <a:off x="977461" y="2448910"/>
            <a:ext cx="5517931" cy="3970318"/>
          </a:xfrm>
          <a:prstGeom prst="rect">
            <a:avLst/>
          </a:prstGeom>
          <a:noFill/>
        </p:spPr>
        <p:txBody>
          <a:bodyPr wrap="square" rtlCol="0">
            <a:spAutoFit/>
          </a:bodyPr>
          <a:lstStyle/>
          <a:p>
            <a:r>
              <a:rPr lang="bn-IN" sz="2800" dirty="0">
                <a:solidFill>
                  <a:schemeClr val="accent2"/>
                </a:solidFill>
              </a:rPr>
              <a:t>হাইব্রিড লেয়ারঃ </a:t>
            </a:r>
            <a:r>
              <a:rPr lang="bn-IN" sz="2800" dirty="0"/>
              <a:t>মোহমান হোয়াইট/ব্রাউন, ইসা ব্রাউন, ব্যাবকক, বিবি-৩০০, হাবার্ড ব্রাউন, স্টারকস ব্রাউ্ন, হাইসেক্স ব্রাউন ইত্যাদি</a:t>
            </a:r>
          </a:p>
          <a:p>
            <a:endParaRPr lang="bn-IN" sz="2800" dirty="0"/>
          </a:p>
          <a:p>
            <a:r>
              <a:rPr lang="bn-IN" sz="2800" dirty="0">
                <a:solidFill>
                  <a:schemeClr val="accent2"/>
                </a:solidFill>
              </a:rPr>
              <a:t>ব্রয়লার হাইব্রিডঃ</a:t>
            </a:r>
            <a:r>
              <a:rPr lang="bn-IN" sz="2800" dirty="0"/>
              <a:t> সেভার স্টার ব্রো, হাই লাইন, সেভার মাস্টার, ভেনকব, ইসা আই ৭৫৭, হাবার্ড ক্লাসিক ইত্যাদি</a:t>
            </a:r>
            <a:endParaRPr lang="en-US" sz="2800" dirty="0"/>
          </a:p>
        </p:txBody>
      </p:sp>
    </p:spTree>
    <p:extLst>
      <p:ext uri="{BB962C8B-B14F-4D97-AF65-F5344CB8AC3E}">
        <p14:creationId xmlns:p14="http://schemas.microsoft.com/office/powerpoint/2010/main" val="41466785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আমেরিকান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6032939" cy="3908762"/>
          </a:xfrm>
          <a:prstGeom prst="rect">
            <a:avLst/>
          </a:prstGeom>
          <a:noFill/>
        </p:spPr>
        <p:txBody>
          <a:bodyPr wrap="square" rtlCol="0">
            <a:spAutoFit/>
          </a:bodyPr>
          <a:lstStyle/>
          <a:p>
            <a:r>
              <a:rPr lang="bn-IN" sz="2800" dirty="0">
                <a:solidFill>
                  <a:schemeClr val="accent2"/>
                </a:solidFill>
              </a:rPr>
              <a:t>রোড আইল্যান্ড রেড(</a:t>
            </a:r>
            <a:r>
              <a:rPr lang="en-US" sz="2800" dirty="0">
                <a:solidFill>
                  <a:schemeClr val="accent2"/>
                </a:solidFill>
              </a:rPr>
              <a:t>RIR</a:t>
            </a:r>
            <a:r>
              <a:rPr lang="bn-IN" sz="2800" dirty="0">
                <a:solidFill>
                  <a:schemeClr val="accent2"/>
                </a:solidFill>
              </a:rPr>
              <a:t>)</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endParaRPr lang="en-US" sz="2800" dirty="0">
              <a:solidFill>
                <a:schemeClr val="accent2"/>
              </a:solidFill>
            </a:endParaRPr>
          </a:p>
          <a:p>
            <a:pPr marL="457200" indent="-457200">
              <a:buFont typeface="Wingdings" panose="05000000000000000000" pitchFamily="2" charset="2"/>
              <a:buChar char="Ø"/>
            </a:pPr>
            <a:r>
              <a:rPr lang="bn-IN" sz="3200" dirty="0"/>
              <a:t>পালক লাল, কিন্তু পাখা ও লেজের মাথায় কালচে</a:t>
            </a:r>
          </a:p>
          <a:p>
            <a:pPr marL="457200" indent="-457200">
              <a:buFont typeface="Wingdings" panose="05000000000000000000" pitchFamily="2" charset="2"/>
              <a:buChar char="Ø"/>
            </a:pPr>
            <a:r>
              <a:rPr lang="bn-IN" sz="3200" dirty="0"/>
              <a:t>কানের লতি ছোট ও লাল রঙের</a:t>
            </a:r>
          </a:p>
          <a:p>
            <a:pPr marL="457200" indent="-457200">
              <a:buFont typeface="Wingdings" panose="05000000000000000000" pitchFamily="2" charset="2"/>
              <a:buChar char="Ø"/>
            </a:pPr>
            <a:r>
              <a:rPr lang="bn-IN" sz="3200" dirty="0"/>
              <a:t>চামড়া হলুদ, পায়ে পালক নাই</a:t>
            </a:r>
          </a:p>
          <a:p>
            <a:pPr marL="457200" indent="-457200">
              <a:buFont typeface="Wingdings" panose="05000000000000000000" pitchFamily="2" charset="2"/>
              <a:buChar char="Ø"/>
            </a:pPr>
            <a:r>
              <a:rPr lang="bn-IN" sz="3200" dirty="0"/>
              <a:t>ওজন ২.৫-৩ / ৩-৪ কেজি</a:t>
            </a:r>
          </a:p>
          <a:p>
            <a:pPr marL="457200" indent="-457200">
              <a:buFont typeface="Wingdings" panose="05000000000000000000" pitchFamily="2" charset="2"/>
              <a:buChar char="Ø"/>
            </a:pPr>
            <a:r>
              <a:rPr lang="bn-IN" sz="3200" dirty="0"/>
              <a:t>আমেরিকার রোড আইল্যান্ড দ্বীপে</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31994" y="2098988"/>
            <a:ext cx="3640502" cy="4523049"/>
          </a:xfrm>
          <a:prstGeom prst="rect">
            <a:avLst/>
          </a:prstGeom>
        </p:spPr>
      </p:pic>
    </p:spTree>
    <p:extLst>
      <p:ext uri="{BB962C8B-B14F-4D97-AF65-F5344CB8AC3E}">
        <p14:creationId xmlns:p14="http://schemas.microsoft.com/office/powerpoint/2010/main" val="4038868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আমেরিকান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6085491" cy="4401205"/>
          </a:xfrm>
          <a:prstGeom prst="rect">
            <a:avLst/>
          </a:prstGeom>
          <a:noFill/>
        </p:spPr>
        <p:txBody>
          <a:bodyPr wrap="square" rtlCol="0">
            <a:spAutoFit/>
          </a:bodyPr>
          <a:lstStyle/>
          <a:p>
            <a:r>
              <a:rPr lang="bn-IN" sz="2800" dirty="0">
                <a:solidFill>
                  <a:schemeClr val="accent2"/>
                </a:solidFill>
              </a:rPr>
              <a:t>নিউ হ্যাম্পশায়ার</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endParaRPr lang="en-US" sz="2800" dirty="0">
              <a:solidFill>
                <a:schemeClr val="accent2"/>
              </a:solidFill>
            </a:endParaRPr>
          </a:p>
          <a:p>
            <a:pPr marL="457200" indent="-457200">
              <a:buFont typeface="Wingdings" panose="05000000000000000000" pitchFamily="2" charset="2"/>
              <a:buChar char="Ø"/>
            </a:pPr>
            <a:r>
              <a:rPr lang="bn-IN" sz="3200" dirty="0"/>
              <a:t>পালক তামাটে লাল, লেজের পালক কালো</a:t>
            </a:r>
          </a:p>
          <a:p>
            <a:pPr marL="457200" indent="-457200">
              <a:buFont typeface="Wingdings" panose="05000000000000000000" pitchFamily="2" charset="2"/>
              <a:buChar char="Ø"/>
            </a:pPr>
            <a:r>
              <a:rPr lang="bn-IN" sz="3200" dirty="0"/>
              <a:t>চামড়া হলুদ, পায়ের নালায় পালক নেই</a:t>
            </a:r>
          </a:p>
          <a:p>
            <a:pPr marL="457200" indent="-457200">
              <a:buFont typeface="Wingdings" panose="05000000000000000000" pitchFamily="2" charset="2"/>
              <a:buChar char="Ø"/>
            </a:pPr>
            <a:r>
              <a:rPr lang="bn-IN" sz="3200" dirty="0"/>
              <a:t>১৫০-২০০টি ডিম দেয়</a:t>
            </a:r>
          </a:p>
          <a:p>
            <a:pPr marL="457200" indent="-457200">
              <a:buFont typeface="Wingdings" panose="05000000000000000000" pitchFamily="2" charset="2"/>
              <a:buChar char="Ø"/>
            </a:pPr>
            <a:r>
              <a:rPr lang="bn-IN" sz="3200" dirty="0"/>
              <a:t>ওজন ২.৫-৩ /৩-৪ কেজি</a:t>
            </a:r>
          </a:p>
          <a:p>
            <a:pPr marL="457200" indent="-457200">
              <a:buFont typeface="Wingdings" panose="05000000000000000000" pitchFamily="2" charset="2"/>
              <a:buChar char="Ø"/>
            </a:pPr>
            <a:r>
              <a:rPr lang="bn-IN" sz="3200" dirty="0"/>
              <a:t>আমেরিকার নিউ হ্যাম্পশায়ার</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417493" y="2533486"/>
            <a:ext cx="4964506" cy="3835325"/>
          </a:xfrm>
          <a:prstGeom prst="rect">
            <a:avLst/>
          </a:prstGeom>
        </p:spPr>
      </p:pic>
    </p:spTree>
    <p:extLst>
      <p:ext uri="{BB962C8B-B14F-4D97-AF65-F5344CB8AC3E}">
        <p14:creationId xmlns:p14="http://schemas.microsoft.com/office/powerpoint/2010/main" val="29518094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আমেরিকান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6074981" cy="4401205"/>
          </a:xfrm>
          <a:prstGeom prst="rect">
            <a:avLst/>
          </a:prstGeom>
          <a:noFill/>
        </p:spPr>
        <p:txBody>
          <a:bodyPr wrap="square" rtlCol="0">
            <a:spAutoFit/>
          </a:bodyPr>
          <a:lstStyle/>
          <a:p>
            <a:r>
              <a:rPr lang="bn-IN" sz="2800" dirty="0">
                <a:solidFill>
                  <a:schemeClr val="accent2"/>
                </a:solidFill>
              </a:rPr>
              <a:t>প্লাইমাউথ রক (সবচেয়ে জনপ্রিয় জাত)</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endParaRPr lang="en-US" sz="2800" dirty="0">
              <a:solidFill>
                <a:schemeClr val="accent2"/>
              </a:solidFill>
            </a:endParaRPr>
          </a:p>
          <a:p>
            <a:pPr marL="457200" indent="-457200">
              <a:buFont typeface="Wingdings" panose="05000000000000000000" pitchFamily="2" charset="2"/>
              <a:buChar char="Ø"/>
            </a:pPr>
            <a:r>
              <a:rPr lang="bn-IN" sz="3200" dirty="0"/>
              <a:t>চামড়া হলদে, কানের লতি লাল, ঝুটি খাজকাটা </a:t>
            </a:r>
          </a:p>
          <a:p>
            <a:pPr marL="457200" indent="-457200">
              <a:buFont typeface="Wingdings" panose="05000000000000000000" pitchFamily="2" charset="2"/>
              <a:buChar char="Ø"/>
            </a:pPr>
            <a:r>
              <a:rPr lang="bn-IN" sz="3200" dirty="0"/>
              <a:t>১০০-১৫০টি ডিম দেয়</a:t>
            </a:r>
          </a:p>
          <a:p>
            <a:pPr marL="457200" indent="-457200">
              <a:buFont typeface="Wingdings" panose="05000000000000000000" pitchFamily="2" charset="2"/>
              <a:buChar char="Ø"/>
            </a:pPr>
            <a:r>
              <a:rPr lang="bn-IN" sz="3200" dirty="0"/>
              <a:t>কুচে হতে পারে, মাংসের জন্য বিখ্যাত</a:t>
            </a:r>
          </a:p>
          <a:p>
            <a:pPr marL="457200" indent="-457200">
              <a:buFont typeface="Wingdings" panose="05000000000000000000" pitchFamily="2" charset="2"/>
              <a:buChar char="Ø"/>
            </a:pPr>
            <a:r>
              <a:rPr lang="bn-IN" sz="3200" dirty="0"/>
              <a:t>ওজন ৩-৩.৫ / ৪-৪.৫ কেজি</a:t>
            </a:r>
          </a:p>
          <a:p>
            <a:pPr marL="457200" indent="-457200">
              <a:buFont typeface="Wingdings" panose="05000000000000000000" pitchFamily="2" charset="2"/>
              <a:buChar char="Ø"/>
            </a:pPr>
            <a:r>
              <a:rPr lang="bn-IN" sz="3200" dirty="0"/>
              <a:t>আমেরিকার প্লাইমাউথ অঞ্চলে</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472799" y="2628079"/>
            <a:ext cx="5351339" cy="3567560"/>
          </a:xfrm>
          <a:prstGeom prst="rect">
            <a:avLst/>
          </a:prstGeom>
        </p:spPr>
      </p:pic>
    </p:spTree>
    <p:extLst>
      <p:ext uri="{BB962C8B-B14F-4D97-AF65-F5344CB8AC3E}">
        <p14:creationId xmlns:p14="http://schemas.microsoft.com/office/powerpoint/2010/main" val="9546092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ভূমধ্যসাগরীয়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4401205"/>
          </a:xfrm>
          <a:prstGeom prst="rect">
            <a:avLst/>
          </a:prstGeom>
          <a:noFill/>
        </p:spPr>
        <p:txBody>
          <a:bodyPr wrap="square" rtlCol="0">
            <a:spAutoFit/>
          </a:bodyPr>
          <a:lstStyle/>
          <a:p>
            <a:r>
              <a:rPr lang="bn-IN" sz="2800" dirty="0">
                <a:solidFill>
                  <a:schemeClr val="accent2"/>
                </a:solidFill>
              </a:rPr>
              <a:t>হোয়াইট লেগহর্ন (ডিম সর্বাধিক)</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bn-IN" sz="2800" dirty="0"/>
              <a:t>দেহ ত্রিভুজাকার, কাধে মোটা, লেজের দিকে সরু</a:t>
            </a:r>
          </a:p>
          <a:p>
            <a:pPr marL="457200" indent="-457200">
              <a:buFont typeface="Wingdings" panose="05000000000000000000" pitchFamily="2" charset="2"/>
              <a:buChar char="Ø"/>
            </a:pPr>
            <a:r>
              <a:rPr lang="bn-IN" sz="2800" dirty="0"/>
              <a:t>পালক ও কানের লতি সাদা</a:t>
            </a:r>
          </a:p>
          <a:p>
            <a:pPr marL="457200" indent="-457200">
              <a:buFont typeface="Wingdings" panose="05000000000000000000" pitchFamily="2" charset="2"/>
              <a:buChar char="Ø"/>
            </a:pPr>
            <a:r>
              <a:rPr lang="bn-IN" sz="2800" dirty="0"/>
              <a:t>পায়ের নালা পালকবিহীন</a:t>
            </a:r>
          </a:p>
          <a:p>
            <a:pPr marL="457200" indent="-457200">
              <a:buFont typeface="Wingdings" panose="05000000000000000000" pitchFamily="2" charset="2"/>
              <a:buChar char="Ø"/>
            </a:pPr>
            <a:r>
              <a:rPr lang="bn-IN" sz="2800" dirty="0"/>
              <a:t>২৫০-৩০০টি ডিম</a:t>
            </a:r>
          </a:p>
          <a:p>
            <a:pPr marL="457200" indent="-457200">
              <a:buFont typeface="Wingdings" panose="05000000000000000000" pitchFamily="2" charset="2"/>
              <a:buChar char="Ø"/>
            </a:pPr>
            <a:r>
              <a:rPr lang="bn-IN" sz="2800" dirty="0"/>
              <a:t>ডিম সাদা</a:t>
            </a:r>
          </a:p>
          <a:p>
            <a:pPr marL="457200" indent="-457200">
              <a:buFont typeface="Wingdings" panose="05000000000000000000" pitchFamily="2" charset="2"/>
              <a:buChar char="Ø"/>
            </a:pPr>
            <a:r>
              <a:rPr lang="bn-IN" sz="2800" dirty="0"/>
              <a:t>ওজন ১.৫-২ / ২-৩ কেজি</a:t>
            </a:r>
            <a:endParaRPr lang="en-US" sz="2800" dirty="0"/>
          </a:p>
          <a:p>
            <a:pPr marL="457200" indent="-457200">
              <a:buFont typeface="Wingdings" panose="05000000000000000000" pitchFamily="2" charset="2"/>
              <a:buChar char="Ø"/>
            </a:pPr>
            <a:r>
              <a:rPr lang="bn-IN" sz="2800" dirty="0"/>
              <a:t>ইটালীর লেগহর্ণ স্থানে</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84276" y="2256655"/>
            <a:ext cx="4291288" cy="4291288"/>
          </a:xfrm>
          <a:prstGeom prst="rect">
            <a:avLst/>
          </a:prstGeom>
        </p:spPr>
      </p:pic>
    </p:spTree>
    <p:extLst>
      <p:ext uri="{BB962C8B-B14F-4D97-AF65-F5344CB8AC3E}">
        <p14:creationId xmlns:p14="http://schemas.microsoft.com/office/powerpoint/2010/main" val="395412007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ভূমধ্যসাগরীয়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3970318"/>
          </a:xfrm>
          <a:prstGeom prst="rect">
            <a:avLst/>
          </a:prstGeom>
          <a:noFill/>
        </p:spPr>
        <p:txBody>
          <a:bodyPr wrap="square" rtlCol="0">
            <a:spAutoFit/>
          </a:bodyPr>
          <a:lstStyle/>
          <a:p>
            <a:r>
              <a:rPr lang="bn-IN" sz="2800" dirty="0">
                <a:solidFill>
                  <a:schemeClr val="accent2"/>
                </a:solidFill>
              </a:rPr>
              <a:t>ফাউমি (ছাড়া পালন সম্ভব, খুব চঞ্চল ও চালাক)</a:t>
            </a:r>
            <a:r>
              <a:rPr lang="en-US" sz="2800" dirty="0">
                <a:solidFill>
                  <a:schemeClr val="accent2"/>
                </a:solidFill>
              </a:rPr>
              <a:t>:</a:t>
            </a:r>
            <a:r>
              <a:rPr lang="bn-IN" sz="2800" dirty="0">
                <a:solidFill>
                  <a:schemeClr val="accent2"/>
                </a:solidFill>
              </a:rPr>
              <a:t> </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bn-IN" sz="2800" dirty="0"/>
              <a:t>কানের লতি সাদা, ঝুটি লাল</a:t>
            </a:r>
          </a:p>
          <a:p>
            <a:pPr marL="457200" indent="-457200">
              <a:buFont typeface="Wingdings" panose="05000000000000000000" pitchFamily="2" charset="2"/>
              <a:buChar char="Ø"/>
            </a:pPr>
            <a:r>
              <a:rPr lang="bn-IN" sz="2800" dirty="0"/>
              <a:t>পালক সাদা কালো ফোটা ফোটা</a:t>
            </a:r>
          </a:p>
          <a:p>
            <a:pPr marL="457200" indent="-457200">
              <a:buFont typeface="Wingdings" panose="05000000000000000000" pitchFamily="2" charset="2"/>
              <a:buChar char="Ø"/>
            </a:pPr>
            <a:r>
              <a:rPr lang="bn-IN" sz="2800" dirty="0"/>
              <a:t>ঘাড়ের পালক সাদা, লেজের শেষাংশ কালো</a:t>
            </a:r>
          </a:p>
          <a:p>
            <a:pPr marL="457200" indent="-457200">
              <a:buFont typeface="Wingdings" panose="05000000000000000000" pitchFamily="2" charset="2"/>
              <a:buChar char="Ø"/>
            </a:pPr>
            <a:r>
              <a:rPr lang="bn-IN" sz="2800" dirty="0"/>
              <a:t>১৮০-২০০টি ডিম, ২ /১.৫ কেজি</a:t>
            </a:r>
          </a:p>
          <a:p>
            <a:pPr marL="457200" indent="-457200">
              <a:buFont typeface="Wingdings" panose="05000000000000000000" pitchFamily="2" charset="2"/>
              <a:buChar char="Ø"/>
            </a:pPr>
            <a:r>
              <a:rPr lang="bn-IN" sz="2800" dirty="0"/>
              <a:t>মিশরে উৎপত্তি </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55814" y="2157687"/>
            <a:ext cx="4390256" cy="4390256"/>
          </a:xfrm>
          <a:prstGeom prst="rect">
            <a:avLst/>
          </a:prstGeom>
        </p:spPr>
      </p:pic>
    </p:spTree>
    <p:extLst>
      <p:ext uri="{BB962C8B-B14F-4D97-AF65-F5344CB8AC3E}">
        <p14:creationId xmlns:p14="http://schemas.microsoft.com/office/powerpoint/2010/main" val="6199365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ভূমধ্যসাগরীয়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3108543"/>
          </a:xfrm>
          <a:prstGeom prst="rect">
            <a:avLst/>
          </a:prstGeom>
          <a:noFill/>
        </p:spPr>
        <p:txBody>
          <a:bodyPr wrap="square" rtlCol="0">
            <a:spAutoFit/>
          </a:bodyPr>
          <a:lstStyle/>
          <a:p>
            <a:r>
              <a:rPr lang="bn-IN" sz="2800" dirty="0">
                <a:solidFill>
                  <a:schemeClr val="accent2"/>
                </a:solidFill>
              </a:rPr>
              <a:t>মিনর্কা</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bn-IN" sz="2800" dirty="0"/>
              <a:t>কানের লতি সাদা, ঝুটি একক ও চামড়া সাদা,</a:t>
            </a:r>
          </a:p>
          <a:p>
            <a:pPr marL="457200" indent="-457200">
              <a:buFont typeface="Wingdings" panose="05000000000000000000" pitchFamily="2" charset="2"/>
              <a:buChar char="Ø"/>
            </a:pPr>
            <a:r>
              <a:rPr lang="bn-IN" sz="2800" dirty="0"/>
              <a:t>ডিম বছরে ২০০টি</a:t>
            </a:r>
          </a:p>
          <a:p>
            <a:pPr marL="457200" indent="-457200">
              <a:buFont typeface="Wingdings" panose="05000000000000000000" pitchFamily="2" charset="2"/>
              <a:buChar char="Ø"/>
            </a:pPr>
            <a:r>
              <a:rPr lang="bn-IN" sz="2800" dirty="0"/>
              <a:t>ডিম সাদা, পায়ের নালায় পালক নেই</a:t>
            </a:r>
          </a:p>
          <a:p>
            <a:pPr marL="457200" indent="-457200">
              <a:buFont typeface="Wingdings" panose="05000000000000000000" pitchFamily="2" charset="2"/>
              <a:buChar char="Ø"/>
            </a:pPr>
            <a:r>
              <a:rPr lang="bn-IN" sz="2800" dirty="0"/>
              <a:t>ওজন ২-৩ / ৩-৪ কেজি</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82731" y="2210730"/>
            <a:ext cx="4337213" cy="4337213"/>
          </a:xfrm>
          <a:prstGeom prst="rect">
            <a:avLst/>
          </a:prstGeom>
        </p:spPr>
      </p:pic>
    </p:spTree>
    <p:extLst>
      <p:ext uri="{BB962C8B-B14F-4D97-AF65-F5344CB8AC3E}">
        <p14:creationId xmlns:p14="http://schemas.microsoft.com/office/powerpoint/2010/main" val="132431277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ইংলিশ শ্রেনীর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3970318"/>
          </a:xfrm>
          <a:prstGeom prst="rect">
            <a:avLst/>
          </a:prstGeom>
          <a:noFill/>
        </p:spPr>
        <p:txBody>
          <a:bodyPr wrap="square" rtlCol="0">
            <a:spAutoFit/>
          </a:bodyPr>
          <a:lstStyle/>
          <a:p>
            <a:r>
              <a:rPr lang="bn-IN" sz="2800" dirty="0">
                <a:solidFill>
                  <a:schemeClr val="accent2"/>
                </a:solidFill>
              </a:rPr>
              <a:t>অস্টার্লপ</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bn-IN" sz="2800" dirty="0"/>
              <a:t>দেহ খাড়া ও মজবুত হয়ে থাকে</a:t>
            </a:r>
          </a:p>
          <a:p>
            <a:pPr marL="457200" indent="-457200">
              <a:buFont typeface="Wingdings" panose="05000000000000000000" pitchFamily="2" charset="2"/>
              <a:buChar char="Ø"/>
            </a:pPr>
            <a:r>
              <a:rPr lang="bn-IN" sz="2800" dirty="0"/>
              <a:t>পালক চকচকে সবুজাভ কালো</a:t>
            </a:r>
          </a:p>
          <a:p>
            <a:pPr marL="457200" indent="-457200">
              <a:buFont typeface="Wingdings" panose="05000000000000000000" pitchFamily="2" charset="2"/>
              <a:buChar char="Ø"/>
            </a:pPr>
            <a:r>
              <a:rPr lang="bn-IN" sz="2800" dirty="0"/>
              <a:t>ঝুটি একক, কানের লতি লাল, চামড়া সাদা</a:t>
            </a:r>
          </a:p>
          <a:p>
            <a:pPr marL="457200" indent="-457200">
              <a:buFont typeface="Wingdings" panose="05000000000000000000" pitchFamily="2" charset="2"/>
              <a:buChar char="Ø"/>
            </a:pPr>
            <a:r>
              <a:rPr lang="bn-IN" sz="2800" dirty="0"/>
              <a:t>১৫০-২০০টি ডিম দেয়</a:t>
            </a:r>
          </a:p>
          <a:p>
            <a:pPr marL="457200" indent="-457200">
              <a:buFont typeface="Wingdings" panose="05000000000000000000" pitchFamily="2" charset="2"/>
              <a:buChar char="Ø"/>
            </a:pPr>
            <a:r>
              <a:rPr lang="bn-IN" sz="2800" dirty="0"/>
              <a:t>ওজন ২-৩ /৩-৪ কেজি</a:t>
            </a:r>
          </a:p>
          <a:p>
            <a:pPr marL="457200" indent="-457200">
              <a:buFont typeface="Wingdings" panose="05000000000000000000" pitchFamily="2" charset="2"/>
              <a:buChar char="Ø"/>
            </a:pPr>
            <a:r>
              <a:rPr lang="bn-IN" sz="2800" dirty="0"/>
              <a:t>উৎপত্তি গ্রেট ব্রিটেন</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547945" y="2396359"/>
            <a:ext cx="4614042" cy="3824799"/>
          </a:xfrm>
          <a:prstGeom prst="rect">
            <a:avLst/>
          </a:prstGeom>
        </p:spPr>
      </p:pic>
    </p:spTree>
    <p:extLst>
      <p:ext uri="{BB962C8B-B14F-4D97-AF65-F5344CB8AC3E}">
        <p14:creationId xmlns:p14="http://schemas.microsoft.com/office/powerpoint/2010/main" val="415041033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এশীয় শ্রেনীর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3970318"/>
          </a:xfrm>
          <a:prstGeom prst="rect">
            <a:avLst/>
          </a:prstGeom>
          <a:noFill/>
        </p:spPr>
        <p:txBody>
          <a:bodyPr wrap="square" rtlCol="0">
            <a:spAutoFit/>
          </a:bodyPr>
          <a:lstStyle/>
          <a:p>
            <a:r>
              <a:rPr lang="bn-IN" sz="2800" dirty="0">
                <a:solidFill>
                  <a:schemeClr val="accent2"/>
                </a:solidFill>
              </a:rPr>
              <a:t>ব্রাহমা (পূর্বপুরুষ গ্রে চিটাগাং নামে পরিচিত)</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bn-IN" sz="2400" dirty="0"/>
              <a:t>ঝুটি মটর আকৃতির ও কানের লতি লাল</a:t>
            </a:r>
          </a:p>
          <a:p>
            <a:pPr marL="457200" indent="-457200">
              <a:buFont typeface="Wingdings" panose="05000000000000000000" pitchFamily="2" charset="2"/>
              <a:buChar char="Ø"/>
            </a:pPr>
            <a:r>
              <a:rPr lang="bn-IN" sz="2400" dirty="0"/>
              <a:t>দেহ ভারি ও ঘন পালকে ঢাকা, চামড়া হলদে</a:t>
            </a:r>
          </a:p>
          <a:p>
            <a:pPr marL="457200" indent="-457200">
              <a:buFont typeface="Wingdings" panose="05000000000000000000" pitchFamily="2" charset="2"/>
              <a:buChar char="Ø"/>
            </a:pPr>
            <a:r>
              <a:rPr lang="bn-IN" sz="2400" dirty="0"/>
              <a:t>পালক সিলভারী হোয়াইট,</a:t>
            </a:r>
          </a:p>
          <a:p>
            <a:pPr marL="457200" indent="-457200">
              <a:buFont typeface="Wingdings" panose="05000000000000000000" pitchFamily="2" charset="2"/>
              <a:buChar char="Ø"/>
            </a:pPr>
            <a:r>
              <a:rPr lang="bn-IN" sz="2400" dirty="0"/>
              <a:t>পায়ের নালা মাংশল ও পালক আছে</a:t>
            </a:r>
          </a:p>
          <a:p>
            <a:pPr marL="457200" indent="-457200">
              <a:buFont typeface="Wingdings" panose="05000000000000000000" pitchFamily="2" charset="2"/>
              <a:buChar char="Ø"/>
            </a:pPr>
            <a:r>
              <a:rPr lang="bn-IN" sz="2400" dirty="0"/>
              <a:t>ওজন ২.৫-৩ /৪-৫ কেজি</a:t>
            </a:r>
          </a:p>
          <a:p>
            <a:pPr marL="457200" indent="-457200">
              <a:buFont typeface="Wingdings" panose="05000000000000000000" pitchFamily="2" charset="2"/>
              <a:buChar char="Ø"/>
            </a:pPr>
            <a:r>
              <a:rPr lang="bn-IN" sz="2400" dirty="0"/>
              <a:t>উৎপত্তি ভারতের ব্রক্ষপুত্র অববাহিকায়</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21215" y="2067472"/>
            <a:ext cx="4560784" cy="4560784"/>
          </a:xfrm>
          <a:prstGeom prst="rect">
            <a:avLst/>
          </a:prstGeom>
        </p:spPr>
      </p:pic>
    </p:spTree>
    <p:extLst>
      <p:ext uri="{BB962C8B-B14F-4D97-AF65-F5344CB8AC3E}">
        <p14:creationId xmlns:p14="http://schemas.microsoft.com/office/powerpoint/2010/main" val="9931402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বাচ্চা</a:t>
            </a:r>
            <a:r>
              <a:rPr lang="en-US" dirty="0"/>
              <a:t> </a:t>
            </a:r>
            <a:r>
              <a:rPr lang="en-US" dirty="0" err="1"/>
              <a:t>ফুটানোর</a:t>
            </a:r>
            <a:r>
              <a:rPr lang="en-US" dirty="0"/>
              <a:t> </a:t>
            </a:r>
            <a:r>
              <a:rPr lang="en-US" dirty="0" err="1"/>
              <a:t>জন্য</a:t>
            </a:r>
            <a:r>
              <a:rPr lang="en-US" dirty="0"/>
              <a:t> </a:t>
            </a:r>
            <a:r>
              <a:rPr lang="en-US" dirty="0" err="1"/>
              <a:t>ডিম</a:t>
            </a:r>
            <a:r>
              <a:rPr lang="en-US" dirty="0"/>
              <a:t> </a:t>
            </a:r>
            <a:r>
              <a:rPr lang="en-US" dirty="0" err="1"/>
              <a:t>নির্বাচন</a:t>
            </a:r>
            <a:r>
              <a:rPr lang="en-US" dirty="0"/>
              <a:t> ও </a:t>
            </a:r>
            <a:r>
              <a:rPr lang="en-US" dirty="0" err="1"/>
              <a:t>সংরক্ষন</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4401205"/>
          </a:xfrm>
          <a:prstGeom prst="rect">
            <a:avLst/>
          </a:prstGeom>
          <a:noFill/>
        </p:spPr>
        <p:txBody>
          <a:bodyPr wrap="square" rtlCol="0">
            <a:spAutoFit/>
          </a:bodyPr>
          <a:lstStyle/>
          <a:p>
            <a:r>
              <a:rPr lang="en-US" sz="2000" dirty="0" err="1">
                <a:solidFill>
                  <a:schemeClr val="accent2"/>
                </a:solidFill>
              </a:rPr>
              <a:t>ডিম</a:t>
            </a:r>
            <a:r>
              <a:rPr lang="en-US" sz="2000" dirty="0">
                <a:solidFill>
                  <a:schemeClr val="accent2"/>
                </a:solidFill>
              </a:rPr>
              <a:t> </a:t>
            </a:r>
            <a:r>
              <a:rPr lang="en-US" sz="2000" dirty="0" err="1">
                <a:solidFill>
                  <a:schemeClr val="accent2"/>
                </a:solidFill>
              </a:rPr>
              <a:t>নির্বাচন</a:t>
            </a:r>
            <a:r>
              <a:rPr lang="en-US" sz="2000" dirty="0">
                <a:solidFill>
                  <a:schemeClr val="accent2"/>
                </a:solidFill>
              </a:rPr>
              <a:t>:</a:t>
            </a:r>
            <a:endParaRPr lang="bn-IN" sz="2000" dirty="0">
              <a:solidFill>
                <a:schemeClr val="accent2"/>
              </a:solidFill>
            </a:endParaRPr>
          </a:p>
          <a:p>
            <a:r>
              <a:rPr lang="bn-IN" sz="2000" dirty="0">
                <a:solidFill>
                  <a:schemeClr val="accent2"/>
                </a:solidFill>
              </a:rPr>
              <a:t> </a:t>
            </a:r>
          </a:p>
          <a:p>
            <a:pPr marL="457200" indent="-457200">
              <a:buFont typeface="Wingdings" panose="05000000000000000000" pitchFamily="2" charset="2"/>
              <a:buChar char="Ø"/>
            </a:pPr>
            <a:r>
              <a:rPr lang="en-US" sz="2000" dirty="0" err="1"/>
              <a:t>সুস্থ্য</a:t>
            </a:r>
            <a:r>
              <a:rPr lang="en-US" sz="2000" dirty="0"/>
              <a:t> </a:t>
            </a:r>
            <a:r>
              <a:rPr lang="en-US" sz="2000" dirty="0" err="1"/>
              <a:t>সবল</a:t>
            </a:r>
            <a:r>
              <a:rPr lang="en-US" sz="2000" dirty="0"/>
              <a:t> </a:t>
            </a:r>
            <a:r>
              <a:rPr lang="en-US" sz="2000" dirty="0" err="1"/>
              <a:t>মুরগীর</a:t>
            </a:r>
            <a:r>
              <a:rPr lang="en-US" sz="2000" dirty="0"/>
              <a:t> </a:t>
            </a:r>
            <a:r>
              <a:rPr lang="en-US" sz="2000" dirty="0" err="1"/>
              <a:t>পরিষ্কার</a:t>
            </a:r>
            <a:r>
              <a:rPr lang="en-US" sz="2000" dirty="0"/>
              <a:t>, </a:t>
            </a:r>
            <a:r>
              <a:rPr lang="en-US" sz="2000" dirty="0" err="1"/>
              <a:t>উর্বর</a:t>
            </a:r>
            <a:r>
              <a:rPr lang="en-US" sz="2000" dirty="0"/>
              <a:t> </a:t>
            </a:r>
            <a:r>
              <a:rPr lang="en-US" sz="2000" dirty="0" err="1"/>
              <a:t>ডিম</a:t>
            </a:r>
            <a:endParaRPr lang="en-US" sz="2000" dirty="0"/>
          </a:p>
          <a:p>
            <a:pPr marL="457200" indent="-457200">
              <a:buFont typeface="Wingdings" panose="05000000000000000000" pitchFamily="2" charset="2"/>
              <a:buChar char="Ø"/>
            </a:pPr>
            <a:r>
              <a:rPr lang="en-US" sz="2000" dirty="0" err="1"/>
              <a:t>প্রজনক্ষম</a:t>
            </a:r>
            <a:r>
              <a:rPr lang="en-US" sz="2000" dirty="0"/>
              <a:t> </a:t>
            </a:r>
            <a:r>
              <a:rPr lang="en-US" sz="2000" dirty="0" err="1"/>
              <a:t>মোরগ-মুরগী</a:t>
            </a:r>
            <a:r>
              <a:rPr lang="en-US" sz="2000" dirty="0"/>
              <a:t> </a:t>
            </a:r>
            <a:r>
              <a:rPr lang="en-US" sz="2000" dirty="0" err="1"/>
              <a:t>একসাথে</a:t>
            </a:r>
            <a:r>
              <a:rPr lang="en-US" sz="2000" dirty="0"/>
              <a:t> </a:t>
            </a:r>
            <a:r>
              <a:rPr lang="en-US" sz="2000" dirty="0" err="1"/>
              <a:t>থাকতে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মাঝারি</a:t>
            </a:r>
            <a:r>
              <a:rPr lang="en-US" sz="2000" dirty="0"/>
              <a:t> </a:t>
            </a:r>
            <a:r>
              <a:rPr lang="en-US" sz="2000" dirty="0" err="1"/>
              <a:t>আকৃতি</a:t>
            </a:r>
            <a:r>
              <a:rPr lang="en-US" sz="2000" dirty="0"/>
              <a:t>, </a:t>
            </a:r>
            <a:r>
              <a:rPr lang="en-US" sz="2000" dirty="0" err="1"/>
              <a:t>মসৃণ</a:t>
            </a:r>
            <a:r>
              <a:rPr lang="en-US" sz="2000" dirty="0"/>
              <a:t> ও </a:t>
            </a:r>
            <a:r>
              <a:rPr lang="en-US" sz="2000" dirty="0" err="1"/>
              <a:t>মোটা</a:t>
            </a:r>
            <a:r>
              <a:rPr lang="en-US" sz="2000" dirty="0"/>
              <a:t> </a:t>
            </a:r>
            <a:r>
              <a:rPr lang="en-US" sz="2000" dirty="0" err="1"/>
              <a:t>খোসাযুক্ত</a:t>
            </a:r>
            <a:r>
              <a:rPr lang="en-US" sz="2000" dirty="0"/>
              <a:t> </a:t>
            </a:r>
            <a:r>
              <a:rPr lang="en-US" sz="2000" dirty="0" err="1"/>
              <a:t>ডিম</a:t>
            </a:r>
            <a:r>
              <a:rPr lang="en-US" sz="2000" dirty="0"/>
              <a:t> (০.৩৫ </a:t>
            </a:r>
            <a:r>
              <a:rPr lang="en-US" sz="2000" dirty="0" err="1"/>
              <a:t>মিমি</a:t>
            </a:r>
            <a:r>
              <a:rPr lang="en-US" sz="2000" dirty="0"/>
              <a:t>)</a:t>
            </a:r>
          </a:p>
          <a:p>
            <a:pPr marL="457200" indent="-457200">
              <a:buFont typeface="Wingdings" panose="05000000000000000000" pitchFamily="2" charset="2"/>
              <a:buChar char="Ø"/>
            </a:pPr>
            <a:r>
              <a:rPr lang="en-US" sz="2000" dirty="0" err="1"/>
              <a:t>পানিতে</a:t>
            </a:r>
            <a:r>
              <a:rPr lang="en-US" sz="2000" dirty="0"/>
              <a:t> </a:t>
            </a:r>
            <a:r>
              <a:rPr lang="en-US" sz="2000" dirty="0" err="1"/>
              <a:t>ডিম</a:t>
            </a:r>
            <a:r>
              <a:rPr lang="en-US" sz="2000" dirty="0"/>
              <a:t> </a:t>
            </a:r>
            <a:r>
              <a:rPr lang="en-US" sz="2000" dirty="0" err="1"/>
              <a:t>না</a:t>
            </a:r>
            <a:r>
              <a:rPr lang="en-US" sz="2000" dirty="0"/>
              <a:t> </a:t>
            </a:r>
            <a:r>
              <a:rPr lang="en-US" sz="2000" dirty="0" err="1"/>
              <a:t>ধুয়ে</a:t>
            </a:r>
            <a:r>
              <a:rPr lang="en-US" sz="2000" dirty="0"/>
              <a:t> </a:t>
            </a:r>
            <a:r>
              <a:rPr lang="en-US" sz="2000" dirty="0" err="1"/>
              <a:t>সিরিজ</a:t>
            </a:r>
            <a:r>
              <a:rPr lang="en-US" sz="2000" dirty="0"/>
              <a:t> </a:t>
            </a:r>
            <a:r>
              <a:rPr lang="en-US" sz="2000" dirty="0" err="1"/>
              <a:t>কাগজে</a:t>
            </a:r>
            <a:r>
              <a:rPr lang="en-US" sz="2000" dirty="0"/>
              <a:t> </a:t>
            </a:r>
            <a:r>
              <a:rPr lang="en-US" sz="2000" dirty="0" err="1"/>
              <a:t>মুছে</a:t>
            </a:r>
            <a:r>
              <a:rPr lang="en-US" sz="2000" dirty="0"/>
              <a:t> </a:t>
            </a:r>
            <a:r>
              <a:rPr lang="en-US" sz="2000" dirty="0" err="1"/>
              <a:t>নিতে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ডিমের</a:t>
            </a:r>
            <a:r>
              <a:rPr lang="en-US" sz="2000" dirty="0"/>
              <a:t> </a:t>
            </a:r>
            <a:r>
              <a:rPr lang="en-US" sz="2000" dirty="0" err="1"/>
              <a:t>ওজন</a:t>
            </a:r>
            <a:r>
              <a:rPr lang="en-US" sz="2000" dirty="0"/>
              <a:t> ৫০-৫৮ </a:t>
            </a:r>
            <a:r>
              <a:rPr lang="en-US" sz="2000" dirty="0" err="1"/>
              <a:t>গ্রাম</a:t>
            </a:r>
            <a:r>
              <a:rPr lang="en-US" sz="2000" dirty="0"/>
              <a:t>, </a:t>
            </a:r>
            <a:r>
              <a:rPr lang="en-US" sz="2000" dirty="0" err="1"/>
              <a:t>হাসের</a:t>
            </a:r>
            <a:r>
              <a:rPr lang="en-US" sz="2000" dirty="0"/>
              <a:t> ৬০-৭০ </a:t>
            </a:r>
            <a:r>
              <a:rPr lang="en-US" sz="2000" dirty="0" err="1"/>
              <a:t>গ্রাম</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ডিমের</a:t>
            </a:r>
            <a:r>
              <a:rPr lang="en-US" sz="2000" dirty="0"/>
              <a:t> </a:t>
            </a:r>
            <a:r>
              <a:rPr lang="en-US" sz="2000" dirty="0" err="1"/>
              <a:t>ভিতর</a:t>
            </a:r>
            <a:r>
              <a:rPr lang="en-US" sz="2000" dirty="0"/>
              <a:t> </a:t>
            </a:r>
            <a:r>
              <a:rPr lang="en-US" sz="2000" dirty="0" err="1"/>
              <a:t>স্বচ্ছ</a:t>
            </a:r>
            <a:r>
              <a:rPr lang="en-US" sz="2000" dirty="0"/>
              <a:t> ও </a:t>
            </a:r>
            <a:r>
              <a:rPr lang="en-US" sz="2000" dirty="0" err="1"/>
              <a:t>কুসুম</a:t>
            </a:r>
            <a:r>
              <a:rPr lang="en-US" sz="2000" dirty="0"/>
              <a:t> </a:t>
            </a:r>
            <a:r>
              <a:rPr lang="en-US" sz="2000" dirty="0" err="1"/>
              <a:t>মাঝে</a:t>
            </a:r>
            <a:r>
              <a:rPr lang="en-US" sz="2000" dirty="0"/>
              <a:t> </a:t>
            </a:r>
            <a:r>
              <a:rPr lang="en-US" sz="2000" dirty="0" err="1"/>
              <a:t>থাকবে</a:t>
            </a:r>
            <a:endParaRPr lang="en-US" sz="2000" dirty="0"/>
          </a:p>
          <a:p>
            <a:pPr marL="457200" indent="-457200">
              <a:buFont typeface="Wingdings" panose="05000000000000000000" pitchFamily="2" charset="2"/>
              <a:buChar char="Ø"/>
            </a:pPr>
            <a:r>
              <a:rPr lang="en-US" sz="2000" dirty="0" err="1"/>
              <a:t>ফুটানোর</a:t>
            </a:r>
            <a:r>
              <a:rPr lang="en-US" sz="2000" dirty="0"/>
              <a:t> </a:t>
            </a:r>
            <a:r>
              <a:rPr lang="en-US" sz="2000" dirty="0" err="1"/>
              <a:t>ডীম</a:t>
            </a:r>
            <a:r>
              <a:rPr lang="en-US" sz="2000" dirty="0"/>
              <a:t> </a:t>
            </a:r>
            <a:r>
              <a:rPr lang="en-US" sz="2000" dirty="0" err="1"/>
              <a:t>গ্রীষ্মকালে</a:t>
            </a:r>
            <a:r>
              <a:rPr lang="en-US" sz="2000" dirty="0"/>
              <a:t> ৩-৫ </a:t>
            </a:r>
            <a:r>
              <a:rPr lang="en-US" sz="2000" dirty="0" err="1"/>
              <a:t>দিন</a:t>
            </a:r>
            <a:r>
              <a:rPr lang="en-US" sz="2000" dirty="0"/>
              <a:t> , </a:t>
            </a:r>
            <a:r>
              <a:rPr lang="en-US" sz="2000" dirty="0" err="1"/>
              <a:t>শীতকালে</a:t>
            </a:r>
            <a:r>
              <a:rPr lang="en-US" sz="2000" dirty="0"/>
              <a:t> ৭-১০ </a:t>
            </a:r>
            <a:r>
              <a:rPr lang="en-US" sz="2000" dirty="0" err="1"/>
              <a:t>দিনের</a:t>
            </a:r>
            <a:r>
              <a:rPr lang="en-US" sz="2000" dirty="0"/>
              <a:t> </a:t>
            </a:r>
            <a:r>
              <a:rPr lang="en-US" sz="2000" dirty="0" err="1"/>
              <a:t>বেশী</a:t>
            </a:r>
            <a:r>
              <a:rPr lang="en-US" sz="2000" dirty="0"/>
              <a:t> </a:t>
            </a:r>
            <a:r>
              <a:rPr lang="en-US" sz="2000" dirty="0" err="1"/>
              <a:t>সংরক্ষন</a:t>
            </a:r>
            <a:r>
              <a:rPr lang="en-US" sz="2000" dirty="0"/>
              <a:t> </a:t>
            </a:r>
            <a:r>
              <a:rPr lang="en-US" sz="2000" dirty="0" err="1"/>
              <a:t>করা</a:t>
            </a:r>
            <a:r>
              <a:rPr lang="en-US" sz="2000" dirty="0"/>
              <a:t> </a:t>
            </a:r>
            <a:r>
              <a:rPr lang="en-US" sz="2000" dirty="0" err="1"/>
              <a:t>যাবে</a:t>
            </a:r>
            <a:r>
              <a:rPr lang="en-US" sz="2000" dirty="0"/>
              <a:t> </a:t>
            </a:r>
            <a:r>
              <a:rPr lang="en-US" sz="2000" dirty="0" err="1"/>
              <a:t>না</a:t>
            </a:r>
            <a:endParaRPr lang="en-US" sz="2000" dirty="0"/>
          </a:p>
          <a:p>
            <a:pPr marL="457200" indent="-457200">
              <a:buFont typeface="Wingdings" panose="05000000000000000000" pitchFamily="2" charset="2"/>
              <a:buChar char="Ø"/>
            </a:pPr>
            <a:endParaRPr lang="bn-IN" sz="2000" dirty="0"/>
          </a:p>
        </p:txBody>
      </p:sp>
      <p:pic>
        <p:nvPicPr>
          <p:cNvPr id="1026" name="Picture 2" descr="How to Check if an Egg is Fertile Or Infertile ? | Egg candling day 3 | How  to find Infertile Eggs">
            <a:extLst>
              <a:ext uri="{FF2B5EF4-FFF2-40B4-BE49-F238E27FC236}">
                <a16:creationId xmlns:a16="http://schemas.microsoft.com/office/drawing/2014/main" id="{5B8DA540-7A5A-7151-4AE4-0D8DD15683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5698" y="2507809"/>
            <a:ext cx="5963216" cy="3354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93918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বাচ্চা</a:t>
            </a:r>
            <a:r>
              <a:rPr lang="en-US" dirty="0"/>
              <a:t> </a:t>
            </a:r>
            <a:r>
              <a:rPr lang="en-US" dirty="0" err="1"/>
              <a:t>ফুটানোর</a:t>
            </a:r>
            <a:r>
              <a:rPr lang="en-US" dirty="0"/>
              <a:t> </a:t>
            </a:r>
            <a:r>
              <a:rPr lang="en-US" dirty="0" err="1"/>
              <a:t>জন্য</a:t>
            </a:r>
            <a:r>
              <a:rPr lang="en-US" dirty="0"/>
              <a:t> </a:t>
            </a:r>
            <a:r>
              <a:rPr lang="en-US" dirty="0" err="1"/>
              <a:t>ডিম</a:t>
            </a:r>
            <a:r>
              <a:rPr lang="en-US" dirty="0"/>
              <a:t> </a:t>
            </a:r>
            <a:r>
              <a:rPr lang="en-US" dirty="0" err="1"/>
              <a:t>নির্বাচন</a:t>
            </a:r>
            <a:r>
              <a:rPr lang="en-US" dirty="0"/>
              <a:t> ও </a:t>
            </a:r>
            <a:r>
              <a:rPr lang="en-US" dirty="0" err="1"/>
              <a:t>সংরক্ষন</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3477875"/>
          </a:xfrm>
          <a:prstGeom prst="rect">
            <a:avLst/>
          </a:prstGeom>
          <a:noFill/>
        </p:spPr>
        <p:txBody>
          <a:bodyPr wrap="square" rtlCol="0">
            <a:spAutoFit/>
          </a:bodyPr>
          <a:lstStyle/>
          <a:p>
            <a:r>
              <a:rPr lang="en-US" sz="2000" dirty="0" err="1">
                <a:solidFill>
                  <a:schemeClr val="accent2"/>
                </a:solidFill>
              </a:rPr>
              <a:t>ডিম</a:t>
            </a:r>
            <a:r>
              <a:rPr lang="en-US" sz="2000" dirty="0">
                <a:solidFill>
                  <a:schemeClr val="accent2"/>
                </a:solidFill>
              </a:rPr>
              <a:t> </a:t>
            </a:r>
            <a:r>
              <a:rPr lang="en-US" sz="2000" dirty="0" err="1">
                <a:solidFill>
                  <a:schemeClr val="accent2"/>
                </a:solidFill>
              </a:rPr>
              <a:t>সংরক্ষন</a:t>
            </a:r>
            <a:r>
              <a:rPr lang="en-US" sz="2000" dirty="0">
                <a:solidFill>
                  <a:schemeClr val="accent2"/>
                </a:solidFill>
              </a:rPr>
              <a:t>:</a:t>
            </a:r>
            <a:endParaRPr lang="bn-IN" sz="2000" dirty="0">
              <a:solidFill>
                <a:schemeClr val="accent2"/>
              </a:solidFill>
            </a:endParaRPr>
          </a:p>
          <a:p>
            <a:r>
              <a:rPr lang="bn-IN" sz="2000" dirty="0">
                <a:solidFill>
                  <a:schemeClr val="accent2"/>
                </a:solidFill>
              </a:rPr>
              <a:t> </a:t>
            </a:r>
          </a:p>
          <a:p>
            <a:pPr marL="457200" indent="-457200">
              <a:buFont typeface="Wingdings" panose="05000000000000000000" pitchFamily="2" charset="2"/>
              <a:buChar char="Ø"/>
            </a:pPr>
            <a:r>
              <a:rPr lang="en-US" sz="2000" dirty="0" err="1"/>
              <a:t>তাপমাত্রাঃ</a:t>
            </a:r>
            <a:r>
              <a:rPr lang="en-US" sz="2000" dirty="0"/>
              <a:t> ১০ডিগ্রি, ০ </a:t>
            </a:r>
            <a:r>
              <a:rPr lang="en-US" sz="2000" dirty="0" err="1"/>
              <a:t>ডিগ্রি</a:t>
            </a:r>
            <a:r>
              <a:rPr lang="en-US" sz="2000" dirty="0"/>
              <a:t> </a:t>
            </a:r>
            <a:r>
              <a:rPr lang="en-US" sz="2000" dirty="0" err="1"/>
              <a:t>ভ্রুণ</a:t>
            </a:r>
            <a:r>
              <a:rPr lang="en-US" sz="2000" dirty="0"/>
              <a:t> </a:t>
            </a:r>
            <a:r>
              <a:rPr lang="en-US" sz="2000" dirty="0" err="1"/>
              <a:t>মারা</a:t>
            </a:r>
            <a:r>
              <a:rPr lang="en-US" sz="2000" dirty="0"/>
              <a:t> </a:t>
            </a:r>
            <a:r>
              <a:rPr lang="en-US" sz="2000" dirty="0" err="1"/>
              <a:t>যাবে</a:t>
            </a:r>
            <a:r>
              <a:rPr lang="en-US" sz="2000" dirty="0"/>
              <a:t>, ২৭ এর </a:t>
            </a:r>
            <a:r>
              <a:rPr lang="en-US" sz="2000" dirty="0" err="1"/>
              <a:t>বেশীতে</a:t>
            </a:r>
            <a:r>
              <a:rPr lang="en-US" sz="2000" dirty="0"/>
              <a:t> </a:t>
            </a:r>
            <a:r>
              <a:rPr lang="en-US" sz="2000" dirty="0" err="1"/>
              <a:t>অস্বাভাবিক</a:t>
            </a:r>
            <a:r>
              <a:rPr lang="en-US" sz="2000" dirty="0"/>
              <a:t> </a:t>
            </a:r>
            <a:r>
              <a:rPr lang="en-US" sz="2000" dirty="0" err="1"/>
              <a:t>বৃদ্ধি</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আদ্রতাঃ</a:t>
            </a:r>
            <a:r>
              <a:rPr lang="en-US" sz="2000" dirty="0"/>
              <a:t> ৫৮% - ৬০% </a:t>
            </a:r>
            <a:r>
              <a:rPr lang="en-US" sz="2000" dirty="0" err="1"/>
              <a:t>রাখলে</a:t>
            </a:r>
            <a:r>
              <a:rPr lang="en-US" sz="2000" dirty="0"/>
              <a:t> </a:t>
            </a:r>
            <a:r>
              <a:rPr lang="en-US" sz="2000" dirty="0" err="1"/>
              <a:t>ভালো</a:t>
            </a:r>
            <a:r>
              <a:rPr lang="en-US" sz="2000" dirty="0"/>
              <a:t> </a:t>
            </a:r>
            <a:r>
              <a:rPr lang="en-US" sz="2000" dirty="0" err="1"/>
              <a:t>ফুটবে</a:t>
            </a:r>
            <a:endParaRPr lang="en-US" sz="2000" dirty="0"/>
          </a:p>
          <a:p>
            <a:pPr marL="457200" indent="-457200">
              <a:buFont typeface="Wingdings" panose="05000000000000000000" pitchFamily="2" charset="2"/>
              <a:buChar char="Ø"/>
            </a:pPr>
            <a:r>
              <a:rPr lang="en-US" sz="2000" dirty="0" err="1"/>
              <a:t>বায়ু</a:t>
            </a:r>
            <a:r>
              <a:rPr lang="en-US" sz="2000" dirty="0"/>
              <a:t> </a:t>
            </a:r>
            <a:r>
              <a:rPr lang="en-US" sz="2000" dirty="0" err="1"/>
              <a:t>চলাচলঃ</a:t>
            </a:r>
            <a:r>
              <a:rPr lang="en-US" sz="2000" dirty="0"/>
              <a:t> ২১% </a:t>
            </a:r>
            <a:r>
              <a:rPr lang="en-US" sz="2000" dirty="0" err="1"/>
              <a:t>অক্সিজেন</a:t>
            </a:r>
            <a:r>
              <a:rPr lang="en-US" sz="2000" dirty="0"/>
              <a:t> ও ৫% এর কম </a:t>
            </a:r>
            <a:r>
              <a:rPr lang="en-US" sz="2000" dirty="0" err="1"/>
              <a:t>কার্বন</a:t>
            </a:r>
            <a:r>
              <a:rPr lang="en-US" sz="2000" dirty="0"/>
              <a:t> </a:t>
            </a:r>
            <a:r>
              <a:rPr lang="en-US" sz="2000" dirty="0" err="1"/>
              <a:t>ডাই</a:t>
            </a:r>
            <a:r>
              <a:rPr lang="en-US" sz="2000" dirty="0"/>
              <a:t> </a:t>
            </a:r>
            <a:r>
              <a:rPr lang="en-US" sz="2000" dirty="0" err="1"/>
              <a:t>অক্সাইড</a:t>
            </a:r>
            <a:r>
              <a:rPr lang="en-US" sz="2000" dirty="0"/>
              <a:t> </a:t>
            </a:r>
            <a:r>
              <a:rPr lang="en-US" sz="2000" dirty="0" err="1"/>
              <a:t>থাকবে</a:t>
            </a:r>
            <a:r>
              <a:rPr lang="en-US" sz="2000" dirty="0"/>
              <a:t>।</a:t>
            </a:r>
          </a:p>
          <a:p>
            <a:pPr marL="457200" indent="-457200">
              <a:buFont typeface="Wingdings" panose="05000000000000000000" pitchFamily="2" charset="2"/>
              <a:buChar char="Ø"/>
            </a:pPr>
            <a:r>
              <a:rPr lang="en-US" sz="2000" dirty="0" err="1"/>
              <a:t>ডিম</a:t>
            </a:r>
            <a:r>
              <a:rPr lang="en-US" sz="2000" dirty="0"/>
              <a:t> </a:t>
            </a:r>
            <a:r>
              <a:rPr lang="en-US" sz="2000" dirty="0" err="1"/>
              <a:t>নাড়াচাড়াঃ</a:t>
            </a:r>
            <a:r>
              <a:rPr lang="en-US" sz="2000" dirty="0"/>
              <a:t> </a:t>
            </a:r>
            <a:r>
              <a:rPr lang="en-US" sz="2000" dirty="0" err="1"/>
              <a:t>মোটা</a:t>
            </a:r>
            <a:r>
              <a:rPr lang="en-US" sz="2000" dirty="0"/>
              <a:t> </a:t>
            </a:r>
            <a:r>
              <a:rPr lang="en-US" sz="2000" dirty="0" err="1"/>
              <a:t>প্রান্ত</a:t>
            </a:r>
            <a:r>
              <a:rPr lang="en-US" sz="2000" dirty="0"/>
              <a:t> </a:t>
            </a:r>
            <a:r>
              <a:rPr lang="en-US" sz="2000" dirty="0" err="1"/>
              <a:t>উপরে</a:t>
            </a:r>
            <a:r>
              <a:rPr lang="en-US" sz="2000" dirty="0"/>
              <a:t> আর </a:t>
            </a:r>
            <a:r>
              <a:rPr lang="en-US" sz="2000" dirty="0" err="1"/>
              <a:t>সরু</a:t>
            </a:r>
            <a:r>
              <a:rPr lang="en-US" sz="2000" dirty="0"/>
              <a:t> </a:t>
            </a:r>
            <a:r>
              <a:rPr lang="en-US" sz="2000" dirty="0" err="1"/>
              <a:t>প্রান্ত</a:t>
            </a:r>
            <a:r>
              <a:rPr lang="en-US" sz="2000" dirty="0"/>
              <a:t> </a:t>
            </a:r>
            <a:r>
              <a:rPr lang="en-US" sz="2000" dirty="0" err="1"/>
              <a:t>নিচে</a:t>
            </a:r>
            <a:r>
              <a:rPr lang="en-US" sz="2000" dirty="0"/>
              <a:t> </a:t>
            </a:r>
            <a:r>
              <a:rPr lang="en-US" sz="2000" dirty="0" err="1"/>
              <a:t>রাখতে</a:t>
            </a:r>
            <a:r>
              <a:rPr lang="en-US" sz="2000" dirty="0"/>
              <a:t> </a:t>
            </a:r>
            <a:r>
              <a:rPr lang="en-US" sz="2000" dirty="0" err="1"/>
              <a:t>হবে</a:t>
            </a:r>
            <a:r>
              <a:rPr lang="en-US" sz="2000" dirty="0"/>
              <a:t>। </a:t>
            </a:r>
          </a:p>
          <a:p>
            <a:pPr marL="457200" indent="-457200">
              <a:buFont typeface="Wingdings" panose="05000000000000000000" pitchFamily="2" charset="2"/>
              <a:buChar char="Ø"/>
            </a:pPr>
            <a:r>
              <a:rPr lang="en-US" sz="2000" dirty="0" err="1"/>
              <a:t>ডিম</a:t>
            </a:r>
            <a:r>
              <a:rPr lang="en-US" sz="2000" dirty="0"/>
              <a:t> </a:t>
            </a:r>
            <a:r>
              <a:rPr lang="en-US" sz="2000" dirty="0" err="1"/>
              <a:t>পরিষ্কার</a:t>
            </a:r>
            <a:r>
              <a:rPr lang="en-US" sz="2000" dirty="0"/>
              <a:t> </a:t>
            </a:r>
            <a:r>
              <a:rPr lang="en-US" sz="2000" dirty="0" err="1"/>
              <a:t>করাঃ</a:t>
            </a:r>
            <a:r>
              <a:rPr lang="en-US" sz="2000" dirty="0"/>
              <a:t> </a:t>
            </a:r>
            <a:r>
              <a:rPr lang="en-US" sz="2000" dirty="0" err="1"/>
              <a:t>পানি</a:t>
            </a:r>
            <a:r>
              <a:rPr lang="en-US" sz="2000" dirty="0"/>
              <a:t> </a:t>
            </a:r>
            <a:r>
              <a:rPr lang="en-US" sz="2000" dirty="0" err="1"/>
              <a:t>দিয়ে</a:t>
            </a:r>
            <a:r>
              <a:rPr lang="en-US" sz="2000" dirty="0"/>
              <a:t> </a:t>
            </a:r>
            <a:r>
              <a:rPr lang="en-US" sz="2000" dirty="0" err="1"/>
              <a:t>ধোয়া</a:t>
            </a:r>
            <a:r>
              <a:rPr lang="en-US" sz="2000" dirty="0"/>
              <a:t> </a:t>
            </a:r>
            <a:r>
              <a:rPr lang="en-US" sz="2000" dirty="0" err="1"/>
              <a:t>যাবে</a:t>
            </a:r>
            <a:r>
              <a:rPr lang="en-US" sz="2000" dirty="0"/>
              <a:t> </a:t>
            </a:r>
            <a:r>
              <a:rPr lang="en-US" sz="2000" dirty="0" err="1"/>
              <a:t>না</a:t>
            </a:r>
            <a:r>
              <a:rPr lang="en-US" sz="2000" dirty="0"/>
              <a:t>, </a:t>
            </a:r>
            <a:r>
              <a:rPr lang="en-US" sz="2000" dirty="0" err="1"/>
              <a:t>ময়লা</a:t>
            </a:r>
            <a:r>
              <a:rPr lang="en-US" sz="2000" dirty="0"/>
              <a:t> </a:t>
            </a:r>
            <a:r>
              <a:rPr lang="en-US" sz="2000" dirty="0" err="1"/>
              <a:t>সিরিজ</a:t>
            </a:r>
            <a:r>
              <a:rPr lang="en-US" sz="2000" dirty="0"/>
              <a:t> </a:t>
            </a:r>
            <a:r>
              <a:rPr lang="en-US" sz="2000" dirty="0" err="1"/>
              <a:t>কাগজ</a:t>
            </a:r>
            <a:r>
              <a:rPr lang="en-US" sz="2000" dirty="0"/>
              <a:t> </a:t>
            </a:r>
            <a:r>
              <a:rPr lang="en-US" sz="2000" dirty="0" err="1"/>
              <a:t>দিয়ে</a:t>
            </a:r>
            <a:r>
              <a:rPr lang="en-US" sz="2000" dirty="0"/>
              <a:t> </a:t>
            </a:r>
            <a:r>
              <a:rPr lang="en-US" sz="2000" dirty="0" err="1"/>
              <a:t>মুছে</a:t>
            </a:r>
            <a:r>
              <a:rPr lang="en-US" sz="2000" dirty="0"/>
              <a:t> </a:t>
            </a:r>
            <a:r>
              <a:rPr lang="en-US" sz="2000" dirty="0" err="1"/>
              <a:t>নিতে</a:t>
            </a:r>
            <a:r>
              <a:rPr lang="en-US" sz="2000" dirty="0"/>
              <a:t> </a:t>
            </a:r>
            <a:r>
              <a:rPr lang="en-US" sz="2000" dirty="0" err="1"/>
              <a:t>হবে</a:t>
            </a:r>
            <a:endParaRPr lang="bn-IN" sz="2000" dirty="0"/>
          </a:p>
        </p:txBody>
      </p:sp>
      <p:pic>
        <p:nvPicPr>
          <p:cNvPr id="2050" name="Picture 2" descr="How to Collect and Store Hatching Eggs">
            <a:extLst>
              <a:ext uri="{FF2B5EF4-FFF2-40B4-BE49-F238E27FC236}">
                <a16:creationId xmlns:a16="http://schemas.microsoft.com/office/drawing/2014/main" id="{98BE4899-3913-2DAB-983D-0AE972ED99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599438"/>
            <a:ext cx="5046390" cy="3071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03218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ডিম</a:t>
            </a:r>
            <a:r>
              <a:rPr lang="en-US" dirty="0"/>
              <a:t> </a:t>
            </a:r>
            <a:r>
              <a:rPr lang="en-US" dirty="0" err="1"/>
              <a:t>ফোটানোর</a:t>
            </a:r>
            <a:r>
              <a:rPr lang="en-US" dirty="0"/>
              <a:t> </a:t>
            </a:r>
            <a:r>
              <a:rPr lang="en-US" dirty="0" err="1"/>
              <a:t>পদ্ধতি</a:t>
            </a:r>
            <a:endParaRPr lang="en-US" dirty="0"/>
          </a:p>
        </p:txBody>
      </p:sp>
      <p:graphicFrame>
        <p:nvGraphicFramePr>
          <p:cNvPr id="6" name="Diagram 5">
            <a:extLst>
              <a:ext uri="{FF2B5EF4-FFF2-40B4-BE49-F238E27FC236}">
                <a16:creationId xmlns:a16="http://schemas.microsoft.com/office/drawing/2014/main" id="{B04314F3-D5BA-070F-5867-E33EC4B796E1}"/>
              </a:ext>
            </a:extLst>
          </p:cNvPr>
          <p:cNvGraphicFramePr/>
          <p:nvPr>
            <p:extLst>
              <p:ext uri="{D42A27DB-BD31-4B8C-83A1-F6EECF244321}">
                <p14:modId xmlns:p14="http://schemas.microsoft.com/office/powerpoint/2010/main" val="3661371567"/>
              </p:ext>
            </p:extLst>
          </p:nvPr>
        </p:nvGraphicFramePr>
        <p:xfrm>
          <a:off x="238408" y="2453489"/>
          <a:ext cx="11715184" cy="35399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96090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প্রাকৃতিক</a:t>
            </a:r>
            <a:r>
              <a:rPr lang="en-US" dirty="0"/>
              <a:t> </a:t>
            </a:r>
            <a:r>
              <a:rPr lang="en-US" dirty="0" err="1"/>
              <a:t>পদ্ধতি</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4093428"/>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2000" dirty="0" err="1"/>
              <a:t>মুরগীর</a:t>
            </a:r>
            <a:r>
              <a:rPr lang="en-US" sz="2000" dirty="0"/>
              <a:t> </a:t>
            </a:r>
            <a:r>
              <a:rPr lang="en-US" sz="2000" dirty="0" err="1"/>
              <a:t>নিচে</a:t>
            </a:r>
            <a:r>
              <a:rPr lang="en-US" sz="2000" dirty="0"/>
              <a:t> </a:t>
            </a:r>
            <a:r>
              <a:rPr lang="en-US" sz="2000" dirty="0" err="1"/>
              <a:t>ডিম</a:t>
            </a:r>
            <a:r>
              <a:rPr lang="en-US" sz="2000" dirty="0"/>
              <a:t> </a:t>
            </a:r>
            <a:r>
              <a:rPr lang="en-US" sz="2000" dirty="0" err="1"/>
              <a:t>দিয়ে</a:t>
            </a:r>
            <a:r>
              <a:rPr lang="en-US" sz="2000" dirty="0"/>
              <a:t> </a:t>
            </a:r>
            <a:r>
              <a:rPr lang="en-US" sz="2000" dirty="0" err="1"/>
              <a:t>ফুটানোর</a:t>
            </a:r>
            <a:r>
              <a:rPr lang="en-US" sz="2000" dirty="0"/>
              <a:t> </a:t>
            </a:r>
            <a:r>
              <a:rPr lang="en-US" sz="2000" dirty="0" err="1"/>
              <a:t>পদ্ধতিকে</a:t>
            </a:r>
            <a:r>
              <a:rPr lang="en-US" sz="2000" dirty="0"/>
              <a:t> </a:t>
            </a:r>
            <a:r>
              <a:rPr lang="en-US" sz="2000" dirty="0" err="1"/>
              <a:t>প্রাকৃতিক</a:t>
            </a:r>
            <a:r>
              <a:rPr lang="en-US" sz="2000" dirty="0"/>
              <a:t> </a:t>
            </a:r>
            <a:r>
              <a:rPr lang="en-US" sz="2000" dirty="0" err="1"/>
              <a:t>পদ্ধতি</a:t>
            </a:r>
            <a:r>
              <a:rPr lang="en-US" sz="2000" dirty="0"/>
              <a:t> </a:t>
            </a:r>
            <a:r>
              <a:rPr lang="en-US" sz="2000" dirty="0" err="1"/>
              <a:t>বলে</a:t>
            </a:r>
            <a:endParaRPr lang="en-US" sz="2000" dirty="0"/>
          </a:p>
          <a:p>
            <a:pPr marL="457200" indent="-457200">
              <a:buFont typeface="Wingdings" panose="05000000000000000000" pitchFamily="2" charset="2"/>
              <a:buChar char="Ø"/>
            </a:pPr>
            <a:r>
              <a:rPr lang="en-US" sz="2000" dirty="0" err="1"/>
              <a:t>আগে</a:t>
            </a:r>
            <a:r>
              <a:rPr lang="en-US" sz="2000" dirty="0"/>
              <a:t> </a:t>
            </a:r>
            <a:r>
              <a:rPr lang="en-US" sz="2000" dirty="0" err="1"/>
              <a:t>দেশী</a:t>
            </a:r>
            <a:r>
              <a:rPr lang="en-US" sz="2000" dirty="0"/>
              <a:t> </a:t>
            </a:r>
            <a:r>
              <a:rPr lang="en-US" sz="2000" dirty="0" err="1"/>
              <a:t>মুরগীকে</a:t>
            </a:r>
            <a:r>
              <a:rPr lang="en-US" sz="2000" dirty="0"/>
              <a:t> </a:t>
            </a:r>
            <a:r>
              <a:rPr lang="en-US" sz="2000" dirty="0" err="1"/>
              <a:t>ডীমে</a:t>
            </a:r>
            <a:r>
              <a:rPr lang="en-US" sz="2000" dirty="0"/>
              <a:t> </a:t>
            </a:r>
            <a:r>
              <a:rPr lang="en-US" sz="2000" dirty="0" err="1"/>
              <a:t>তা</a:t>
            </a:r>
            <a:r>
              <a:rPr lang="en-US" sz="2000" dirty="0"/>
              <a:t> </a:t>
            </a:r>
            <a:r>
              <a:rPr lang="en-US" sz="2000" dirty="0" err="1"/>
              <a:t>দেয়ায়</a:t>
            </a:r>
            <a:r>
              <a:rPr lang="en-US" sz="2000" dirty="0"/>
              <a:t> </a:t>
            </a:r>
            <a:r>
              <a:rPr lang="en-US" sz="2000" dirty="0" err="1"/>
              <a:t>অভ্যস্ত</a:t>
            </a:r>
            <a:r>
              <a:rPr lang="en-US" sz="2000" dirty="0"/>
              <a:t> </a:t>
            </a:r>
            <a:r>
              <a:rPr lang="en-US" sz="2000" dirty="0" err="1"/>
              <a:t>করতে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কুচে</a:t>
            </a:r>
            <a:r>
              <a:rPr lang="en-US" sz="2000" dirty="0"/>
              <a:t> </a:t>
            </a:r>
            <a:r>
              <a:rPr lang="en-US" sz="2000" dirty="0" err="1"/>
              <a:t>হয়ে</a:t>
            </a:r>
            <a:r>
              <a:rPr lang="en-US" sz="2000" dirty="0"/>
              <a:t> </a:t>
            </a:r>
            <a:r>
              <a:rPr lang="en-US" sz="2000" dirty="0" err="1"/>
              <a:t>গেলে</a:t>
            </a:r>
            <a:r>
              <a:rPr lang="en-US" sz="2000" dirty="0"/>
              <a:t> </a:t>
            </a:r>
            <a:r>
              <a:rPr lang="en-US" sz="2000" dirty="0" err="1"/>
              <a:t>মুরগীর</a:t>
            </a:r>
            <a:r>
              <a:rPr lang="en-US" sz="2000" dirty="0"/>
              <a:t> </a:t>
            </a:r>
            <a:r>
              <a:rPr lang="en-US" sz="2000" dirty="0" err="1"/>
              <a:t>নিচে</a:t>
            </a:r>
            <a:r>
              <a:rPr lang="en-US" sz="2000" dirty="0"/>
              <a:t> ৮-১০ </a:t>
            </a:r>
            <a:r>
              <a:rPr lang="en-US" sz="2000" dirty="0" err="1"/>
              <a:t>টি</a:t>
            </a:r>
            <a:r>
              <a:rPr lang="en-US" sz="2000" dirty="0"/>
              <a:t> </a:t>
            </a:r>
            <a:r>
              <a:rPr lang="en-US" sz="2000" dirty="0" err="1"/>
              <a:t>ডিম</a:t>
            </a:r>
            <a:r>
              <a:rPr lang="en-US" sz="2000" dirty="0"/>
              <a:t> </a:t>
            </a:r>
            <a:r>
              <a:rPr lang="en-US" sz="2000" dirty="0" err="1"/>
              <a:t>রেখে</a:t>
            </a:r>
            <a:r>
              <a:rPr lang="en-US" sz="2000" dirty="0"/>
              <a:t> </a:t>
            </a:r>
            <a:r>
              <a:rPr lang="en-US" sz="2000" dirty="0" err="1"/>
              <a:t>তা</a:t>
            </a:r>
            <a:r>
              <a:rPr lang="en-US" sz="2000" dirty="0"/>
              <a:t> </a:t>
            </a:r>
            <a:r>
              <a:rPr lang="en-US" sz="2000" dirty="0" err="1"/>
              <a:t>দিতে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ঝুড়িতে</a:t>
            </a:r>
            <a:r>
              <a:rPr lang="en-US" sz="2000" dirty="0"/>
              <a:t> </a:t>
            </a:r>
            <a:r>
              <a:rPr lang="en-US" sz="2000" dirty="0" err="1"/>
              <a:t>হাত</a:t>
            </a:r>
            <a:r>
              <a:rPr lang="en-US" sz="2000" dirty="0"/>
              <a:t> </a:t>
            </a:r>
            <a:r>
              <a:rPr lang="en-US" sz="2000" dirty="0" err="1"/>
              <a:t>দিয়ে</a:t>
            </a:r>
            <a:r>
              <a:rPr lang="en-US" sz="2000" dirty="0"/>
              <a:t> </a:t>
            </a:r>
            <a:r>
              <a:rPr lang="en-US" sz="2000" dirty="0" err="1"/>
              <a:t>গর্ত</a:t>
            </a:r>
            <a:r>
              <a:rPr lang="en-US" sz="2000" dirty="0"/>
              <a:t> </a:t>
            </a:r>
            <a:r>
              <a:rPr lang="en-US" sz="2000" dirty="0" err="1"/>
              <a:t>বানিয়ে</a:t>
            </a:r>
            <a:r>
              <a:rPr lang="en-US" sz="2000" dirty="0"/>
              <a:t> </a:t>
            </a:r>
            <a:r>
              <a:rPr lang="en-US" sz="2000" dirty="0" err="1"/>
              <a:t>খড়খুটার</a:t>
            </a:r>
            <a:r>
              <a:rPr lang="en-US" sz="2000" dirty="0"/>
              <a:t> </a:t>
            </a:r>
            <a:r>
              <a:rPr lang="en-US" sz="2000" dirty="0" err="1"/>
              <a:t>সাহায্যে</a:t>
            </a:r>
            <a:r>
              <a:rPr lang="en-US" sz="2000" dirty="0"/>
              <a:t> </a:t>
            </a:r>
            <a:r>
              <a:rPr lang="en-US" sz="2000" dirty="0" err="1"/>
              <a:t>নরম</a:t>
            </a:r>
            <a:r>
              <a:rPr lang="en-US" sz="2000" dirty="0"/>
              <a:t> </a:t>
            </a:r>
            <a:r>
              <a:rPr lang="en-US" sz="2000" dirty="0" err="1"/>
              <a:t>বিছানা</a:t>
            </a:r>
            <a:r>
              <a:rPr lang="en-US" sz="2000" dirty="0"/>
              <a:t> </a:t>
            </a:r>
            <a:r>
              <a:rPr lang="en-US" sz="2000" dirty="0" err="1"/>
              <a:t>তৈরী</a:t>
            </a:r>
            <a:r>
              <a:rPr lang="en-US" sz="2000" dirty="0"/>
              <a:t> </a:t>
            </a:r>
            <a:r>
              <a:rPr lang="en-US" sz="2000" dirty="0" err="1"/>
              <a:t>করতে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বসার</a:t>
            </a:r>
            <a:r>
              <a:rPr lang="en-US" sz="2000" dirty="0"/>
              <a:t> </a:t>
            </a:r>
            <a:r>
              <a:rPr lang="en-US" sz="2000" dirty="0" err="1"/>
              <a:t>স্থান</a:t>
            </a:r>
            <a:r>
              <a:rPr lang="en-US" sz="2000" dirty="0"/>
              <a:t> </a:t>
            </a:r>
            <a:r>
              <a:rPr lang="en-US" sz="2000" dirty="0" err="1"/>
              <a:t>নির্জন</a:t>
            </a:r>
            <a:r>
              <a:rPr lang="en-US" sz="2000" dirty="0"/>
              <a:t> </a:t>
            </a:r>
            <a:r>
              <a:rPr lang="en-US" sz="2000" dirty="0" err="1"/>
              <a:t>কোনে</a:t>
            </a:r>
            <a:r>
              <a:rPr lang="en-US" sz="2000" dirty="0"/>
              <a:t> </a:t>
            </a:r>
            <a:r>
              <a:rPr lang="en-US" sz="2000" dirty="0" err="1"/>
              <a:t>রাখতে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মুখের</a:t>
            </a:r>
            <a:r>
              <a:rPr lang="en-US" sz="2000" dirty="0"/>
              <a:t> </a:t>
            </a:r>
            <a:r>
              <a:rPr lang="en-US" sz="2000" dirty="0" err="1"/>
              <a:t>সামনে</a:t>
            </a:r>
            <a:r>
              <a:rPr lang="en-US" sz="2000" dirty="0"/>
              <a:t> </a:t>
            </a:r>
            <a:r>
              <a:rPr lang="en-US" sz="2000" dirty="0" err="1"/>
              <a:t>দানাদার</a:t>
            </a:r>
            <a:r>
              <a:rPr lang="en-US" sz="2000" dirty="0"/>
              <a:t> </a:t>
            </a:r>
            <a:r>
              <a:rPr lang="en-US" sz="2000" dirty="0" err="1"/>
              <a:t>খাবার</a:t>
            </a:r>
            <a:r>
              <a:rPr lang="en-US" sz="2000" dirty="0"/>
              <a:t> ও </a:t>
            </a:r>
            <a:r>
              <a:rPr lang="en-US" sz="2000" dirty="0" err="1"/>
              <a:t>পানি</a:t>
            </a:r>
            <a:r>
              <a:rPr lang="en-US" sz="2000" dirty="0"/>
              <a:t> </a:t>
            </a:r>
            <a:r>
              <a:rPr lang="en-US" sz="2000" dirty="0" err="1"/>
              <a:t>রাখতে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মুরগীর</a:t>
            </a:r>
            <a:r>
              <a:rPr lang="en-US" sz="2000" dirty="0"/>
              <a:t> </a:t>
            </a:r>
            <a:r>
              <a:rPr lang="en-US" sz="2000" dirty="0" err="1"/>
              <a:t>বাসা</a:t>
            </a:r>
            <a:r>
              <a:rPr lang="en-US" sz="2000" dirty="0"/>
              <a:t> </a:t>
            </a:r>
            <a:r>
              <a:rPr lang="en-US" sz="2000" dirty="0" err="1"/>
              <a:t>ঢেকে</a:t>
            </a:r>
            <a:r>
              <a:rPr lang="en-US" sz="2000" dirty="0"/>
              <a:t> </a:t>
            </a:r>
            <a:r>
              <a:rPr lang="en-US" sz="2000" dirty="0" err="1"/>
              <a:t>দিতে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a:t>২১-৩০ </a:t>
            </a:r>
            <a:r>
              <a:rPr lang="en-US" sz="2000" dirty="0" err="1"/>
              <a:t>দিনের</a:t>
            </a:r>
            <a:r>
              <a:rPr lang="en-US" sz="2000" dirty="0"/>
              <a:t> </a:t>
            </a:r>
            <a:r>
              <a:rPr lang="en-US" sz="2000" dirty="0" err="1"/>
              <a:t>মধ্যে</a:t>
            </a:r>
            <a:r>
              <a:rPr lang="en-US" sz="2000" dirty="0"/>
              <a:t> </a:t>
            </a:r>
            <a:r>
              <a:rPr lang="en-US" sz="2000" dirty="0" err="1"/>
              <a:t>ডিম</a:t>
            </a:r>
            <a:r>
              <a:rPr lang="en-US" sz="2000" dirty="0"/>
              <a:t> </a:t>
            </a:r>
            <a:r>
              <a:rPr lang="en-US" sz="2000" dirty="0" err="1"/>
              <a:t>ফুটে</a:t>
            </a:r>
            <a:r>
              <a:rPr lang="en-US" sz="2000" dirty="0"/>
              <a:t> </a:t>
            </a:r>
            <a:r>
              <a:rPr lang="en-US" sz="2000" dirty="0" err="1"/>
              <a:t>বাচ্চা</a:t>
            </a:r>
            <a:r>
              <a:rPr lang="en-US" sz="2000" dirty="0"/>
              <a:t> </a:t>
            </a:r>
            <a:r>
              <a:rPr lang="en-US" sz="2000" dirty="0" err="1"/>
              <a:t>বের</a:t>
            </a:r>
            <a:r>
              <a:rPr lang="en-US" sz="2000" dirty="0"/>
              <a:t> </a:t>
            </a:r>
            <a:r>
              <a:rPr lang="en-US" sz="2000" dirty="0" err="1"/>
              <a:t>হবে</a:t>
            </a:r>
            <a:endParaRPr lang="bn-IN" sz="2000" dirty="0"/>
          </a:p>
        </p:txBody>
      </p:sp>
      <p:pic>
        <p:nvPicPr>
          <p:cNvPr id="3074" name="Picture 2" descr="Optimizing Egg Laying Production | Freedom Ranger Hatchery Blog">
            <a:extLst>
              <a:ext uri="{FF2B5EF4-FFF2-40B4-BE49-F238E27FC236}">
                <a16:creationId xmlns:a16="http://schemas.microsoft.com/office/drawing/2014/main" id="{A7A8846F-367A-E801-56A7-291FDB3F37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396359"/>
            <a:ext cx="5843663" cy="3897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19414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কৃত্তিম</a:t>
            </a:r>
            <a:r>
              <a:rPr lang="en-US" dirty="0"/>
              <a:t> </a:t>
            </a:r>
            <a:r>
              <a:rPr lang="en-US" dirty="0" err="1"/>
              <a:t>পদ্ধতি</a:t>
            </a:r>
            <a:r>
              <a:rPr lang="en-US" dirty="0"/>
              <a:t>, </a:t>
            </a:r>
            <a:r>
              <a:rPr lang="en-US" dirty="0" err="1"/>
              <a:t>ইনকিউবেটর</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4093428"/>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2000" dirty="0" err="1"/>
              <a:t>কেরোসিনের</a:t>
            </a:r>
            <a:r>
              <a:rPr lang="en-US" sz="2000" dirty="0"/>
              <a:t> </a:t>
            </a:r>
            <a:r>
              <a:rPr lang="en-US" sz="2000" dirty="0" err="1"/>
              <a:t>বা</a:t>
            </a:r>
            <a:r>
              <a:rPr lang="en-US" sz="2000" dirty="0"/>
              <a:t> </a:t>
            </a:r>
            <a:r>
              <a:rPr lang="en-US" sz="2000" dirty="0" err="1"/>
              <a:t>বিদ্যুতের</a:t>
            </a:r>
            <a:r>
              <a:rPr lang="en-US" sz="2000" dirty="0"/>
              <a:t> </a:t>
            </a:r>
            <a:r>
              <a:rPr lang="en-US" sz="2000" dirty="0" err="1"/>
              <a:t>সাহায্যে</a:t>
            </a:r>
            <a:r>
              <a:rPr lang="en-US" sz="2000" dirty="0"/>
              <a:t> </a:t>
            </a:r>
            <a:r>
              <a:rPr lang="en-US" sz="2000" dirty="0" err="1"/>
              <a:t>চালাতে</a:t>
            </a:r>
            <a:r>
              <a:rPr lang="en-US" sz="2000" dirty="0"/>
              <a:t> </a:t>
            </a:r>
            <a:r>
              <a:rPr lang="en-US" sz="2000" dirty="0" err="1"/>
              <a:t>হয়</a:t>
            </a:r>
            <a:endParaRPr lang="en-US" sz="2000" dirty="0"/>
          </a:p>
          <a:p>
            <a:pPr marL="457200" indent="-457200">
              <a:buFont typeface="Wingdings" panose="05000000000000000000" pitchFamily="2" charset="2"/>
              <a:buChar char="Ø"/>
            </a:pPr>
            <a:r>
              <a:rPr lang="en-US" sz="2000" dirty="0" err="1"/>
              <a:t>একসাথে</a:t>
            </a:r>
            <a:r>
              <a:rPr lang="en-US" sz="2000" dirty="0"/>
              <a:t> ৩০০-৪০০টি </a:t>
            </a:r>
            <a:r>
              <a:rPr lang="en-US" sz="2000" dirty="0" err="1"/>
              <a:t>ডিম</a:t>
            </a:r>
            <a:r>
              <a:rPr lang="en-US" sz="2000" dirty="0"/>
              <a:t> </a:t>
            </a:r>
            <a:r>
              <a:rPr lang="en-US" sz="2000" dirty="0" err="1"/>
              <a:t>দেয়া</a:t>
            </a:r>
            <a:r>
              <a:rPr lang="en-US" sz="2000" dirty="0"/>
              <a:t> </a:t>
            </a:r>
            <a:r>
              <a:rPr lang="en-US" sz="2000" dirty="0" err="1"/>
              <a:t>যায়</a:t>
            </a:r>
            <a:endParaRPr lang="en-US" sz="2000" dirty="0"/>
          </a:p>
          <a:p>
            <a:pPr marL="457200" indent="-457200">
              <a:buFont typeface="Wingdings" panose="05000000000000000000" pitchFamily="2" charset="2"/>
              <a:buChar char="Ø"/>
            </a:pPr>
            <a:r>
              <a:rPr lang="en-US" sz="2000" dirty="0" err="1"/>
              <a:t>তাপমাত্রা</a:t>
            </a:r>
            <a:r>
              <a:rPr lang="en-US" sz="2000" dirty="0"/>
              <a:t> </a:t>
            </a:r>
            <a:r>
              <a:rPr lang="en-US" sz="2000" dirty="0" err="1"/>
              <a:t>থাকবেঃ</a:t>
            </a:r>
            <a:r>
              <a:rPr lang="en-US" sz="2000" dirty="0"/>
              <a:t> ১ম </a:t>
            </a:r>
            <a:r>
              <a:rPr lang="en-US" sz="2000" dirty="0" err="1"/>
              <a:t>দুই</a:t>
            </a:r>
            <a:r>
              <a:rPr lang="en-US" sz="2000" dirty="0"/>
              <a:t> </a:t>
            </a:r>
            <a:r>
              <a:rPr lang="en-US" sz="2000" dirty="0" err="1"/>
              <a:t>সপ্তাহ</a:t>
            </a:r>
            <a:r>
              <a:rPr lang="en-US" sz="2000" dirty="0"/>
              <a:t> ৩৮.৩ – ৩৯.৫ </a:t>
            </a:r>
            <a:r>
              <a:rPr lang="en-US" sz="2000" dirty="0" err="1"/>
              <a:t>ডিগ্রি</a:t>
            </a:r>
            <a:r>
              <a:rPr lang="en-US" sz="2000" dirty="0"/>
              <a:t>, </a:t>
            </a:r>
            <a:r>
              <a:rPr lang="en-US" sz="2000" dirty="0" err="1"/>
              <a:t>পরের</a:t>
            </a:r>
            <a:r>
              <a:rPr lang="en-US" sz="2000" dirty="0"/>
              <a:t> </a:t>
            </a:r>
            <a:r>
              <a:rPr lang="en-US" sz="2000" dirty="0" err="1"/>
              <a:t>সপ্তাহ</a:t>
            </a:r>
            <a:r>
              <a:rPr lang="en-US" sz="2000" dirty="0"/>
              <a:t> ৩৮.৬ । </a:t>
            </a:r>
            <a:r>
              <a:rPr lang="en-US" sz="2000" dirty="0" err="1"/>
              <a:t>বৈদ্যুতিক</a:t>
            </a:r>
            <a:r>
              <a:rPr lang="en-US" sz="2000" dirty="0"/>
              <a:t> </a:t>
            </a:r>
            <a:r>
              <a:rPr lang="en-US" sz="2000" dirty="0" err="1"/>
              <a:t>হলে</a:t>
            </a:r>
            <a:r>
              <a:rPr lang="en-US" sz="2000" dirty="0"/>
              <a:t> ১ম ১৮ </a:t>
            </a:r>
            <a:r>
              <a:rPr lang="en-US" sz="2000" dirty="0" err="1"/>
              <a:t>দিন</a:t>
            </a:r>
            <a:r>
              <a:rPr lang="en-US" sz="2000" dirty="0"/>
              <a:t> ৩৭.৫, </a:t>
            </a:r>
            <a:r>
              <a:rPr lang="en-US" sz="2000" dirty="0" err="1"/>
              <a:t>এবং</a:t>
            </a:r>
            <a:r>
              <a:rPr lang="en-US" sz="2000" dirty="0"/>
              <a:t> </a:t>
            </a:r>
            <a:r>
              <a:rPr lang="en-US" sz="2000" dirty="0" err="1"/>
              <a:t>পরের</a:t>
            </a:r>
            <a:r>
              <a:rPr lang="en-US" sz="2000" dirty="0"/>
              <a:t> </a:t>
            </a:r>
            <a:r>
              <a:rPr lang="en-US" sz="2000" dirty="0" err="1"/>
              <a:t>তিন</a:t>
            </a:r>
            <a:r>
              <a:rPr lang="en-US" sz="2000" dirty="0"/>
              <a:t> </a:t>
            </a:r>
            <a:r>
              <a:rPr lang="en-US" sz="2000" dirty="0" err="1"/>
              <a:t>দিন</a:t>
            </a:r>
            <a:r>
              <a:rPr lang="en-US" sz="2000" dirty="0"/>
              <a:t> ৩৭ </a:t>
            </a:r>
            <a:r>
              <a:rPr lang="en-US" sz="2000" dirty="0" err="1"/>
              <a:t>ডিগ্রি</a:t>
            </a:r>
            <a:r>
              <a:rPr lang="en-US" sz="2000" dirty="0"/>
              <a:t> </a:t>
            </a:r>
            <a:r>
              <a:rPr lang="en-US" sz="2000" dirty="0" err="1"/>
              <a:t>রাখা</a:t>
            </a:r>
            <a:r>
              <a:rPr lang="en-US" sz="2000" dirty="0"/>
              <a:t> </a:t>
            </a:r>
            <a:r>
              <a:rPr lang="en-US" sz="2000" dirty="0" err="1"/>
              <a:t>উচিত</a:t>
            </a:r>
            <a:r>
              <a:rPr lang="en-US" sz="2000" dirty="0"/>
              <a:t>।</a:t>
            </a:r>
          </a:p>
          <a:p>
            <a:pPr marL="457200" indent="-457200">
              <a:buFont typeface="Wingdings" panose="05000000000000000000" pitchFamily="2" charset="2"/>
              <a:buChar char="Ø"/>
            </a:pPr>
            <a:r>
              <a:rPr lang="en-US" sz="2000" dirty="0" err="1"/>
              <a:t>আদ্রতাঃ</a:t>
            </a:r>
            <a:r>
              <a:rPr lang="en-US" sz="2000" dirty="0"/>
              <a:t> ১৮ </a:t>
            </a:r>
            <a:r>
              <a:rPr lang="en-US" sz="2000" dirty="0" err="1"/>
              <a:t>দিনে</a:t>
            </a:r>
            <a:r>
              <a:rPr lang="en-US" sz="2000" dirty="0"/>
              <a:t>, ৫০-৬০% </a:t>
            </a:r>
            <a:r>
              <a:rPr lang="en-US" sz="2000" dirty="0" err="1"/>
              <a:t>আদ্রতা</a:t>
            </a:r>
            <a:r>
              <a:rPr lang="en-US" sz="2000" dirty="0"/>
              <a:t>, </a:t>
            </a:r>
            <a:r>
              <a:rPr lang="en-US" sz="2000" dirty="0" err="1"/>
              <a:t>শেষে</a:t>
            </a:r>
            <a:r>
              <a:rPr lang="en-US" sz="2000" dirty="0"/>
              <a:t> ৬৫-৭০% </a:t>
            </a:r>
            <a:r>
              <a:rPr lang="en-US" sz="2000" dirty="0" err="1"/>
              <a:t>রাখা</a:t>
            </a:r>
            <a:r>
              <a:rPr lang="en-US" sz="2000" dirty="0"/>
              <a:t> </a:t>
            </a:r>
            <a:r>
              <a:rPr lang="en-US" sz="2000" dirty="0" err="1"/>
              <a:t>উচিত</a:t>
            </a:r>
            <a:endParaRPr lang="en-US" sz="2000" dirty="0"/>
          </a:p>
          <a:p>
            <a:pPr marL="457200" indent="-457200">
              <a:buFont typeface="Wingdings" panose="05000000000000000000" pitchFamily="2" charset="2"/>
              <a:buChar char="Ø"/>
            </a:pPr>
            <a:r>
              <a:rPr lang="en-US" sz="2000" dirty="0" err="1"/>
              <a:t>বায়ু</a:t>
            </a:r>
            <a:r>
              <a:rPr lang="en-US" sz="2000" dirty="0"/>
              <a:t> </a:t>
            </a:r>
            <a:r>
              <a:rPr lang="en-US" sz="2000" dirty="0" err="1"/>
              <a:t>চলাচলঃ</a:t>
            </a:r>
            <a:r>
              <a:rPr lang="en-US" sz="2000" dirty="0"/>
              <a:t> ১৮ </a:t>
            </a:r>
            <a:r>
              <a:rPr lang="en-US" sz="2000" dirty="0" err="1"/>
              <a:t>দিন</a:t>
            </a:r>
            <a:r>
              <a:rPr lang="en-US" sz="2000" dirty="0"/>
              <a:t> </a:t>
            </a:r>
            <a:r>
              <a:rPr lang="en-US" sz="2000" dirty="0" err="1"/>
              <a:t>পরে</a:t>
            </a:r>
            <a:r>
              <a:rPr lang="en-US" sz="2000" dirty="0"/>
              <a:t> </a:t>
            </a:r>
            <a:r>
              <a:rPr lang="en-US" sz="2000" dirty="0" err="1"/>
              <a:t>আগের</a:t>
            </a:r>
            <a:r>
              <a:rPr lang="en-US" sz="2000" dirty="0"/>
              <a:t> </a:t>
            </a:r>
            <a:r>
              <a:rPr lang="en-US" sz="2000" dirty="0" err="1"/>
              <a:t>চেয়ে</a:t>
            </a:r>
            <a:r>
              <a:rPr lang="en-US" sz="2000" dirty="0"/>
              <a:t> </a:t>
            </a:r>
            <a:r>
              <a:rPr lang="en-US" sz="2000" dirty="0" err="1"/>
              <a:t>বায়ু</a:t>
            </a:r>
            <a:r>
              <a:rPr lang="en-US" sz="2000" dirty="0"/>
              <a:t> </a:t>
            </a:r>
            <a:r>
              <a:rPr lang="en-US" sz="2000" dirty="0" err="1"/>
              <a:t>চলাচল</a:t>
            </a:r>
            <a:r>
              <a:rPr lang="en-US" sz="2000" dirty="0"/>
              <a:t> </a:t>
            </a:r>
            <a:r>
              <a:rPr lang="en-US" sz="2000" dirty="0" err="1"/>
              <a:t>বাড়াতে</a:t>
            </a:r>
            <a:r>
              <a:rPr lang="en-US" sz="2000" dirty="0"/>
              <a:t> </a:t>
            </a:r>
            <a:r>
              <a:rPr lang="en-US" sz="2000" dirty="0" err="1"/>
              <a:t>হয়</a:t>
            </a:r>
            <a:endParaRPr lang="en-US" sz="2000" dirty="0"/>
          </a:p>
          <a:p>
            <a:pPr marL="457200" indent="-457200">
              <a:buFont typeface="Wingdings" panose="05000000000000000000" pitchFamily="2" charset="2"/>
              <a:buChar char="Ø"/>
            </a:pPr>
            <a:r>
              <a:rPr lang="en-US" sz="2000" dirty="0" err="1"/>
              <a:t>ডিম</a:t>
            </a:r>
            <a:r>
              <a:rPr lang="en-US" sz="2000" dirty="0"/>
              <a:t> </a:t>
            </a:r>
            <a:r>
              <a:rPr lang="en-US" sz="2000" dirty="0" err="1"/>
              <a:t>ঘুরানোঃ</a:t>
            </a:r>
            <a:r>
              <a:rPr lang="en-US" sz="2000" dirty="0"/>
              <a:t> </a:t>
            </a:r>
            <a:r>
              <a:rPr lang="en-US" sz="2000" dirty="0" err="1"/>
              <a:t>দিনে</a:t>
            </a:r>
            <a:r>
              <a:rPr lang="en-US" sz="2000" dirty="0"/>
              <a:t> ৮ </a:t>
            </a:r>
            <a:r>
              <a:rPr lang="en-US" sz="2000" dirty="0" err="1"/>
              <a:t>বার</a:t>
            </a:r>
            <a:r>
              <a:rPr lang="en-US" sz="2000" dirty="0"/>
              <a:t> </a:t>
            </a:r>
            <a:r>
              <a:rPr lang="en-US" sz="2000" dirty="0" err="1"/>
              <a:t>তিন</a:t>
            </a:r>
            <a:r>
              <a:rPr lang="en-US" sz="2000" dirty="0"/>
              <a:t> </a:t>
            </a:r>
            <a:r>
              <a:rPr lang="en-US" sz="2000" dirty="0" err="1"/>
              <a:t>ঘন্টা</a:t>
            </a:r>
            <a:r>
              <a:rPr lang="en-US" sz="2000" dirty="0"/>
              <a:t> </a:t>
            </a:r>
            <a:r>
              <a:rPr lang="en-US" sz="2000" dirty="0" err="1"/>
              <a:t>পরপর</a:t>
            </a:r>
            <a:r>
              <a:rPr lang="en-US" sz="2000" dirty="0"/>
              <a:t> </a:t>
            </a:r>
            <a:r>
              <a:rPr lang="en-US" sz="2000" dirty="0" err="1"/>
              <a:t>ডীম</a:t>
            </a:r>
            <a:r>
              <a:rPr lang="en-US" sz="2000" dirty="0"/>
              <a:t> </a:t>
            </a:r>
            <a:r>
              <a:rPr lang="en-US" sz="2000" dirty="0" err="1"/>
              <a:t>ঘুরাবো</a:t>
            </a:r>
            <a:r>
              <a:rPr lang="en-US" sz="2000" dirty="0"/>
              <a:t>। </a:t>
            </a:r>
            <a:r>
              <a:rPr lang="en-US" sz="2000" dirty="0" err="1"/>
              <a:t>বা</a:t>
            </a:r>
            <a:r>
              <a:rPr lang="en-US" sz="2000" dirty="0"/>
              <a:t> </a:t>
            </a:r>
            <a:r>
              <a:rPr lang="en-US" sz="2000" dirty="0" err="1"/>
              <a:t>বৈদুয়ুতিক</a:t>
            </a:r>
            <a:r>
              <a:rPr lang="en-US" sz="2000" dirty="0"/>
              <a:t> </a:t>
            </a:r>
            <a:r>
              <a:rPr lang="en-US" sz="2000" dirty="0" err="1"/>
              <a:t>হলে</a:t>
            </a:r>
            <a:r>
              <a:rPr lang="en-US" sz="2000" dirty="0"/>
              <a:t> </a:t>
            </a:r>
            <a:r>
              <a:rPr lang="en-US" sz="2000" dirty="0" err="1"/>
              <a:t>টাইমার</a:t>
            </a:r>
            <a:r>
              <a:rPr lang="en-US" sz="2000" dirty="0"/>
              <a:t> </a:t>
            </a:r>
            <a:r>
              <a:rPr lang="en-US" sz="2000" dirty="0" err="1"/>
              <a:t>সেট</a:t>
            </a:r>
            <a:r>
              <a:rPr lang="en-US" sz="2000" dirty="0"/>
              <a:t> </a:t>
            </a:r>
            <a:r>
              <a:rPr lang="en-US" sz="2000" dirty="0" err="1"/>
              <a:t>করবো</a:t>
            </a:r>
            <a:endParaRPr lang="bn-IN" sz="2000" dirty="0"/>
          </a:p>
        </p:txBody>
      </p:sp>
      <p:pic>
        <p:nvPicPr>
          <p:cNvPr id="4098" name="Picture 2" descr="Kerosene-Powered Chicken Egg Incubator, Animal Care - Lehman's">
            <a:extLst>
              <a:ext uri="{FF2B5EF4-FFF2-40B4-BE49-F238E27FC236}">
                <a16:creationId xmlns:a16="http://schemas.microsoft.com/office/drawing/2014/main" id="{40D3BBE1-32D9-A70F-8BA3-F2DC90E5A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4585" y="2412749"/>
            <a:ext cx="5144161" cy="3838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53222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কৃত্তিম</a:t>
            </a:r>
            <a:r>
              <a:rPr lang="en-US" dirty="0"/>
              <a:t> </a:t>
            </a:r>
            <a:r>
              <a:rPr lang="en-US" dirty="0" err="1"/>
              <a:t>পদ্ধতি</a:t>
            </a:r>
            <a:r>
              <a:rPr lang="en-US" dirty="0"/>
              <a:t>, </a:t>
            </a:r>
            <a:r>
              <a:rPr lang="en-US" dirty="0" err="1"/>
              <a:t>ইনকিউবেটর</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3785652"/>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2000" dirty="0" err="1"/>
              <a:t>ক্যান্ডেলিং</a:t>
            </a:r>
            <a:r>
              <a:rPr lang="en-US" sz="2000" dirty="0"/>
              <a:t> </a:t>
            </a:r>
            <a:r>
              <a:rPr lang="en-US" sz="2000" dirty="0" err="1"/>
              <a:t>করাঃ</a:t>
            </a:r>
            <a:r>
              <a:rPr lang="en-US" sz="2000" dirty="0"/>
              <a:t> </a:t>
            </a:r>
            <a:r>
              <a:rPr lang="en-US" sz="2000" dirty="0" err="1"/>
              <a:t>বাল্ব</a:t>
            </a:r>
            <a:r>
              <a:rPr lang="en-US" sz="2000" dirty="0"/>
              <a:t> </a:t>
            </a:r>
            <a:r>
              <a:rPr lang="en-US" sz="2000" dirty="0" err="1"/>
              <a:t>বা</a:t>
            </a:r>
            <a:r>
              <a:rPr lang="en-US" sz="2000" dirty="0"/>
              <a:t> </a:t>
            </a:r>
            <a:r>
              <a:rPr lang="en-US" sz="2000" dirty="0" err="1"/>
              <a:t>লাইটের</a:t>
            </a:r>
            <a:r>
              <a:rPr lang="en-US" sz="2000" dirty="0"/>
              <a:t> </a:t>
            </a:r>
            <a:r>
              <a:rPr lang="en-US" sz="2000" dirty="0" err="1"/>
              <a:t>সামনে</a:t>
            </a:r>
            <a:r>
              <a:rPr lang="en-US" sz="2000" dirty="0"/>
              <a:t> </a:t>
            </a:r>
            <a:r>
              <a:rPr lang="en-US" sz="2000" dirty="0" err="1"/>
              <a:t>রেখে</a:t>
            </a:r>
            <a:r>
              <a:rPr lang="en-US" sz="2000" dirty="0"/>
              <a:t> </a:t>
            </a:r>
            <a:r>
              <a:rPr lang="en-US" sz="2000" dirty="0" err="1"/>
              <a:t>ডিম</a:t>
            </a:r>
            <a:r>
              <a:rPr lang="en-US" sz="2000" dirty="0"/>
              <a:t> </a:t>
            </a:r>
            <a:r>
              <a:rPr lang="en-US" sz="2000" dirty="0" err="1"/>
              <a:t>পর্যবেক্ষন</a:t>
            </a:r>
            <a:r>
              <a:rPr lang="en-US" sz="2000" dirty="0"/>
              <a:t> </a:t>
            </a:r>
            <a:r>
              <a:rPr lang="en-US" sz="2000" dirty="0" err="1"/>
              <a:t>করবো</a:t>
            </a:r>
            <a:endParaRPr lang="en-US" sz="2000" dirty="0"/>
          </a:p>
          <a:p>
            <a:pPr marL="457200" indent="-457200">
              <a:buFont typeface="Wingdings" panose="05000000000000000000" pitchFamily="2" charset="2"/>
              <a:buChar char="Ø"/>
            </a:pPr>
            <a:r>
              <a:rPr lang="en-US" sz="2000" dirty="0" err="1"/>
              <a:t>সেটিং</a:t>
            </a:r>
            <a:r>
              <a:rPr lang="en-US" sz="2000" dirty="0"/>
              <a:t> </a:t>
            </a:r>
            <a:r>
              <a:rPr lang="en-US" sz="2000" dirty="0" err="1"/>
              <a:t>ট্রে</a:t>
            </a:r>
            <a:r>
              <a:rPr lang="en-US" sz="2000" dirty="0"/>
              <a:t> </a:t>
            </a:r>
            <a:r>
              <a:rPr lang="en-US" sz="2000" dirty="0" err="1"/>
              <a:t>থেকে</a:t>
            </a:r>
            <a:r>
              <a:rPr lang="en-US" sz="2000" dirty="0"/>
              <a:t> </a:t>
            </a:r>
            <a:r>
              <a:rPr lang="en-US" sz="2000" dirty="0" err="1"/>
              <a:t>হ্যাচিং</a:t>
            </a:r>
            <a:r>
              <a:rPr lang="en-US" sz="2000" dirty="0"/>
              <a:t> </a:t>
            </a:r>
            <a:r>
              <a:rPr lang="en-US" sz="2000" dirty="0" err="1"/>
              <a:t>ট্রে</a:t>
            </a:r>
            <a:r>
              <a:rPr lang="en-US" sz="2000" dirty="0"/>
              <a:t> </a:t>
            </a:r>
            <a:r>
              <a:rPr lang="en-US" sz="2000" dirty="0" err="1"/>
              <a:t>তে</a:t>
            </a:r>
            <a:r>
              <a:rPr lang="en-US" sz="2000" dirty="0"/>
              <a:t> </a:t>
            </a:r>
            <a:r>
              <a:rPr lang="en-US" sz="2000" dirty="0" err="1"/>
              <a:t>স্থানান্তরঃ</a:t>
            </a:r>
            <a:r>
              <a:rPr lang="en-US" sz="2000" dirty="0"/>
              <a:t> ১৯ </a:t>
            </a:r>
            <a:r>
              <a:rPr lang="en-US" sz="2000" dirty="0" err="1"/>
              <a:t>তম</a:t>
            </a:r>
            <a:r>
              <a:rPr lang="en-US" sz="2000" dirty="0"/>
              <a:t> </a:t>
            </a:r>
            <a:r>
              <a:rPr lang="en-US" sz="2000" dirty="0" err="1"/>
              <a:t>দিনে</a:t>
            </a:r>
            <a:r>
              <a:rPr lang="en-US" sz="2000" dirty="0"/>
              <a:t> </a:t>
            </a:r>
            <a:r>
              <a:rPr lang="en-US" sz="2000" dirty="0" err="1"/>
              <a:t>হ্যাচিং</a:t>
            </a:r>
            <a:r>
              <a:rPr lang="en-US" sz="2000" dirty="0"/>
              <a:t> </a:t>
            </a:r>
            <a:r>
              <a:rPr lang="en-US" sz="2000" dirty="0" err="1"/>
              <a:t>ট্রে</a:t>
            </a:r>
            <a:r>
              <a:rPr lang="en-US" sz="2000" dirty="0"/>
              <a:t> </a:t>
            </a:r>
            <a:r>
              <a:rPr lang="en-US" sz="2000" dirty="0" err="1"/>
              <a:t>তে</a:t>
            </a:r>
            <a:r>
              <a:rPr lang="en-US" sz="2000" dirty="0"/>
              <a:t> </a:t>
            </a:r>
            <a:r>
              <a:rPr lang="en-US" sz="2000" dirty="0" err="1"/>
              <a:t>নিয়ে</a:t>
            </a:r>
            <a:r>
              <a:rPr lang="en-US" sz="2000" dirty="0"/>
              <a:t> </a:t>
            </a:r>
            <a:r>
              <a:rPr lang="en-US" sz="2000" dirty="0" err="1"/>
              <a:t>যেতে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পরিষ্কার</a:t>
            </a:r>
            <a:r>
              <a:rPr lang="en-US" sz="2000" dirty="0"/>
              <a:t> </a:t>
            </a:r>
            <a:r>
              <a:rPr lang="en-US" sz="2000" dirty="0" err="1"/>
              <a:t>পরিচ্ছন্নতাঃ</a:t>
            </a:r>
            <a:r>
              <a:rPr lang="en-US" sz="2000" dirty="0"/>
              <a:t> </a:t>
            </a:r>
            <a:r>
              <a:rPr lang="en-US" sz="2000" dirty="0" err="1"/>
              <a:t>প্রতিবার</a:t>
            </a:r>
            <a:r>
              <a:rPr lang="en-US" sz="2000" dirty="0"/>
              <a:t> </a:t>
            </a:r>
            <a:r>
              <a:rPr lang="en-US" sz="2000" dirty="0" err="1"/>
              <a:t>ফোটানোর</a:t>
            </a:r>
            <a:r>
              <a:rPr lang="en-US" sz="2000" dirty="0"/>
              <a:t> </a:t>
            </a:r>
            <a:r>
              <a:rPr lang="en-US" sz="2000" dirty="0" err="1"/>
              <a:t>আগে</a:t>
            </a:r>
            <a:r>
              <a:rPr lang="en-US" sz="2000" dirty="0"/>
              <a:t> </a:t>
            </a:r>
            <a:r>
              <a:rPr lang="en-US" sz="2000" dirty="0" err="1"/>
              <a:t>ইনকিউবেটর</a:t>
            </a:r>
            <a:r>
              <a:rPr lang="en-US" sz="2000" dirty="0"/>
              <a:t> </a:t>
            </a:r>
            <a:r>
              <a:rPr lang="en-US" sz="2000" dirty="0" err="1"/>
              <a:t>ঔষধ</a:t>
            </a:r>
            <a:r>
              <a:rPr lang="en-US" sz="2000" dirty="0"/>
              <a:t> </a:t>
            </a:r>
            <a:r>
              <a:rPr lang="en-US" sz="2000" dirty="0" err="1"/>
              <a:t>ছিটিয়ে</a:t>
            </a:r>
            <a:r>
              <a:rPr lang="en-US" sz="2000" dirty="0"/>
              <a:t> </a:t>
            </a:r>
            <a:r>
              <a:rPr lang="en-US" sz="2000" dirty="0" err="1"/>
              <a:t>জীবানূমুক্ত</a:t>
            </a:r>
            <a:r>
              <a:rPr lang="en-US" sz="2000" dirty="0"/>
              <a:t> </a:t>
            </a:r>
            <a:r>
              <a:rPr lang="en-US" sz="2000" dirty="0" err="1"/>
              <a:t>করবো</a:t>
            </a:r>
            <a:r>
              <a:rPr lang="en-US" sz="2000" dirty="0"/>
              <a:t> </a:t>
            </a:r>
          </a:p>
          <a:p>
            <a:pPr marL="457200" indent="-457200">
              <a:buFont typeface="Wingdings" panose="05000000000000000000" pitchFamily="2" charset="2"/>
              <a:buChar char="Ø"/>
            </a:pPr>
            <a:r>
              <a:rPr lang="en-US" sz="2000" dirty="0" err="1"/>
              <a:t>ফিউমিগেশন</a:t>
            </a:r>
            <a:r>
              <a:rPr lang="en-US" sz="2000" dirty="0"/>
              <a:t> </a:t>
            </a:r>
            <a:r>
              <a:rPr lang="en-US" sz="2000" dirty="0" err="1"/>
              <a:t>করাঃ</a:t>
            </a:r>
            <a:r>
              <a:rPr lang="en-US" sz="2000" dirty="0"/>
              <a:t> ৪০% </a:t>
            </a:r>
            <a:r>
              <a:rPr lang="en-US" sz="2000" dirty="0" err="1"/>
              <a:t>ফরমালিন</a:t>
            </a:r>
            <a:r>
              <a:rPr lang="en-US" sz="2000" dirty="0"/>
              <a:t> + ৪০ </a:t>
            </a:r>
            <a:r>
              <a:rPr lang="en-US" sz="2000" dirty="0" err="1"/>
              <a:t>গ্রাম</a:t>
            </a:r>
            <a:r>
              <a:rPr lang="en-US" sz="2000" dirty="0"/>
              <a:t> </a:t>
            </a:r>
            <a:r>
              <a:rPr lang="en-US" sz="2000" dirty="0" err="1"/>
              <a:t>পটাশিয়াম</a:t>
            </a:r>
            <a:r>
              <a:rPr lang="en-US" sz="2000" dirty="0"/>
              <a:t> </a:t>
            </a:r>
            <a:r>
              <a:rPr lang="en-US" sz="2000" dirty="0" err="1"/>
              <a:t>পার</a:t>
            </a:r>
            <a:r>
              <a:rPr lang="en-US" sz="2000" dirty="0"/>
              <a:t> </a:t>
            </a:r>
            <a:r>
              <a:rPr lang="en-US" sz="2000" dirty="0" err="1"/>
              <a:t>ম্যাংগানেট</a:t>
            </a:r>
            <a:r>
              <a:rPr lang="en-US" sz="2000" dirty="0"/>
              <a:t> </a:t>
            </a:r>
            <a:r>
              <a:rPr lang="en-US" sz="2000" dirty="0" err="1"/>
              <a:t>রেখে</a:t>
            </a:r>
            <a:r>
              <a:rPr lang="en-US" sz="2000" dirty="0"/>
              <a:t> </a:t>
            </a:r>
            <a:r>
              <a:rPr lang="en-US" sz="2000" dirty="0" err="1"/>
              <a:t>মেশিনে</a:t>
            </a:r>
            <a:r>
              <a:rPr lang="en-US" sz="2000" dirty="0"/>
              <a:t> </a:t>
            </a:r>
            <a:r>
              <a:rPr lang="en-US" sz="2000" dirty="0" err="1"/>
              <a:t>রেখে</a:t>
            </a:r>
            <a:r>
              <a:rPr lang="en-US" sz="2000" dirty="0"/>
              <a:t> </a:t>
            </a:r>
            <a:r>
              <a:rPr lang="en-US" sz="2000" dirty="0" err="1"/>
              <a:t>দিলে</a:t>
            </a:r>
            <a:r>
              <a:rPr lang="en-US" sz="2000" dirty="0"/>
              <a:t> </a:t>
            </a:r>
            <a:r>
              <a:rPr lang="en-US" sz="2000" dirty="0" err="1"/>
              <a:t>জীবানু</a:t>
            </a:r>
            <a:r>
              <a:rPr lang="en-US" sz="2000" dirty="0"/>
              <a:t> </a:t>
            </a:r>
            <a:r>
              <a:rPr lang="en-US" sz="2000" dirty="0" err="1"/>
              <a:t>মারা</a:t>
            </a:r>
            <a:r>
              <a:rPr lang="en-US" sz="2000" dirty="0"/>
              <a:t> </a:t>
            </a:r>
            <a:r>
              <a:rPr lang="en-US" sz="2000" dirty="0" err="1"/>
              <a:t>যায়</a:t>
            </a:r>
            <a:endParaRPr lang="en-US" sz="2000" dirty="0"/>
          </a:p>
          <a:p>
            <a:pPr marL="457200" indent="-457200">
              <a:buFont typeface="Wingdings" panose="05000000000000000000" pitchFamily="2" charset="2"/>
              <a:buChar char="Ø"/>
            </a:pPr>
            <a:r>
              <a:rPr lang="en-US" sz="2000" dirty="0" err="1"/>
              <a:t>ইনকিউবেটর</a:t>
            </a:r>
            <a:r>
              <a:rPr lang="en-US" sz="2000" dirty="0"/>
              <a:t> </a:t>
            </a:r>
            <a:r>
              <a:rPr lang="en-US" sz="2000" dirty="0" err="1"/>
              <a:t>ভূমির</a:t>
            </a:r>
            <a:r>
              <a:rPr lang="en-US" sz="2000" dirty="0"/>
              <a:t> </a:t>
            </a:r>
            <a:r>
              <a:rPr lang="en-US" sz="2000" dirty="0" err="1"/>
              <a:t>সমান্তরালে</a:t>
            </a:r>
            <a:r>
              <a:rPr lang="en-US" sz="2000" dirty="0"/>
              <a:t> </a:t>
            </a:r>
            <a:r>
              <a:rPr lang="en-US" sz="2000" dirty="0" err="1"/>
              <a:t>বসাতে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সার্বক্ষনিক</a:t>
            </a:r>
            <a:r>
              <a:rPr lang="en-US" sz="2000" dirty="0"/>
              <a:t> </a:t>
            </a:r>
            <a:r>
              <a:rPr lang="en-US" sz="2000" dirty="0" err="1"/>
              <a:t>চেক</a:t>
            </a:r>
            <a:r>
              <a:rPr lang="en-US" sz="2000" dirty="0"/>
              <a:t> </a:t>
            </a:r>
            <a:r>
              <a:rPr lang="en-US" sz="2000" dirty="0" err="1"/>
              <a:t>করতে</a:t>
            </a:r>
            <a:r>
              <a:rPr lang="en-US" sz="2000" dirty="0"/>
              <a:t> </a:t>
            </a:r>
            <a:r>
              <a:rPr lang="en-US" sz="2000" dirty="0" err="1"/>
              <a:t>হবে</a:t>
            </a:r>
            <a:r>
              <a:rPr lang="en-US" sz="2000" dirty="0"/>
              <a:t>।</a:t>
            </a:r>
            <a:endParaRPr lang="bn-IN" sz="2000" dirty="0"/>
          </a:p>
        </p:txBody>
      </p:sp>
      <p:pic>
        <p:nvPicPr>
          <p:cNvPr id="5122" name="Picture 2" descr="180 Egg Incubator and Hatcher - Fully Automatic Digital Model SH180 –  Surehatch Egg Incubators and Hatchers">
            <a:extLst>
              <a:ext uri="{FF2B5EF4-FFF2-40B4-BE49-F238E27FC236}">
                <a16:creationId xmlns:a16="http://schemas.microsoft.com/office/drawing/2014/main" id="{11B87716-3EB1-E540-27C3-9B5A849522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4796" y="2433173"/>
            <a:ext cx="5257840" cy="3712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535440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কৃত্তিম</a:t>
            </a:r>
            <a:r>
              <a:rPr lang="en-US" dirty="0"/>
              <a:t> </a:t>
            </a:r>
            <a:r>
              <a:rPr lang="en-US" dirty="0" err="1"/>
              <a:t>পদ্ধতি</a:t>
            </a:r>
            <a:r>
              <a:rPr lang="en-US" dirty="0"/>
              <a:t>, </a:t>
            </a:r>
            <a:r>
              <a:rPr lang="en-US" dirty="0" err="1"/>
              <a:t>তুষ</a:t>
            </a:r>
            <a:r>
              <a:rPr lang="en-US" dirty="0"/>
              <a:t> </a:t>
            </a:r>
            <a:r>
              <a:rPr lang="en-US" dirty="0" err="1"/>
              <a:t>তুলা</a:t>
            </a:r>
            <a:r>
              <a:rPr lang="en-US" dirty="0"/>
              <a:t> </a:t>
            </a:r>
            <a:r>
              <a:rPr lang="en-US" dirty="0" err="1"/>
              <a:t>পদ্ধতি</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334042" y="2704177"/>
            <a:ext cx="4201746" cy="2862322"/>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2000" dirty="0" err="1"/>
              <a:t>কাছাকাছি</a:t>
            </a:r>
            <a:r>
              <a:rPr lang="en-US" sz="2000" dirty="0"/>
              <a:t> </a:t>
            </a:r>
            <a:r>
              <a:rPr lang="en-US" sz="2000" dirty="0" err="1"/>
              <a:t>বয়সের</a:t>
            </a:r>
            <a:r>
              <a:rPr lang="en-US" sz="2000" dirty="0"/>
              <a:t> </a:t>
            </a:r>
            <a:r>
              <a:rPr lang="en-US" sz="2000" dirty="0" err="1"/>
              <a:t>ডিম</a:t>
            </a:r>
            <a:r>
              <a:rPr lang="en-US" sz="2000" dirty="0"/>
              <a:t> </a:t>
            </a:r>
            <a:r>
              <a:rPr lang="en-US" sz="2000" dirty="0" err="1"/>
              <a:t>একসাথে</a:t>
            </a:r>
            <a:r>
              <a:rPr lang="en-US" sz="2000" dirty="0"/>
              <a:t> </a:t>
            </a:r>
            <a:r>
              <a:rPr lang="en-US" sz="2000" dirty="0" err="1"/>
              <a:t>বসাতে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তুষ</a:t>
            </a:r>
            <a:r>
              <a:rPr lang="en-US" sz="2000" dirty="0"/>
              <a:t> </a:t>
            </a:r>
            <a:r>
              <a:rPr lang="en-US" sz="2000" dirty="0" err="1"/>
              <a:t>তুলা</a:t>
            </a:r>
            <a:r>
              <a:rPr lang="en-US" sz="2000" dirty="0"/>
              <a:t> </a:t>
            </a:r>
            <a:r>
              <a:rPr lang="en-US" sz="2000" dirty="0" err="1"/>
              <a:t>লেপ</a:t>
            </a:r>
            <a:r>
              <a:rPr lang="en-US" sz="2000" dirty="0"/>
              <a:t> </a:t>
            </a:r>
            <a:r>
              <a:rPr lang="en-US" sz="2000" dirty="0" err="1"/>
              <a:t>বাতি</a:t>
            </a:r>
            <a:r>
              <a:rPr lang="en-US" sz="2000" dirty="0"/>
              <a:t> </a:t>
            </a:r>
            <a:r>
              <a:rPr lang="en-US" sz="2000" dirty="0" err="1"/>
              <a:t>দিয়ে</a:t>
            </a:r>
            <a:r>
              <a:rPr lang="en-US" sz="2000" dirty="0"/>
              <a:t> </a:t>
            </a:r>
            <a:r>
              <a:rPr lang="en-US" sz="2000" dirty="0" err="1"/>
              <a:t>ডিম</a:t>
            </a:r>
            <a:r>
              <a:rPr lang="en-US" sz="2000" dirty="0"/>
              <a:t> </a:t>
            </a:r>
            <a:r>
              <a:rPr lang="en-US" sz="2000" dirty="0" err="1"/>
              <a:t>বসাতে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একাধিক</a:t>
            </a:r>
            <a:r>
              <a:rPr lang="en-US" sz="2000" dirty="0"/>
              <a:t> </a:t>
            </a:r>
            <a:r>
              <a:rPr lang="en-US" sz="2000" dirty="0" err="1"/>
              <a:t>মুরগীর</a:t>
            </a:r>
            <a:r>
              <a:rPr lang="en-US" sz="2000" dirty="0"/>
              <a:t> ৫-৭ </a:t>
            </a:r>
            <a:r>
              <a:rPr lang="en-US" sz="2000" dirty="0" err="1"/>
              <a:t>দিনের</a:t>
            </a:r>
            <a:r>
              <a:rPr lang="en-US" sz="2000" dirty="0"/>
              <a:t> </a:t>
            </a:r>
            <a:r>
              <a:rPr lang="en-US" sz="2000" dirty="0" err="1"/>
              <a:t>ডিম</a:t>
            </a:r>
            <a:r>
              <a:rPr lang="en-US" sz="2000" dirty="0"/>
              <a:t> </a:t>
            </a:r>
            <a:r>
              <a:rPr lang="en-US" sz="2000" dirty="0" err="1"/>
              <a:t>একত্র</a:t>
            </a:r>
            <a:r>
              <a:rPr lang="en-US" sz="2000" dirty="0"/>
              <a:t> </a:t>
            </a:r>
            <a:r>
              <a:rPr lang="en-US" sz="2000" dirty="0" err="1"/>
              <a:t>করে</a:t>
            </a:r>
            <a:r>
              <a:rPr lang="en-US" sz="2000" dirty="0"/>
              <a:t> </a:t>
            </a:r>
            <a:r>
              <a:rPr lang="en-US" sz="2000" dirty="0" err="1"/>
              <a:t>ব্যাচ</a:t>
            </a:r>
            <a:r>
              <a:rPr lang="en-US" sz="2000" dirty="0"/>
              <a:t> </a:t>
            </a:r>
            <a:r>
              <a:rPr lang="en-US" sz="2000" dirty="0" err="1"/>
              <a:t>করে</a:t>
            </a:r>
            <a:r>
              <a:rPr lang="en-US" sz="2000" dirty="0"/>
              <a:t> </a:t>
            </a:r>
            <a:r>
              <a:rPr lang="en-US" sz="2000" dirty="0" err="1"/>
              <a:t>ফেলতে</a:t>
            </a:r>
            <a:r>
              <a:rPr lang="en-US" sz="2000" dirty="0"/>
              <a:t> </a:t>
            </a:r>
            <a:r>
              <a:rPr lang="en-US" sz="2000" dirty="0" err="1"/>
              <a:t>হবে</a:t>
            </a:r>
            <a:endParaRPr lang="en-US" sz="2000" dirty="0"/>
          </a:p>
          <a:p>
            <a:endParaRPr lang="bn-IN" sz="2000" dirty="0"/>
          </a:p>
        </p:txBody>
      </p:sp>
      <p:pic>
        <p:nvPicPr>
          <p:cNvPr id="6146" name="Picture 2" descr="Incubator homemade light bulb in Kenya - Ecochicks Poultry Limited">
            <a:extLst>
              <a:ext uri="{FF2B5EF4-FFF2-40B4-BE49-F238E27FC236}">
                <a16:creationId xmlns:a16="http://schemas.microsoft.com/office/drawing/2014/main" id="{D4801374-33E8-AA6B-3256-15224239B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5331" y="2206806"/>
            <a:ext cx="5788182" cy="4341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30988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কৃত্তিম</a:t>
            </a:r>
            <a:r>
              <a:rPr lang="en-US" dirty="0"/>
              <a:t> </a:t>
            </a:r>
            <a:r>
              <a:rPr lang="en-US" dirty="0" err="1"/>
              <a:t>পদ্ধতি</a:t>
            </a:r>
            <a:r>
              <a:rPr lang="en-US" dirty="0"/>
              <a:t> ও </a:t>
            </a:r>
            <a:r>
              <a:rPr lang="en-US" dirty="0" err="1"/>
              <a:t>প্রাকৃতিক</a:t>
            </a:r>
            <a:r>
              <a:rPr lang="en-US" dirty="0"/>
              <a:t> </a:t>
            </a:r>
            <a:r>
              <a:rPr lang="en-US" dirty="0" err="1"/>
              <a:t>পদ্ধতির</a:t>
            </a:r>
            <a:r>
              <a:rPr lang="en-US" dirty="0"/>
              <a:t> </a:t>
            </a:r>
            <a:r>
              <a:rPr lang="en-US" dirty="0" err="1"/>
              <a:t>তুলনা</a:t>
            </a:r>
            <a:endParaRPr lang="en-US" dirty="0"/>
          </a:p>
        </p:txBody>
      </p:sp>
      <p:graphicFrame>
        <p:nvGraphicFramePr>
          <p:cNvPr id="3" name="Table 2">
            <a:extLst>
              <a:ext uri="{FF2B5EF4-FFF2-40B4-BE49-F238E27FC236}">
                <a16:creationId xmlns:a16="http://schemas.microsoft.com/office/drawing/2014/main" id="{EFD6FE40-5615-AC6E-D88B-BDF1E021865E}"/>
              </a:ext>
            </a:extLst>
          </p:cNvPr>
          <p:cNvGraphicFramePr>
            <a:graphicFrameLocks noGrp="1"/>
          </p:cNvGraphicFramePr>
          <p:nvPr>
            <p:extLst>
              <p:ext uri="{D42A27DB-BD31-4B8C-83A1-F6EECF244321}">
                <p14:modId xmlns:p14="http://schemas.microsoft.com/office/powerpoint/2010/main" val="3296944826"/>
              </p:ext>
            </p:extLst>
          </p:nvPr>
        </p:nvGraphicFramePr>
        <p:xfrm>
          <a:off x="810001" y="2335794"/>
          <a:ext cx="10289548" cy="4133584"/>
        </p:xfrm>
        <a:graphic>
          <a:graphicData uri="http://schemas.openxmlformats.org/drawingml/2006/table">
            <a:tbl>
              <a:tblPr firstRow="1" bandRow="1">
                <a:tableStyleId>{5C22544A-7EE6-4342-B048-85BDC9FD1C3A}</a:tableStyleId>
              </a:tblPr>
              <a:tblGrid>
                <a:gridCol w="5144774">
                  <a:extLst>
                    <a:ext uri="{9D8B030D-6E8A-4147-A177-3AD203B41FA5}">
                      <a16:colId xmlns:a16="http://schemas.microsoft.com/office/drawing/2014/main" val="2888001664"/>
                    </a:ext>
                  </a:extLst>
                </a:gridCol>
                <a:gridCol w="5144774">
                  <a:extLst>
                    <a:ext uri="{9D8B030D-6E8A-4147-A177-3AD203B41FA5}">
                      <a16:colId xmlns:a16="http://schemas.microsoft.com/office/drawing/2014/main" val="680321160"/>
                    </a:ext>
                  </a:extLst>
                </a:gridCol>
              </a:tblGrid>
              <a:tr h="499072">
                <a:tc>
                  <a:txBody>
                    <a:bodyPr/>
                    <a:lstStyle/>
                    <a:p>
                      <a:r>
                        <a:rPr lang="en-US" dirty="0" err="1"/>
                        <a:t>প্রাকৃতিক</a:t>
                      </a:r>
                      <a:r>
                        <a:rPr lang="en-US" dirty="0"/>
                        <a:t> </a:t>
                      </a:r>
                      <a:r>
                        <a:rPr lang="en-US" dirty="0" err="1"/>
                        <a:t>পদ্ধতি</a:t>
                      </a:r>
                      <a:endParaRPr lang="en-US" dirty="0"/>
                    </a:p>
                  </a:txBody>
                  <a:tcPr/>
                </a:tc>
                <a:tc>
                  <a:txBody>
                    <a:bodyPr/>
                    <a:lstStyle/>
                    <a:p>
                      <a:r>
                        <a:rPr lang="en-US" dirty="0"/>
                        <a:t> </a:t>
                      </a:r>
                      <a:r>
                        <a:rPr lang="en-US" dirty="0" err="1"/>
                        <a:t>কৃত্তিম</a:t>
                      </a:r>
                      <a:r>
                        <a:rPr lang="en-US" dirty="0"/>
                        <a:t> </a:t>
                      </a:r>
                      <a:r>
                        <a:rPr lang="en-US" dirty="0" err="1"/>
                        <a:t>পদ্ধতি</a:t>
                      </a:r>
                      <a:endParaRPr lang="en-US" dirty="0"/>
                    </a:p>
                  </a:txBody>
                  <a:tcPr/>
                </a:tc>
                <a:extLst>
                  <a:ext uri="{0D108BD9-81ED-4DB2-BD59-A6C34878D82A}">
                    <a16:rowId xmlns:a16="http://schemas.microsoft.com/office/drawing/2014/main" val="592306808"/>
                  </a:ext>
                </a:extLst>
              </a:tr>
              <a:tr h="499072">
                <a:tc>
                  <a:txBody>
                    <a:bodyPr/>
                    <a:lstStyle/>
                    <a:p>
                      <a:r>
                        <a:rPr lang="en-US" dirty="0"/>
                        <a:t>এ </a:t>
                      </a:r>
                      <a:r>
                        <a:rPr lang="en-US" dirty="0" err="1"/>
                        <a:t>পদ্ধতিতে</a:t>
                      </a:r>
                      <a:r>
                        <a:rPr lang="en-US" dirty="0"/>
                        <a:t> </a:t>
                      </a:r>
                      <a:r>
                        <a:rPr lang="en-US" dirty="0" err="1"/>
                        <a:t>কৃত্তিম</a:t>
                      </a:r>
                      <a:r>
                        <a:rPr lang="en-US" dirty="0"/>
                        <a:t> </a:t>
                      </a:r>
                      <a:r>
                        <a:rPr lang="en-US" dirty="0" err="1"/>
                        <a:t>তাপের</a:t>
                      </a:r>
                      <a:r>
                        <a:rPr lang="en-US" dirty="0"/>
                        <a:t> </a:t>
                      </a:r>
                      <a:r>
                        <a:rPr lang="en-US" dirty="0" err="1"/>
                        <a:t>ব্যাবস্থা</a:t>
                      </a:r>
                      <a:r>
                        <a:rPr lang="en-US" dirty="0"/>
                        <a:t> </a:t>
                      </a:r>
                      <a:r>
                        <a:rPr lang="en-US" dirty="0" err="1"/>
                        <a:t>লাগে</a:t>
                      </a:r>
                      <a:r>
                        <a:rPr lang="en-US" dirty="0"/>
                        <a:t> </a:t>
                      </a:r>
                      <a:r>
                        <a:rPr lang="en-US" dirty="0" err="1"/>
                        <a:t>না</a:t>
                      </a:r>
                      <a:endParaRPr lang="en-US" dirty="0"/>
                    </a:p>
                  </a:txBody>
                  <a:tcPr/>
                </a:tc>
                <a:tc>
                  <a:txBody>
                    <a:bodyPr/>
                    <a:lstStyle/>
                    <a:p>
                      <a:r>
                        <a:rPr lang="en-US" dirty="0" err="1"/>
                        <a:t>কৃত্তিম</a:t>
                      </a:r>
                      <a:r>
                        <a:rPr lang="en-US" dirty="0"/>
                        <a:t> </a:t>
                      </a:r>
                      <a:r>
                        <a:rPr lang="en-US" dirty="0" err="1"/>
                        <a:t>তাপের</a:t>
                      </a:r>
                      <a:r>
                        <a:rPr lang="en-US" dirty="0"/>
                        <a:t> </a:t>
                      </a:r>
                      <a:r>
                        <a:rPr lang="en-US" dirty="0" err="1"/>
                        <a:t>ব্যাবস্থা</a:t>
                      </a:r>
                      <a:r>
                        <a:rPr lang="en-US" dirty="0"/>
                        <a:t> </a:t>
                      </a:r>
                      <a:r>
                        <a:rPr lang="en-US" dirty="0" err="1"/>
                        <a:t>থাকবে</a:t>
                      </a:r>
                      <a:endParaRPr lang="en-US" dirty="0"/>
                    </a:p>
                  </a:txBody>
                  <a:tcPr/>
                </a:tc>
                <a:extLst>
                  <a:ext uri="{0D108BD9-81ED-4DB2-BD59-A6C34878D82A}">
                    <a16:rowId xmlns:a16="http://schemas.microsoft.com/office/drawing/2014/main" val="88155101"/>
                  </a:ext>
                </a:extLst>
              </a:tr>
              <a:tr h="499072">
                <a:tc>
                  <a:txBody>
                    <a:bodyPr/>
                    <a:lstStyle/>
                    <a:p>
                      <a:r>
                        <a:rPr lang="en-US" dirty="0" err="1"/>
                        <a:t>গ্রামাঞ্চলে</a:t>
                      </a:r>
                      <a:r>
                        <a:rPr lang="en-US" dirty="0"/>
                        <a:t> </a:t>
                      </a:r>
                      <a:r>
                        <a:rPr lang="en-US" dirty="0" err="1"/>
                        <a:t>কার্যকর</a:t>
                      </a:r>
                      <a:endParaRPr lang="en-US" dirty="0"/>
                    </a:p>
                  </a:txBody>
                  <a:tcPr/>
                </a:tc>
                <a:tc>
                  <a:txBody>
                    <a:bodyPr/>
                    <a:lstStyle/>
                    <a:p>
                      <a:r>
                        <a:rPr lang="en-US" dirty="0" err="1"/>
                        <a:t>অনেক</a:t>
                      </a:r>
                      <a:r>
                        <a:rPr lang="en-US" dirty="0"/>
                        <a:t> </a:t>
                      </a:r>
                      <a:r>
                        <a:rPr lang="en-US" dirty="0" err="1"/>
                        <a:t>ডিম</a:t>
                      </a:r>
                      <a:r>
                        <a:rPr lang="en-US" dirty="0"/>
                        <a:t> </a:t>
                      </a:r>
                      <a:r>
                        <a:rPr lang="en-US" dirty="0" err="1"/>
                        <a:t>একসাথে</a:t>
                      </a:r>
                      <a:r>
                        <a:rPr lang="en-US" dirty="0"/>
                        <a:t> </a:t>
                      </a:r>
                      <a:r>
                        <a:rPr lang="en-US" dirty="0" err="1"/>
                        <a:t>ফুটানো</a:t>
                      </a:r>
                      <a:r>
                        <a:rPr lang="en-US" dirty="0"/>
                        <a:t> </a:t>
                      </a:r>
                      <a:r>
                        <a:rPr lang="en-US" dirty="0" err="1"/>
                        <a:t>যায়</a:t>
                      </a:r>
                      <a:r>
                        <a:rPr lang="en-US" dirty="0"/>
                        <a:t>  </a:t>
                      </a:r>
                    </a:p>
                  </a:txBody>
                  <a:tcPr/>
                </a:tc>
                <a:extLst>
                  <a:ext uri="{0D108BD9-81ED-4DB2-BD59-A6C34878D82A}">
                    <a16:rowId xmlns:a16="http://schemas.microsoft.com/office/drawing/2014/main" val="971462047"/>
                  </a:ext>
                </a:extLst>
              </a:tr>
              <a:tr h="499072">
                <a:tc>
                  <a:txBody>
                    <a:bodyPr/>
                    <a:lstStyle/>
                    <a:p>
                      <a:r>
                        <a:rPr lang="en-US" dirty="0" err="1"/>
                        <a:t>খরচ</a:t>
                      </a:r>
                      <a:r>
                        <a:rPr lang="en-US" dirty="0"/>
                        <a:t> কম , </a:t>
                      </a:r>
                      <a:r>
                        <a:rPr lang="en-US" dirty="0" err="1"/>
                        <a:t>বাচ্চা</a:t>
                      </a:r>
                      <a:r>
                        <a:rPr lang="en-US" dirty="0"/>
                        <a:t> </a:t>
                      </a:r>
                      <a:r>
                        <a:rPr lang="en-US" dirty="0" err="1"/>
                        <a:t>ফোটেও</a:t>
                      </a:r>
                      <a:r>
                        <a:rPr lang="en-US" dirty="0"/>
                        <a:t> কম</a:t>
                      </a:r>
                    </a:p>
                  </a:txBody>
                  <a:tcPr/>
                </a:tc>
                <a:tc>
                  <a:txBody>
                    <a:bodyPr/>
                    <a:lstStyle/>
                    <a:p>
                      <a:r>
                        <a:rPr lang="en-US" dirty="0" err="1"/>
                        <a:t>খরচ</a:t>
                      </a:r>
                      <a:r>
                        <a:rPr lang="en-US" dirty="0"/>
                        <a:t> </a:t>
                      </a:r>
                      <a:r>
                        <a:rPr lang="en-US" dirty="0" err="1"/>
                        <a:t>বেশী</a:t>
                      </a:r>
                      <a:r>
                        <a:rPr lang="en-US" dirty="0"/>
                        <a:t>, </a:t>
                      </a:r>
                      <a:r>
                        <a:rPr lang="en-US" dirty="0" err="1"/>
                        <a:t>অনেক</a:t>
                      </a:r>
                      <a:r>
                        <a:rPr lang="en-US" dirty="0"/>
                        <a:t> </a:t>
                      </a:r>
                      <a:r>
                        <a:rPr lang="en-US" dirty="0" err="1"/>
                        <a:t>ডিম</a:t>
                      </a:r>
                      <a:r>
                        <a:rPr lang="en-US" dirty="0"/>
                        <a:t> </a:t>
                      </a:r>
                      <a:r>
                        <a:rPr lang="en-US" dirty="0" err="1"/>
                        <a:t>একসাথে</a:t>
                      </a:r>
                      <a:r>
                        <a:rPr lang="en-US" dirty="0"/>
                        <a:t> </a:t>
                      </a:r>
                      <a:r>
                        <a:rPr lang="en-US" dirty="0" err="1"/>
                        <a:t>ফোটে</a:t>
                      </a:r>
                      <a:endParaRPr lang="en-US" dirty="0"/>
                    </a:p>
                  </a:txBody>
                  <a:tcPr/>
                </a:tc>
                <a:extLst>
                  <a:ext uri="{0D108BD9-81ED-4DB2-BD59-A6C34878D82A}">
                    <a16:rowId xmlns:a16="http://schemas.microsoft.com/office/drawing/2014/main" val="2623641715"/>
                  </a:ext>
                </a:extLst>
              </a:tr>
              <a:tr h="499072">
                <a:tc>
                  <a:txBody>
                    <a:bodyPr/>
                    <a:lstStyle/>
                    <a:p>
                      <a:r>
                        <a:rPr lang="en-US" dirty="0" err="1"/>
                        <a:t>যত্ন</a:t>
                      </a:r>
                      <a:r>
                        <a:rPr lang="en-US" dirty="0"/>
                        <a:t> </a:t>
                      </a:r>
                      <a:r>
                        <a:rPr lang="en-US" dirty="0" err="1"/>
                        <a:t>মুরগী</a:t>
                      </a:r>
                      <a:r>
                        <a:rPr lang="en-US" dirty="0"/>
                        <a:t> </a:t>
                      </a:r>
                      <a:r>
                        <a:rPr lang="en-US" dirty="0" err="1"/>
                        <a:t>নিজেই</a:t>
                      </a:r>
                      <a:r>
                        <a:rPr lang="en-US" dirty="0"/>
                        <a:t> </a:t>
                      </a:r>
                      <a:r>
                        <a:rPr lang="en-US" dirty="0" err="1"/>
                        <a:t>নেয়</a:t>
                      </a:r>
                      <a:endParaRPr lang="en-US" dirty="0"/>
                    </a:p>
                  </a:txBody>
                  <a:tcPr/>
                </a:tc>
                <a:tc>
                  <a:txBody>
                    <a:bodyPr/>
                    <a:lstStyle/>
                    <a:p>
                      <a:r>
                        <a:rPr lang="en-US" dirty="0" err="1"/>
                        <a:t>নিবিড়</a:t>
                      </a:r>
                      <a:r>
                        <a:rPr lang="en-US" dirty="0"/>
                        <a:t> </a:t>
                      </a:r>
                      <a:r>
                        <a:rPr lang="en-US" dirty="0" err="1"/>
                        <a:t>যত্নের</a:t>
                      </a:r>
                      <a:r>
                        <a:rPr lang="en-US" dirty="0"/>
                        <a:t> </a:t>
                      </a:r>
                      <a:r>
                        <a:rPr lang="en-US" dirty="0" err="1"/>
                        <a:t>প্রয়োজন</a:t>
                      </a:r>
                      <a:endParaRPr lang="en-US" dirty="0"/>
                    </a:p>
                  </a:txBody>
                  <a:tcPr/>
                </a:tc>
                <a:extLst>
                  <a:ext uri="{0D108BD9-81ED-4DB2-BD59-A6C34878D82A}">
                    <a16:rowId xmlns:a16="http://schemas.microsoft.com/office/drawing/2014/main" val="4129238497"/>
                  </a:ext>
                </a:extLst>
              </a:tr>
              <a:tr h="499072">
                <a:tc>
                  <a:txBody>
                    <a:bodyPr/>
                    <a:lstStyle/>
                    <a:p>
                      <a:r>
                        <a:rPr lang="en-US" dirty="0" err="1"/>
                        <a:t>অল্প</a:t>
                      </a:r>
                      <a:r>
                        <a:rPr lang="en-US" dirty="0"/>
                        <a:t> </a:t>
                      </a:r>
                      <a:r>
                        <a:rPr lang="en-US" dirty="0" err="1"/>
                        <a:t>মুরগী</a:t>
                      </a:r>
                      <a:r>
                        <a:rPr lang="en-US" dirty="0"/>
                        <a:t> </a:t>
                      </a:r>
                      <a:r>
                        <a:rPr lang="en-US" dirty="0" err="1"/>
                        <a:t>পালঙ্কারীদের</a:t>
                      </a:r>
                      <a:r>
                        <a:rPr lang="en-US" dirty="0"/>
                        <a:t> </a:t>
                      </a:r>
                      <a:r>
                        <a:rPr lang="en-US" dirty="0" err="1"/>
                        <a:t>জন্য</a:t>
                      </a:r>
                      <a:r>
                        <a:rPr lang="en-US" dirty="0"/>
                        <a:t> </a:t>
                      </a:r>
                      <a:r>
                        <a:rPr lang="en-US" dirty="0" err="1"/>
                        <a:t>সুবিধা</a:t>
                      </a:r>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err="1"/>
                        <a:t>বড়</a:t>
                      </a:r>
                      <a:r>
                        <a:rPr lang="en-US" dirty="0"/>
                        <a:t> </a:t>
                      </a:r>
                      <a:r>
                        <a:rPr lang="en-US" dirty="0" err="1"/>
                        <a:t>খামারীদের</a:t>
                      </a:r>
                      <a:r>
                        <a:rPr lang="en-US" dirty="0"/>
                        <a:t> </a:t>
                      </a:r>
                      <a:r>
                        <a:rPr lang="en-US" dirty="0" err="1"/>
                        <a:t>জন্য</a:t>
                      </a:r>
                      <a:r>
                        <a:rPr lang="en-US" dirty="0"/>
                        <a:t> </a:t>
                      </a:r>
                      <a:r>
                        <a:rPr lang="en-US" dirty="0" err="1"/>
                        <a:t>সুবিধা</a:t>
                      </a:r>
                      <a:endParaRPr lang="en-US" dirty="0"/>
                    </a:p>
                  </a:txBody>
                  <a:tcPr/>
                </a:tc>
                <a:extLst>
                  <a:ext uri="{0D108BD9-81ED-4DB2-BD59-A6C34878D82A}">
                    <a16:rowId xmlns:a16="http://schemas.microsoft.com/office/drawing/2014/main" val="296190145"/>
                  </a:ext>
                </a:extLst>
              </a:tr>
              <a:tr h="499072">
                <a:tc>
                  <a:txBody>
                    <a:bodyPr/>
                    <a:lstStyle/>
                    <a:p>
                      <a:r>
                        <a:rPr lang="en-US" dirty="0" err="1"/>
                        <a:t>মুরগী</a:t>
                      </a:r>
                      <a:r>
                        <a:rPr lang="en-US" dirty="0"/>
                        <a:t> </a:t>
                      </a:r>
                      <a:r>
                        <a:rPr lang="en-US" dirty="0" err="1"/>
                        <a:t>অনেক</a:t>
                      </a:r>
                      <a:r>
                        <a:rPr lang="en-US" dirty="0"/>
                        <a:t> </a:t>
                      </a:r>
                      <a:r>
                        <a:rPr lang="en-US" dirty="0" err="1"/>
                        <a:t>সময়</a:t>
                      </a:r>
                      <a:r>
                        <a:rPr lang="en-US" dirty="0"/>
                        <a:t> </a:t>
                      </a:r>
                      <a:r>
                        <a:rPr lang="en-US" dirty="0" err="1"/>
                        <a:t>ডিমে</a:t>
                      </a:r>
                      <a:r>
                        <a:rPr lang="en-US" dirty="0"/>
                        <a:t> </a:t>
                      </a:r>
                      <a:r>
                        <a:rPr lang="en-US" dirty="0" err="1"/>
                        <a:t>তা</a:t>
                      </a:r>
                      <a:r>
                        <a:rPr lang="en-US" dirty="0"/>
                        <a:t> </a:t>
                      </a:r>
                      <a:r>
                        <a:rPr lang="en-US" dirty="0" err="1"/>
                        <a:t>দেয়া</a:t>
                      </a:r>
                      <a:r>
                        <a:rPr lang="en-US" dirty="0"/>
                        <a:t> </a:t>
                      </a:r>
                      <a:r>
                        <a:rPr lang="en-US" dirty="0" err="1"/>
                        <a:t>বন্ধ</a:t>
                      </a:r>
                      <a:r>
                        <a:rPr lang="en-US" dirty="0"/>
                        <a:t> </a:t>
                      </a:r>
                      <a:r>
                        <a:rPr lang="en-US" dirty="0" err="1"/>
                        <a:t>করে</a:t>
                      </a:r>
                      <a:r>
                        <a:rPr lang="en-US" dirty="0"/>
                        <a:t> </a:t>
                      </a:r>
                      <a:r>
                        <a:rPr lang="en-US" dirty="0" err="1"/>
                        <a:t>দিতে</a:t>
                      </a:r>
                      <a:r>
                        <a:rPr lang="en-US" dirty="0"/>
                        <a:t> </a:t>
                      </a:r>
                      <a:r>
                        <a:rPr lang="en-US" dirty="0" err="1"/>
                        <a:t>পারে</a:t>
                      </a:r>
                      <a:endParaRPr lang="en-US" dirty="0"/>
                    </a:p>
                  </a:txBody>
                  <a:tcPr/>
                </a:tc>
                <a:tc>
                  <a:txBody>
                    <a:bodyPr/>
                    <a:lstStyle/>
                    <a:p>
                      <a:r>
                        <a:rPr lang="en-US" dirty="0" err="1"/>
                        <a:t>ডিম</a:t>
                      </a:r>
                      <a:r>
                        <a:rPr lang="en-US" dirty="0"/>
                        <a:t> </a:t>
                      </a:r>
                      <a:r>
                        <a:rPr lang="en-US" dirty="0" err="1"/>
                        <a:t>নষ্ট</a:t>
                      </a:r>
                      <a:r>
                        <a:rPr lang="en-US" dirty="0"/>
                        <a:t> </a:t>
                      </a:r>
                      <a:r>
                        <a:rPr lang="en-US" dirty="0" err="1"/>
                        <a:t>হয়</a:t>
                      </a:r>
                      <a:r>
                        <a:rPr lang="en-US" dirty="0"/>
                        <a:t> কম, </a:t>
                      </a:r>
                      <a:r>
                        <a:rPr lang="en-US" dirty="0" err="1"/>
                        <a:t>কারণ</a:t>
                      </a:r>
                      <a:r>
                        <a:rPr lang="en-US" dirty="0"/>
                        <a:t> </a:t>
                      </a:r>
                      <a:r>
                        <a:rPr lang="en-US" dirty="0" err="1"/>
                        <a:t>নিয়ন্ত্রিত</a:t>
                      </a:r>
                      <a:endParaRPr lang="en-US" dirty="0"/>
                    </a:p>
                  </a:txBody>
                  <a:tcPr/>
                </a:tc>
                <a:extLst>
                  <a:ext uri="{0D108BD9-81ED-4DB2-BD59-A6C34878D82A}">
                    <a16:rowId xmlns:a16="http://schemas.microsoft.com/office/drawing/2014/main" val="3378931253"/>
                  </a:ext>
                </a:extLst>
              </a:tr>
              <a:tr h="499072">
                <a:tc>
                  <a:txBody>
                    <a:bodyPr/>
                    <a:lstStyle/>
                    <a:p>
                      <a:r>
                        <a:rPr lang="en-US" dirty="0" err="1"/>
                        <a:t>মুরগী</a:t>
                      </a:r>
                      <a:r>
                        <a:rPr lang="en-US" dirty="0"/>
                        <a:t> </a:t>
                      </a:r>
                      <a:r>
                        <a:rPr lang="en-US" dirty="0" err="1"/>
                        <a:t>অনেক</a:t>
                      </a:r>
                      <a:r>
                        <a:rPr lang="en-US" dirty="0"/>
                        <a:t> </a:t>
                      </a:r>
                      <a:r>
                        <a:rPr lang="en-US" dirty="0" err="1"/>
                        <a:t>সময়</a:t>
                      </a:r>
                      <a:r>
                        <a:rPr lang="en-US" dirty="0"/>
                        <a:t> </a:t>
                      </a:r>
                      <a:r>
                        <a:rPr lang="en-US" dirty="0" err="1"/>
                        <a:t>ডিম</a:t>
                      </a:r>
                      <a:r>
                        <a:rPr lang="en-US" dirty="0"/>
                        <a:t> </a:t>
                      </a:r>
                      <a:r>
                        <a:rPr lang="en-US" dirty="0" err="1"/>
                        <a:t>ভেংগেও</a:t>
                      </a:r>
                      <a:r>
                        <a:rPr lang="en-US" dirty="0"/>
                        <a:t> </a:t>
                      </a:r>
                      <a:r>
                        <a:rPr lang="en-US" dirty="0" err="1"/>
                        <a:t>ফেলে</a:t>
                      </a:r>
                      <a:endParaRPr lang="en-US" dirty="0"/>
                    </a:p>
                  </a:txBody>
                  <a:tcPr/>
                </a:tc>
                <a:tc>
                  <a:txBody>
                    <a:bodyPr/>
                    <a:lstStyle/>
                    <a:p>
                      <a:r>
                        <a:rPr lang="en-US" dirty="0" err="1"/>
                        <a:t>ডীম</a:t>
                      </a:r>
                      <a:r>
                        <a:rPr lang="en-US" dirty="0"/>
                        <a:t> </a:t>
                      </a:r>
                      <a:r>
                        <a:rPr lang="en-US" dirty="0" err="1"/>
                        <a:t>ভাঙ্গা</a:t>
                      </a:r>
                      <a:r>
                        <a:rPr lang="en-US" dirty="0"/>
                        <a:t> </a:t>
                      </a:r>
                      <a:r>
                        <a:rPr lang="en-US" dirty="0" err="1"/>
                        <a:t>বা</a:t>
                      </a:r>
                      <a:r>
                        <a:rPr lang="en-US" dirty="0"/>
                        <a:t> </a:t>
                      </a:r>
                      <a:r>
                        <a:rPr lang="en-US" dirty="0" err="1"/>
                        <a:t>অনুর্বর</a:t>
                      </a:r>
                      <a:r>
                        <a:rPr lang="en-US" dirty="0"/>
                        <a:t> </a:t>
                      </a:r>
                      <a:r>
                        <a:rPr lang="en-US" dirty="0" err="1"/>
                        <a:t>ডিম</a:t>
                      </a:r>
                      <a:r>
                        <a:rPr lang="en-US" dirty="0"/>
                        <a:t> </a:t>
                      </a:r>
                      <a:r>
                        <a:rPr lang="en-US" dirty="0" err="1"/>
                        <a:t>আগেই</a:t>
                      </a:r>
                      <a:r>
                        <a:rPr lang="en-US" dirty="0"/>
                        <a:t> </a:t>
                      </a:r>
                      <a:r>
                        <a:rPr lang="en-US" dirty="0" err="1"/>
                        <a:t>সরিয়ে</a:t>
                      </a:r>
                      <a:r>
                        <a:rPr lang="en-US" dirty="0"/>
                        <a:t> </a:t>
                      </a:r>
                      <a:r>
                        <a:rPr lang="en-US" dirty="0" err="1"/>
                        <a:t>ফেলা</a:t>
                      </a:r>
                      <a:r>
                        <a:rPr lang="en-US" dirty="0"/>
                        <a:t> </a:t>
                      </a:r>
                      <a:r>
                        <a:rPr lang="en-US" dirty="0" err="1"/>
                        <a:t>যায়</a:t>
                      </a:r>
                      <a:endParaRPr lang="en-US" dirty="0"/>
                    </a:p>
                  </a:txBody>
                  <a:tcPr/>
                </a:tc>
                <a:extLst>
                  <a:ext uri="{0D108BD9-81ED-4DB2-BD59-A6C34878D82A}">
                    <a16:rowId xmlns:a16="http://schemas.microsoft.com/office/drawing/2014/main" val="1828424571"/>
                  </a:ext>
                </a:extLst>
              </a:tr>
            </a:tbl>
          </a:graphicData>
        </a:graphic>
      </p:graphicFrame>
    </p:spTree>
    <p:extLst>
      <p:ext uri="{BB962C8B-B14F-4D97-AF65-F5344CB8AC3E}">
        <p14:creationId xmlns:p14="http://schemas.microsoft.com/office/powerpoint/2010/main" val="173665849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ডিম</a:t>
            </a:r>
            <a:r>
              <a:rPr lang="en-US" dirty="0"/>
              <a:t> </a:t>
            </a:r>
            <a:r>
              <a:rPr lang="en-US" dirty="0" err="1"/>
              <a:t>অনুর্বর</a:t>
            </a:r>
            <a:r>
              <a:rPr lang="en-US" dirty="0"/>
              <a:t> </a:t>
            </a:r>
            <a:r>
              <a:rPr lang="en-US" dirty="0" err="1"/>
              <a:t>হওয়ার</a:t>
            </a:r>
            <a:r>
              <a:rPr lang="en-US" dirty="0"/>
              <a:t> </a:t>
            </a:r>
            <a:r>
              <a:rPr lang="en-US" dirty="0" err="1"/>
              <a:t>কারণ</a:t>
            </a:r>
            <a:endParaRPr lang="en-US" dirty="0"/>
          </a:p>
        </p:txBody>
      </p:sp>
      <p:sp>
        <p:nvSpPr>
          <p:cNvPr id="4" name="TextBox 3">
            <a:extLst>
              <a:ext uri="{FF2B5EF4-FFF2-40B4-BE49-F238E27FC236}">
                <a16:creationId xmlns:a16="http://schemas.microsoft.com/office/drawing/2014/main" id="{A3C6EDAA-4080-35D2-0D24-C2D69BDFD2C8}"/>
              </a:ext>
            </a:extLst>
          </p:cNvPr>
          <p:cNvSpPr txBox="1"/>
          <p:nvPr/>
        </p:nvSpPr>
        <p:spPr>
          <a:xfrm>
            <a:off x="334042" y="2704177"/>
            <a:ext cx="4201746" cy="3785652"/>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2000" dirty="0" err="1"/>
              <a:t>প্রজনন</a:t>
            </a:r>
            <a:r>
              <a:rPr lang="en-US" sz="2000" dirty="0"/>
              <a:t> </a:t>
            </a:r>
            <a:r>
              <a:rPr lang="en-US" sz="2000" dirty="0" err="1"/>
              <a:t>না</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শুক্রানুর</a:t>
            </a:r>
            <a:r>
              <a:rPr lang="en-US" sz="2000" dirty="0"/>
              <a:t> </a:t>
            </a:r>
            <a:r>
              <a:rPr lang="en-US" sz="2000" dirty="0" err="1"/>
              <a:t>গুণগত</a:t>
            </a:r>
            <a:r>
              <a:rPr lang="en-US" sz="2000" dirty="0"/>
              <a:t> </a:t>
            </a:r>
            <a:r>
              <a:rPr lang="en-US" sz="2000" dirty="0" err="1"/>
              <a:t>মান</a:t>
            </a:r>
            <a:r>
              <a:rPr lang="en-US" sz="2000" dirty="0"/>
              <a:t> </a:t>
            </a:r>
            <a:r>
              <a:rPr lang="en-US" sz="2000" dirty="0" err="1"/>
              <a:t>খারাপ</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শুক্রানু</a:t>
            </a:r>
            <a:r>
              <a:rPr lang="en-US" sz="2000" dirty="0"/>
              <a:t> </a:t>
            </a:r>
            <a:r>
              <a:rPr lang="en-US" sz="2000" dirty="0" err="1"/>
              <a:t>মারা</a:t>
            </a:r>
            <a:r>
              <a:rPr lang="en-US" sz="2000" dirty="0"/>
              <a:t> </a:t>
            </a:r>
            <a:r>
              <a:rPr lang="en-US" sz="2000" dirty="0" err="1"/>
              <a:t>গেলে</a:t>
            </a:r>
            <a:endParaRPr lang="en-US" sz="2000" dirty="0"/>
          </a:p>
          <a:p>
            <a:pPr marL="457200" indent="-457200">
              <a:buFont typeface="Wingdings" panose="05000000000000000000" pitchFamily="2" charset="2"/>
              <a:buChar char="Ø"/>
            </a:pPr>
            <a:r>
              <a:rPr lang="en-US" sz="2000" dirty="0" err="1"/>
              <a:t>মোরগের</a:t>
            </a:r>
            <a:r>
              <a:rPr lang="en-US" sz="2000" dirty="0"/>
              <a:t> </a:t>
            </a:r>
            <a:r>
              <a:rPr lang="en-US" sz="2000" dirty="0" err="1"/>
              <a:t>বয়স</a:t>
            </a:r>
            <a:r>
              <a:rPr lang="en-US" sz="2000" dirty="0"/>
              <a:t> </a:t>
            </a:r>
            <a:r>
              <a:rPr lang="en-US" sz="2000" dirty="0" err="1"/>
              <a:t>বেশী</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দেহে</a:t>
            </a:r>
            <a:r>
              <a:rPr lang="en-US" sz="2000" dirty="0"/>
              <a:t> </a:t>
            </a:r>
            <a:r>
              <a:rPr lang="en-US" sz="2000" dirty="0" err="1"/>
              <a:t>চর্বি</a:t>
            </a:r>
            <a:r>
              <a:rPr lang="en-US" sz="2000" dirty="0"/>
              <a:t> </a:t>
            </a:r>
            <a:r>
              <a:rPr lang="en-US" sz="2000" dirty="0" err="1"/>
              <a:t>বেশী</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বন্ধা</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সংগ্রহ</a:t>
            </a:r>
            <a:r>
              <a:rPr lang="en-US" sz="2000" dirty="0"/>
              <a:t> </a:t>
            </a:r>
            <a:r>
              <a:rPr lang="en-US" sz="2000" dirty="0" err="1"/>
              <a:t>জনিত</a:t>
            </a:r>
            <a:r>
              <a:rPr lang="en-US" sz="2000" dirty="0"/>
              <a:t> </a:t>
            </a:r>
            <a:r>
              <a:rPr lang="en-US" sz="2000" dirty="0" err="1"/>
              <a:t>ত্রুটি</a:t>
            </a:r>
            <a:r>
              <a:rPr lang="en-US" sz="2000" dirty="0"/>
              <a:t> </a:t>
            </a:r>
            <a:r>
              <a:rPr lang="en-US" sz="2000" dirty="0" err="1"/>
              <a:t>হলে</a:t>
            </a:r>
            <a:r>
              <a:rPr lang="en-US" sz="2000" dirty="0"/>
              <a:t> </a:t>
            </a:r>
          </a:p>
          <a:p>
            <a:pPr marL="457200" indent="-457200">
              <a:buFont typeface="Wingdings" panose="05000000000000000000" pitchFamily="2" charset="2"/>
              <a:buChar char="Ø"/>
            </a:pPr>
            <a:r>
              <a:rPr lang="en-US" sz="2000" dirty="0" err="1"/>
              <a:t>ডিম</a:t>
            </a:r>
            <a:r>
              <a:rPr lang="en-US" sz="2000" dirty="0"/>
              <a:t> </a:t>
            </a:r>
            <a:r>
              <a:rPr lang="en-US" sz="2000" dirty="0" err="1"/>
              <a:t>অপরিষ্কার</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রোগাক্রান্ত</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ভিটামিন</a:t>
            </a:r>
            <a:r>
              <a:rPr lang="en-US" sz="2000" dirty="0"/>
              <a:t> ও </a:t>
            </a:r>
            <a:r>
              <a:rPr lang="en-US" sz="2000" dirty="0" err="1"/>
              <a:t>খনিজের</a:t>
            </a:r>
            <a:r>
              <a:rPr lang="en-US" sz="2000" dirty="0"/>
              <a:t> </a:t>
            </a:r>
            <a:r>
              <a:rPr lang="en-US" sz="2000" dirty="0" err="1"/>
              <a:t>ঘাটতি</a:t>
            </a:r>
            <a:r>
              <a:rPr lang="en-US" sz="2000" dirty="0"/>
              <a:t> </a:t>
            </a:r>
            <a:r>
              <a:rPr lang="en-US" sz="2000" dirty="0" err="1"/>
              <a:t>থাকলে</a:t>
            </a:r>
            <a:r>
              <a:rPr lang="en-US" sz="2000" dirty="0"/>
              <a:t> </a:t>
            </a:r>
            <a:endParaRPr lang="bn-IN" sz="2000" dirty="0"/>
          </a:p>
        </p:txBody>
      </p:sp>
      <p:pic>
        <p:nvPicPr>
          <p:cNvPr id="7170" name="Picture 2" descr="5 Differences Between Hens and Roosters - Modern Farmer">
            <a:extLst>
              <a:ext uri="{FF2B5EF4-FFF2-40B4-BE49-F238E27FC236}">
                <a16:creationId xmlns:a16="http://schemas.microsoft.com/office/drawing/2014/main" id="{25FA3AFF-77DA-6262-2C0C-271328C7E9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6287" y="2181884"/>
            <a:ext cx="6318137" cy="4182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706066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মুরগী</a:t>
            </a:r>
            <a:r>
              <a:rPr lang="en-US" dirty="0"/>
              <a:t> </a:t>
            </a:r>
            <a:r>
              <a:rPr lang="en-US" dirty="0" err="1"/>
              <a:t>পালন</a:t>
            </a:r>
            <a:r>
              <a:rPr lang="en-US" dirty="0"/>
              <a:t> </a:t>
            </a:r>
            <a:r>
              <a:rPr lang="en-US" dirty="0" err="1"/>
              <a:t>পদ্ধতি</a:t>
            </a:r>
            <a:endParaRPr lang="en-US" dirty="0"/>
          </a:p>
        </p:txBody>
      </p:sp>
      <p:graphicFrame>
        <p:nvGraphicFramePr>
          <p:cNvPr id="6" name="Diagram 5">
            <a:extLst>
              <a:ext uri="{FF2B5EF4-FFF2-40B4-BE49-F238E27FC236}">
                <a16:creationId xmlns:a16="http://schemas.microsoft.com/office/drawing/2014/main" id="{B04314F3-D5BA-070F-5867-E33EC4B796E1}"/>
              </a:ext>
            </a:extLst>
          </p:cNvPr>
          <p:cNvGraphicFramePr/>
          <p:nvPr>
            <p:extLst>
              <p:ext uri="{D42A27DB-BD31-4B8C-83A1-F6EECF244321}">
                <p14:modId xmlns:p14="http://schemas.microsoft.com/office/powerpoint/2010/main" val="3136320823"/>
              </p:ext>
            </p:extLst>
          </p:nvPr>
        </p:nvGraphicFramePr>
        <p:xfrm>
          <a:off x="165980" y="2326741"/>
          <a:ext cx="11715184" cy="40944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77750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মুক্ত</a:t>
            </a:r>
            <a:r>
              <a:rPr lang="en-US" dirty="0"/>
              <a:t> </a:t>
            </a:r>
            <a:r>
              <a:rPr lang="en-US" dirty="0" err="1"/>
              <a:t>পালন</a:t>
            </a:r>
            <a:r>
              <a:rPr lang="en-US" dirty="0"/>
              <a:t> </a:t>
            </a:r>
            <a:r>
              <a:rPr lang="en-US" dirty="0" err="1"/>
              <a:t>পদ্ধতি</a:t>
            </a:r>
            <a:endParaRPr lang="en-US" dirty="0"/>
          </a:p>
        </p:txBody>
      </p:sp>
      <p:pic>
        <p:nvPicPr>
          <p:cNvPr id="1026" name="Picture 2" descr="Chickens, Chickens Everywhere! - by Greg Patent">
            <a:extLst>
              <a:ext uri="{FF2B5EF4-FFF2-40B4-BE49-F238E27FC236}">
                <a16:creationId xmlns:a16="http://schemas.microsoft.com/office/drawing/2014/main" id="{517F2862-ABD5-45AF-B9B3-E40CCA7651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3739" y="2374255"/>
            <a:ext cx="5285999" cy="356934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hicken In Field Images – Browse 108,238 Stock Photos, Vectors, and Video |  Adobe Stock">
            <a:extLst>
              <a:ext uri="{FF2B5EF4-FFF2-40B4-BE49-F238E27FC236}">
                <a16:creationId xmlns:a16="http://schemas.microsoft.com/office/drawing/2014/main" id="{9D8A5B4F-6C22-4048-9D9F-5B8C9DDED0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000" y="2374255"/>
            <a:ext cx="5285999" cy="3569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755476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মুক্ত</a:t>
            </a:r>
            <a:r>
              <a:rPr lang="en-US" dirty="0"/>
              <a:t> </a:t>
            </a:r>
            <a:r>
              <a:rPr lang="en-US" dirty="0" err="1"/>
              <a:t>পালন</a:t>
            </a:r>
            <a:r>
              <a:rPr lang="en-US" dirty="0"/>
              <a:t> </a:t>
            </a:r>
            <a:r>
              <a:rPr lang="en-US" dirty="0" err="1"/>
              <a:t>পদ্ধতি</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4093428"/>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bn-IN" sz="2000" dirty="0"/>
              <a:t>অল্প সংখ্যক মুরগী এ পদ্ধতিতে চাষ করা যায়</a:t>
            </a:r>
          </a:p>
          <a:p>
            <a:pPr marL="457200" indent="-457200">
              <a:buFont typeface="Wingdings" panose="05000000000000000000" pitchFamily="2" charset="2"/>
              <a:buChar char="Ø"/>
            </a:pPr>
            <a:r>
              <a:rPr lang="bn-IN" sz="2000" dirty="0"/>
              <a:t>দেশী মুরগী এ পদ্ধতিতে লাভজনক হয়</a:t>
            </a:r>
          </a:p>
          <a:p>
            <a:pPr marL="457200" indent="-457200">
              <a:buFont typeface="Wingdings" panose="05000000000000000000" pitchFamily="2" charset="2"/>
              <a:buChar char="Ø"/>
            </a:pPr>
            <a:r>
              <a:rPr lang="bn-IN" sz="2000" dirty="0"/>
              <a:t>রাতে বাশ/ টিন দিয়ে বানানো করে থাকে, সারাদিন ঘুরে বেড়ায়</a:t>
            </a:r>
          </a:p>
          <a:p>
            <a:pPr marL="457200" indent="-457200">
              <a:buFont typeface="Wingdings" panose="05000000000000000000" pitchFamily="2" charset="2"/>
              <a:buChar char="Ø"/>
            </a:pPr>
            <a:r>
              <a:rPr lang="bn-IN" sz="2000" dirty="0"/>
              <a:t>প্রতিটি মুরগীর জন্য ১ বর্গফুট জায়গা প্রয়োজন</a:t>
            </a:r>
          </a:p>
          <a:p>
            <a:pPr marL="457200" indent="-457200">
              <a:buFont typeface="Wingdings" panose="05000000000000000000" pitchFamily="2" charset="2"/>
              <a:buChar char="Ø"/>
            </a:pPr>
            <a:r>
              <a:rPr lang="bn-IN" sz="2000" dirty="0"/>
              <a:t>বাইরে থেকে খাদ্য দিতে হয় না</a:t>
            </a:r>
          </a:p>
          <a:p>
            <a:pPr marL="457200" indent="-457200">
              <a:buFont typeface="Wingdings" panose="05000000000000000000" pitchFamily="2" charset="2"/>
              <a:buChar char="Ø"/>
            </a:pPr>
            <a:r>
              <a:rPr lang="bn-IN" sz="2000" dirty="0"/>
              <a:t>দুই তিন হাজার মুরগীও পালন করা যায় অনেক জমি থাকলে</a:t>
            </a:r>
          </a:p>
          <a:p>
            <a:pPr marL="457200" indent="-457200">
              <a:buFont typeface="Wingdings" panose="05000000000000000000" pitchFamily="2" charset="2"/>
              <a:buChar char="Ø"/>
            </a:pPr>
            <a:r>
              <a:rPr lang="bn-IN" sz="2000" dirty="0"/>
              <a:t>মুরগীর দৌড়াদৌড়ির কারনে স্বাস্থ্য ভালো থাকে। মাংসপেশী মজবুত হয়। </a:t>
            </a:r>
          </a:p>
          <a:p>
            <a:pPr marL="457200" indent="-457200">
              <a:buFont typeface="Wingdings" panose="05000000000000000000" pitchFamily="2" charset="2"/>
              <a:buChar char="Ø"/>
            </a:pPr>
            <a:r>
              <a:rPr lang="bn-IN" sz="2000" dirty="0"/>
              <a:t>সন্ধ্যার আগে , ঝড় বৃষ্টির আগে আপনা আপনিই গৃহে অবস্থান করে। </a:t>
            </a:r>
          </a:p>
          <a:p>
            <a:pPr marL="457200" indent="-457200">
              <a:buFont typeface="Wingdings" panose="05000000000000000000" pitchFamily="2" charset="2"/>
              <a:buChar char="Ø"/>
            </a:pPr>
            <a:r>
              <a:rPr lang="bn-IN" sz="2000" dirty="0"/>
              <a:t>সুর্যকিরণ ও ভিটামিন মুরগীর দেহে রোগ প্রতিরোধ ক্ষমতা করে তোলে ফলে কম রোগে আক্রান্ত হয়</a:t>
            </a:r>
          </a:p>
          <a:p>
            <a:pPr marL="457200" indent="-457200">
              <a:buFont typeface="Wingdings" panose="05000000000000000000" pitchFamily="2" charset="2"/>
              <a:buChar char="Ø"/>
            </a:pPr>
            <a:endParaRPr lang="bn-IN" sz="2000" dirty="0"/>
          </a:p>
          <a:p>
            <a:r>
              <a:rPr lang="bn-IN" sz="2000" dirty="0"/>
              <a:t>অসুবিধাঃ বিদেশী মুরগী পালন করা যায় না, ব্যাবসায়িক ভিত্তিতে পালন করা যায় না, মুরগীর পারা ডীম খুজে পাওয়া যায় না, মুরগী চুরি, শেয়াল কুকুরে খাওয়ার ভয় থাকে, ছোয়াচে রোগ হলে নিয়ন্ত্রন কঠিন হয়। </a:t>
            </a:r>
          </a:p>
        </p:txBody>
      </p:sp>
    </p:spTree>
    <p:extLst>
      <p:ext uri="{BB962C8B-B14F-4D97-AF65-F5344CB8AC3E}">
        <p14:creationId xmlns:p14="http://schemas.microsoft.com/office/powerpoint/2010/main" val="38052780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sz="4400" dirty="0"/>
              <a:t>অর্ধ</a:t>
            </a:r>
            <a:r>
              <a:rPr lang="en-US" dirty="0" err="1"/>
              <a:t>মুক্ত</a:t>
            </a:r>
            <a:r>
              <a:rPr lang="en-US" dirty="0"/>
              <a:t> </a:t>
            </a:r>
            <a:r>
              <a:rPr lang="en-US" dirty="0" err="1"/>
              <a:t>পালন</a:t>
            </a:r>
            <a:r>
              <a:rPr lang="en-US" dirty="0"/>
              <a:t> </a:t>
            </a:r>
            <a:r>
              <a:rPr lang="en-US" dirty="0" err="1"/>
              <a:t>পদ্ধতি</a:t>
            </a:r>
            <a:endParaRPr lang="en-US" dirty="0"/>
          </a:p>
        </p:txBody>
      </p:sp>
      <p:pic>
        <p:nvPicPr>
          <p:cNvPr id="2050" name="Picture 2" descr="Free-range Chicken Farming ( Episode 59)│Harvesting hundreds of eggs &amp;  Feeding 800 native chickens">
            <a:extLst>
              <a:ext uri="{FF2B5EF4-FFF2-40B4-BE49-F238E27FC236}">
                <a16:creationId xmlns:a16="http://schemas.microsoft.com/office/drawing/2014/main" id="{57F65577-1970-40DD-9D69-164E16430A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2634" y="2553532"/>
            <a:ext cx="5707118" cy="363491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Will a Backyard Goat or Chicken Affect My Home Insurance? | Allstate">
            <a:extLst>
              <a:ext uri="{FF2B5EF4-FFF2-40B4-BE49-F238E27FC236}">
                <a16:creationId xmlns:a16="http://schemas.microsoft.com/office/drawing/2014/main" id="{1A9328FB-78F6-44C3-8A3F-8DE0B38EE6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248" y="2550854"/>
            <a:ext cx="5391807" cy="3637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5127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sz="4400" dirty="0"/>
              <a:t>অর্ধ</a:t>
            </a:r>
            <a:r>
              <a:rPr lang="en-US" dirty="0" err="1"/>
              <a:t>মুক্ত</a:t>
            </a:r>
            <a:r>
              <a:rPr lang="en-US" dirty="0"/>
              <a:t> </a:t>
            </a:r>
            <a:r>
              <a:rPr lang="en-US" dirty="0" err="1"/>
              <a:t>পালন</a:t>
            </a:r>
            <a:r>
              <a:rPr lang="en-US" dirty="0"/>
              <a:t> </a:t>
            </a:r>
            <a:r>
              <a:rPr lang="en-US" dirty="0" err="1"/>
              <a:t>পদ্ধতি</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4093428"/>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bn-IN" sz="2000" dirty="0"/>
              <a:t>মুরগী জাল দিয়ে ঘেরাও করা জায়গায় বিচরণ করতে দেয়া হয়</a:t>
            </a:r>
          </a:p>
          <a:p>
            <a:pPr marL="457200" indent="-457200">
              <a:buFont typeface="Wingdings" panose="05000000000000000000" pitchFamily="2" charset="2"/>
              <a:buChar char="Ø"/>
            </a:pPr>
            <a:r>
              <a:rPr lang="bn-IN" sz="2000" dirty="0"/>
              <a:t>দিনের বেলায় নির্দিষ্ট এরিয়ায় ঘোরাফেরা করে রাত্রে ঘরে আসে।</a:t>
            </a:r>
          </a:p>
          <a:p>
            <a:pPr marL="457200" indent="-457200">
              <a:buFont typeface="Wingdings" panose="05000000000000000000" pitchFamily="2" charset="2"/>
              <a:buChar char="Ø"/>
            </a:pPr>
            <a:r>
              <a:rPr lang="bn-IN" sz="2000" dirty="0"/>
              <a:t>প্রতি মুরগীর জন্য ৩-৪ ফুট বিচরণ ক্ষেত্র থাকা জরুরি।</a:t>
            </a:r>
          </a:p>
          <a:p>
            <a:pPr marL="457200" indent="-457200">
              <a:buFont typeface="Wingdings" panose="05000000000000000000" pitchFamily="2" charset="2"/>
              <a:buChar char="Ø"/>
            </a:pPr>
            <a:r>
              <a:rPr lang="bn-IN" sz="2000" dirty="0"/>
              <a:t>বিচরনক্ষেত্রে নূন্যতম ১৫০-২০০ ফুট জায়গা থাকা প্রয়োজন।</a:t>
            </a:r>
          </a:p>
          <a:p>
            <a:pPr marL="457200" indent="-457200">
              <a:buFont typeface="Wingdings" panose="05000000000000000000" pitchFamily="2" charset="2"/>
              <a:buChar char="Ø"/>
            </a:pPr>
            <a:r>
              <a:rPr lang="bn-IN" sz="2000" dirty="0"/>
              <a:t>অল্প জমিতে বেশী মুরগী পালন করা যায়।</a:t>
            </a:r>
          </a:p>
          <a:p>
            <a:pPr marL="457200" indent="-457200">
              <a:buFont typeface="Wingdings" panose="05000000000000000000" pitchFamily="2" charset="2"/>
              <a:buChar char="Ø"/>
            </a:pPr>
            <a:r>
              <a:rPr lang="bn-IN" sz="2000" dirty="0"/>
              <a:t>এরিয়ার ভিতর দঊড়াদৌড়ি করে ফলে স্বাস্থ্য ভালো থাকে। </a:t>
            </a:r>
          </a:p>
          <a:p>
            <a:pPr marL="457200" indent="-457200">
              <a:buFont typeface="Wingdings" panose="05000000000000000000" pitchFamily="2" charset="2"/>
              <a:buChar char="Ø"/>
            </a:pPr>
            <a:r>
              <a:rPr lang="bn-IN" sz="2000" dirty="0"/>
              <a:t>রানের মধ্যে খাদ্য ও পানিও দেয়া যায় সুবিধামত,</a:t>
            </a:r>
          </a:p>
          <a:p>
            <a:pPr marL="457200" indent="-457200">
              <a:buFont typeface="Wingdings" panose="05000000000000000000" pitchFamily="2" charset="2"/>
              <a:buChar char="Ø"/>
            </a:pPr>
            <a:r>
              <a:rPr lang="bn-IN" sz="2000" dirty="0"/>
              <a:t>শেয়াল কুকুর বা চুরি জাওয়ার ভয় কম।</a:t>
            </a:r>
          </a:p>
          <a:p>
            <a:pPr marL="457200" indent="-457200">
              <a:buFont typeface="Wingdings" panose="05000000000000000000" pitchFamily="2" charset="2"/>
              <a:buChar char="Ø"/>
            </a:pPr>
            <a:r>
              <a:rPr lang="bn-IN" sz="2000" dirty="0"/>
              <a:t>ঠিকমতো পারা ডিম খুজে পাওয়া যায়</a:t>
            </a:r>
          </a:p>
          <a:p>
            <a:endParaRPr lang="bn-IN" sz="2000" dirty="0"/>
          </a:p>
          <a:p>
            <a:r>
              <a:rPr lang="bn-IN" sz="2000" dirty="0"/>
              <a:t>অসুবিধাঃ ছাড়া পালনের চেয়ে খরচ বেশী লাগে, খাদ্য সরবরাহ করতে হয়, বৃষ্টির সময় রান শুকনো রাখা কঠিন হয়, মুরগীর বিচরণক্ষেত্রে মাটি পরবর্তীতে তুলে ফেলতে হয় এবং নতুন মাটি ভরাট করতে হয়।</a:t>
            </a:r>
          </a:p>
        </p:txBody>
      </p:sp>
    </p:spTree>
    <p:extLst>
      <p:ext uri="{BB962C8B-B14F-4D97-AF65-F5344CB8AC3E}">
        <p14:creationId xmlns:p14="http://schemas.microsoft.com/office/powerpoint/2010/main" val="2861948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sz="4400" dirty="0"/>
              <a:t>আবদ্ধ পালন পদ্ধতি (বিচালি বা লিটার)</a:t>
            </a:r>
            <a:endParaRPr lang="en-US" dirty="0"/>
          </a:p>
        </p:txBody>
      </p:sp>
      <p:pic>
        <p:nvPicPr>
          <p:cNvPr id="3074" name="Picture 2" descr="Chicken | Types, Characteristics &amp; Uses | Britannica">
            <a:extLst>
              <a:ext uri="{FF2B5EF4-FFF2-40B4-BE49-F238E27FC236}">
                <a16:creationId xmlns:a16="http://schemas.microsoft.com/office/drawing/2014/main" id="{A736D493-9962-4630-90E5-5F9F1E32FF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7460" y="2526336"/>
            <a:ext cx="5003501" cy="333669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7 Tips When Using Deep Litter System Of poultry Farming">
            <a:extLst>
              <a:ext uri="{FF2B5EF4-FFF2-40B4-BE49-F238E27FC236}">
                <a16:creationId xmlns:a16="http://schemas.microsoft.com/office/drawing/2014/main" id="{CBCE3A4F-3CBC-4B8A-B831-1D05A5881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880" y="2526336"/>
            <a:ext cx="5342661" cy="3339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80084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sz="4400" dirty="0"/>
              <a:t>আবদ্ধ পালন পদ্ধতি (বিচালি বা লিটার)</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4708981"/>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bn-IN" sz="2000" dirty="0"/>
              <a:t>মুরগী ঘরের বেঝেতে পুরু করে বিচালি, কাঠের গুড়া, ধানের তুস, গমের তুসের উপর পালন করা হয়।</a:t>
            </a:r>
          </a:p>
          <a:p>
            <a:pPr marL="457200" indent="-457200">
              <a:buFont typeface="Wingdings" panose="05000000000000000000" pitchFamily="2" charset="2"/>
              <a:buChar char="Ø"/>
            </a:pPr>
            <a:r>
              <a:rPr lang="bn-IN" sz="2000" dirty="0"/>
              <a:t>ঘরের মধ্যে লিটার বিছিয়ে খোলাফেলা ঘর প্রস্তুত করতে হয়</a:t>
            </a:r>
          </a:p>
          <a:p>
            <a:pPr marL="457200" indent="-457200">
              <a:buFont typeface="Wingdings" panose="05000000000000000000" pitchFamily="2" charset="2"/>
              <a:buChar char="Ø"/>
            </a:pPr>
            <a:r>
              <a:rPr lang="bn-IN" sz="2000" dirty="0"/>
              <a:t>মাচার তৈরী করে তার উপরেও লিটার বিছিয়ে দেয়া যায়</a:t>
            </a:r>
          </a:p>
          <a:p>
            <a:pPr marL="457200" indent="-457200">
              <a:buFont typeface="Wingdings" panose="05000000000000000000" pitchFamily="2" charset="2"/>
              <a:buChar char="Ø"/>
            </a:pPr>
            <a:r>
              <a:rPr lang="bn-IN" sz="2000" dirty="0"/>
              <a:t>মেঝের আকৃতি হবে ০.১৮ বর্গমিটার</a:t>
            </a:r>
          </a:p>
          <a:p>
            <a:pPr marL="457200" indent="-457200">
              <a:buFont typeface="Wingdings" panose="05000000000000000000" pitchFamily="2" charset="2"/>
              <a:buChar char="Ø"/>
            </a:pPr>
            <a:r>
              <a:rPr lang="bn-IN" sz="2000" dirty="0"/>
              <a:t>৪ টি মুরগীর জন্য একটি ৩০</a:t>
            </a:r>
            <a:r>
              <a:rPr lang="en-US" sz="2000" dirty="0"/>
              <a:t>x</a:t>
            </a:r>
            <a:r>
              <a:rPr lang="bn-IN" sz="2000" dirty="0"/>
              <a:t>৩০</a:t>
            </a:r>
            <a:r>
              <a:rPr lang="en-US" sz="2000" dirty="0"/>
              <a:t>x</a:t>
            </a:r>
            <a:r>
              <a:rPr lang="bn-IN" sz="2000" dirty="0"/>
              <a:t>৩০ ঘনসেমি কাঠের ঘর লাগবে</a:t>
            </a:r>
          </a:p>
          <a:p>
            <a:pPr marL="457200" indent="-457200">
              <a:buFont typeface="Wingdings" panose="05000000000000000000" pitchFamily="2" charset="2"/>
              <a:buChar char="Ø"/>
            </a:pPr>
            <a:r>
              <a:rPr lang="bn-IN" sz="2000" dirty="0"/>
              <a:t>লম্বা ও গোল খাবার পাত্র দিতে হয়</a:t>
            </a:r>
          </a:p>
          <a:p>
            <a:pPr marL="457200" indent="-457200">
              <a:buFont typeface="Wingdings" panose="05000000000000000000" pitchFamily="2" charset="2"/>
              <a:buChar char="Ø"/>
            </a:pPr>
            <a:r>
              <a:rPr lang="bn-IN" sz="2000" dirty="0"/>
              <a:t>ডিমপাড়া ঘরে অবশ্যই আলোর বা বাল্বের ব্যাবস্থা করতে হবে</a:t>
            </a:r>
          </a:p>
          <a:p>
            <a:pPr marL="457200" indent="-457200">
              <a:buFont typeface="Wingdings" panose="05000000000000000000" pitchFamily="2" charset="2"/>
              <a:buChar char="Ø"/>
            </a:pPr>
            <a:r>
              <a:rPr lang="bn-IN" sz="2000" dirty="0"/>
              <a:t>বিছানায় চুন দেয়া, উকুন দমন,</a:t>
            </a:r>
          </a:p>
          <a:p>
            <a:pPr marL="457200" indent="-457200">
              <a:buFont typeface="Wingdings" panose="05000000000000000000" pitchFamily="2" charset="2"/>
              <a:buChar char="Ø"/>
            </a:pPr>
            <a:r>
              <a:rPr lang="bn-IN" sz="2000" dirty="0"/>
              <a:t>মাছের জন্য খাদ্য তৈরী করা যায়</a:t>
            </a:r>
          </a:p>
          <a:p>
            <a:pPr marL="457200" indent="-457200">
              <a:buFont typeface="Wingdings" panose="05000000000000000000" pitchFamily="2" charset="2"/>
              <a:buChar char="Ø"/>
            </a:pPr>
            <a:r>
              <a:rPr lang="bn-IN" sz="2000" dirty="0"/>
              <a:t>জমির জৈবসার হিসেবে কাজ করে</a:t>
            </a:r>
          </a:p>
          <a:p>
            <a:pPr marL="457200" indent="-457200">
              <a:buFont typeface="Wingdings" panose="05000000000000000000" pitchFamily="2" charset="2"/>
              <a:buChar char="Ø"/>
            </a:pPr>
            <a:r>
              <a:rPr lang="bn-IN" sz="2000" dirty="0"/>
              <a:t>লিটার থেকে বায়োগ্যাস তৈরি হয় </a:t>
            </a:r>
          </a:p>
          <a:p>
            <a:pPr marL="457200" indent="-457200">
              <a:buFont typeface="Wingdings" panose="05000000000000000000" pitchFamily="2" charset="2"/>
              <a:buChar char="Ø"/>
            </a:pPr>
            <a:endParaRPr lang="bn-IN" sz="2000" dirty="0"/>
          </a:p>
          <a:p>
            <a:r>
              <a:rPr lang="bn-IN" sz="2000" dirty="0"/>
              <a:t>অসুবিধাঃ শ্রমিক খরচ বেশী, খাচার চেয়ে বেশী জায়গা লাগে মাচায়, আদ্র লিটার জমাট বেধে জায়, জীবানু দ্রুত বংশবিস্তার করে।</a:t>
            </a:r>
          </a:p>
        </p:txBody>
      </p:sp>
    </p:spTree>
    <p:extLst>
      <p:ext uri="{BB962C8B-B14F-4D97-AF65-F5344CB8AC3E}">
        <p14:creationId xmlns:p14="http://schemas.microsoft.com/office/powerpoint/2010/main" val="40883646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sz="4400" dirty="0"/>
              <a:t>আবদ্ধ পালন পদ্ধতি (খাচা পদ্ধতি)</a:t>
            </a:r>
            <a:endParaRPr lang="en-US" dirty="0"/>
          </a:p>
        </p:txBody>
      </p:sp>
      <p:pic>
        <p:nvPicPr>
          <p:cNvPr id="4104" name="Picture 8" descr="Chicken | Types, Characteristics &amp; Uses | Britannica">
            <a:extLst>
              <a:ext uri="{FF2B5EF4-FFF2-40B4-BE49-F238E27FC236}">
                <a16:creationId xmlns:a16="http://schemas.microsoft.com/office/drawing/2014/main" id="{0979F63A-8ECE-48F0-BE00-86F3A9E795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599176"/>
            <a:ext cx="5637339" cy="3171003"/>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The case for cage-free legislation">
            <a:extLst>
              <a:ext uri="{FF2B5EF4-FFF2-40B4-BE49-F238E27FC236}">
                <a16:creationId xmlns:a16="http://schemas.microsoft.com/office/drawing/2014/main" id="{C157CD55-494B-475E-9547-C139B0CC06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330" y="2597291"/>
            <a:ext cx="5493063" cy="3172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80980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sz="4400" dirty="0"/>
              <a:t>আবদ্ধ পালন পদ্ধতি (খাচা পদ্ধতি)</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4093428"/>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bn-IN" sz="2000" dirty="0"/>
              <a:t>সীমাবদ্ধ জায়গায় , নগরে এ পদ্ধতিতে চাষ করা হয়।</a:t>
            </a:r>
          </a:p>
          <a:p>
            <a:pPr marL="457200" indent="-457200">
              <a:buFont typeface="Wingdings" panose="05000000000000000000" pitchFamily="2" charset="2"/>
              <a:buChar char="Ø"/>
            </a:pPr>
            <a:r>
              <a:rPr lang="bn-IN" sz="2000" dirty="0"/>
              <a:t>বিজ্ঞান্সম্মত ও বানিজ্যিক ব্রয়লারে এ পদ্ধতি লাভজনক</a:t>
            </a:r>
          </a:p>
          <a:p>
            <a:pPr marL="457200" indent="-457200">
              <a:buFont typeface="Wingdings" panose="05000000000000000000" pitchFamily="2" charset="2"/>
              <a:buChar char="Ø"/>
            </a:pPr>
            <a:r>
              <a:rPr lang="bn-IN" sz="2000" dirty="0"/>
              <a:t>খাচার পুর্ব পশ্চিম উত্তর দক্ষিন খোলা থাকবে বাতাস চলাচলের জন্য</a:t>
            </a:r>
          </a:p>
          <a:p>
            <a:pPr marL="457200" indent="-457200">
              <a:buFont typeface="Wingdings" panose="05000000000000000000" pitchFamily="2" charset="2"/>
              <a:buChar char="Ø"/>
            </a:pPr>
            <a:r>
              <a:rPr lang="bn-IN" sz="2000" dirty="0"/>
              <a:t>ডিপ লিটারের চেয়ে ৫ গুণ বেশী মুরগী চাষ করা হয়</a:t>
            </a:r>
          </a:p>
          <a:p>
            <a:pPr marL="457200" indent="-457200">
              <a:buFont typeface="Wingdings" panose="05000000000000000000" pitchFamily="2" charset="2"/>
              <a:buChar char="Ø"/>
            </a:pPr>
            <a:r>
              <a:rPr lang="bn-IN" sz="2000" dirty="0"/>
              <a:t>ডিম পাড়া মুরগীর জন্য বাল্বের ব্যাবস্থা করতে হয়</a:t>
            </a:r>
          </a:p>
          <a:p>
            <a:pPr marL="457200" indent="-457200">
              <a:buFont typeface="Wingdings" panose="05000000000000000000" pitchFamily="2" charset="2"/>
              <a:buChar char="Ø"/>
            </a:pPr>
            <a:r>
              <a:rPr lang="bn-IN" sz="2000" dirty="0"/>
              <a:t>রড বা তারজালির সাহাজ্যে খাচা তৈরী করতে হয়, </a:t>
            </a:r>
          </a:p>
          <a:p>
            <a:pPr marL="457200" indent="-457200">
              <a:buFont typeface="Wingdings" panose="05000000000000000000" pitchFamily="2" charset="2"/>
              <a:buChar char="Ø"/>
            </a:pPr>
            <a:r>
              <a:rPr lang="bn-IN" sz="2000" dirty="0"/>
              <a:t>খাবার পাত্র ৭.৫ সেমি উচুতে হবে</a:t>
            </a:r>
          </a:p>
          <a:p>
            <a:pPr marL="457200" indent="-457200">
              <a:buFont typeface="Wingdings" panose="05000000000000000000" pitchFamily="2" charset="2"/>
              <a:buChar char="Ø"/>
            </a:pPr>
            <a:r>
              <a:rPr lang="bn-IN" sz="2000" dirty="0"/>
              <a:t>মুরগীর খাচার বাইরে গলা ঢুকিয়ে খাবার খাবে,</a:t>
            </a:r>
          </a:p>
          <a:p>
            <a:pPr marL="457200" indent="-457200">
              <a:buFont typeface="Wingdings" panose="05000000000000000000" pitchFamily="2" charset="2"/>
              <a:buChar char="Ø"/>
            </a:pPr>
            <a:r>
              <a:rPr lang="bn-IN" sz="2000" dirty="0"/>
              <a:t>বিস্টা ও ডিম ধরার জন্য নিচে কিছু অংশ বাড়তি থাকবে</a:t>
            </a:r>
          </a:p>
          <a:p>
            <a:endParaRPr lang="bn-IN" sz="2000" dirty="0"/>
          </a:p>
          <a:p>
            <a:r>
              <a:rPr lang="bn-IN" sz="2000" dirty="0"/>
              <a:t>অসুবিধাঃ শ্রমিক খরচ বেশী, মুরগীর স্বাস্থ্য ঝুকি থাকে, জীবানু দ্রুত বংশবিস্তার করে, ভিটামিন বি ঘাটতি থাকে মুরগীর, খাচায় ঘর্ষনের কারনে পায়ে বাম্বল ফুট বা ঘা হয়।</a:t>
            </a:r>
          </a:p>
        </p:txBody>
      </p:sp>
    </p:spTree>
    <p:extLst>
      <p:ext uri="{BB962C8B-B14F-4D97-AF65-F5344CB8AC3E}">
        <p14:creationId xmlns:p14="http://schemas.microsoft.com/office/powerpoint/2010/main" val="31495554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পোল্ট্রি</a:t>
            </a:r>
            <a:r>
              <a:rPr lang="en-US" sz="4400" dirty="0"/>
              <a:t> </a:t>
            </a:r>
            <a:r>
              <a:rPr lang="en-US" sz="4400" dirty="0" err="1"/>
              <a:t>খামার</a:t>
            </a:r>
            <a:r>
              <a:rPr lang="en-US" sz="4400" dirty="0"/>
              <a:t> ও </a:t>
            </a:r>
            <a:r>
              <a:rPr lang="en-US" sz="4400" dirty="0" err="1"/>
              <a:t>ব্যাবস্থাপনা</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5016758"/>
          </a:xfrm>
          <a:prstGeom prst="rect">
            <a:avLst/>
          </a:prstGeom>
          <a:noFill/>
        </p:spPr>
        <p:txBody>
          <a:bodyPr wrap="square" rtlCol="0">
            <a:spAutoFit/>
          </a:bodyPr>
          <a:lstStyle/>
          <a:p>
            <a:r>
              <a:rPr lang="en-US" sz="2000" dirty="0" err="1">
                <a:solidFill>
                  <a:schemeClr val="accent2"/>
                </a:solidFill>
              </a:rPr>
              <a:t>পোল্ট্রি</a:t>
            </a:r>
            <a:r>
              <a:rPr lang="en-US" sz="2000" dirty="0">
                <a:solidFill>
                  <a:schemeClr val="accent2"/>
                </a:solidFill>
              </a:rPr>
              <a:t> </a:t>
            </a:r>
            <a:r>
              <a:rPr lang="en-US" sz="2000" dirty="0" err="1">
                <a:solidFill>
                  <a:schemeClr val="accent2"/>
                </a:solidFill>
              </a:rPr>
              <a:t>খামার</a:t>
            </a:r>
            <a:r>
              <a:rPr lang="en-US" sz="2000" dirty="0">
                <a:solidFill>
                  <a:schemeClr val="accent2"/>
                </a:solidFill>
              </a:rPr>
              <a:t> </a:t>
            </a:r>
            <a:r>
              <a:rPr lang="en-US" sz="2000" dirty="0" err="1">
                <a:solidFill>
                  <a:schemeClr val="accent2"/>
                </a:solidFill>
              </a:rPr>
              <a:t>কি</a:t>
            </a:r>
            <a:r>
              <a:rPr lang="en-US" sz="2000" dirty="0">
                <a:solidFill>
                  <a:schemeClr val="accent2"/>
                </a:solidFill>
              </a:rPr>
              <a:t> ?</a:t>
            </a:r>
          </a:p>
          <a:p>
            <a:pPr marL="342900" indent="-342900">
              <a:buFont typeface="Wingdings" panose="05000000000000000000" pitchFamily="2" charset="2"/>
              <a:buChar char="q"/>
            </a:pPr>
            <a:r>
              <a:rPr lang="en-US" sz="2000" dirty="0" err="1"/>
              <a:t>যেসব</a:t>
            </a:r>
            <a:r>
              <a:rPr lang="en-US" sz="2000" dirty="0"/>
              <a:t> </a:t>
            </a:r>
            <a:r>
              <a:rPr lang="en-US" sz="2000" dirty="0" err="1"/>
              <a:t>স্থানে</a:t>
            </a:r>
            <a:r>
              <a:rPr lang="en-US" sz="2000" dirty="0"/>
              <a:t> </a:t>
            </a:r>
            <a:r>
              <a:rPr lang="en-US" sz="2000" dirty="0" err="1"/>
              <a:t>পোল্ট্রি</a:t>
            </a:r>
            <a:r>
              <a:rPr lang="en-US" sz="2000" dirty="0"/>
              <a:t> </a:t>
            </a:r>
            <a:r>
              <a:rPr lang="en-US" sz="2000" dirty="0" err="1"/>
              <a:t>পালনের</a:t>
            </a:r>
            <a:r>
              <a:rPr lang="en-US" sz="2000" dirty="0"/>
              <a:t> </a:t>
            </a:r>
            <a:r>
              <a:rPr lang="en-US" sz="2000" dirty="0" err="1"/>
              <a:t>জন্য</a:t>
            </a:r>
            <a:r>
              <a:rPr lang="en-US" sz="2000" dirty="0"/>
              <a:t> </a:t>
            </a:r>
            <a:r>
              <a:rPr lang="en-US" sz="2000" dirty="0" err="1"/>
              <a:t>নিয়মতান্রিকভাবে</a:t>
            </a:r>
            <a:r>
              <a:rPr lang="en-US" sz="2000" dirty="0"/>
              <a:t> </a:t>
            </a:r>
            <a:r>
              <a:rPr lang="en-US" sz="2000" dirty="0" err="1"/>
              <a:t>বাসস্থান</a:t>
            </a:r>
            <a:r>
              <a:rPr lang="en-US" sz="2000" dirty="0"/>
              <a:t> </a:t>
            </a:r>
            <a:r>
              <a:rPr lang="en-US" sz="2000" dirty="0" err="1"/>
              <a:t>তৈরী</a:t>
            </a:r>
            <a:r>
              <a:rPr lang="en-US" sz="2000" dirty="0"/>
              <a:t>, </a:t>
            </a:r>
            <a:r>
              <a:rPr lang="en-US" sz="2000" dirty="0" err="1"/>
              <a:t>খাদ্য</a:t>
            </a:r>
            <a:r>
              <a:rPr lang="en-US" sz="2000" dirty="0"/>
              <a:t> </a:t>
            </a:r>
            <a:r>
              <a:rPr lang="en-US" sz="2000" dirty="0" err="1"/>
              <a:t>সরবরাহ</a:t>
            </a:r>
            <a:r>
              <a:rPr lang="en-US" sz="2000" dirty="0"/>
              <a:t>, </a:t>
            </a:r>
            <a:r>
              <a:rPr lang="en-US" sz="2000" dirty="0" err="1"/>
              <a:t>চিকিৎসা</a:t>
            </a:r>
            <a:r>
              <a:rPr lang="en-US" sz="2000" dirty="0"/>
              <a:t>, </a:t>
            </a:r>
            <a:r>
              <a:rPr lang="en-US" sz="2000" dirty="0" err="1"/>
              <a:t>উৎপাদিত</a:t>
            </a:r>
            <a:r>
              <a:rPr lang="en-US" sz="2000" dirty="0"/>
              <a:t> </a:t>
            </a:r>
            <a:r>
              <a:rPr lang="en-US" sz="2000" dirty="0" err="1"/>
              <a:t>পণ্য</a:t>
            </a:r>
            <a:r>
              <a:rPr lang="en-US" sz="2000" dirty="0"/>
              <a:t> </a:t>
            </a:r>
            <a:r>
              <a:rPr lang="en-US" sz="2000" dirty="0" err="1"/>
              <a:t>বিক্রি</a:t>
            </a:r>
            <a:r>
              <a:rPr lang="en-US" sz="2000" dirty="0"/>
              <a:t> </a:t>
            </a:r>
            <a:r>
              <a:rPr lang="en-US" sz="2000" dirty="0" err="1"/>
              <a:t>প্রভৃত</a:t>
            </a:r>
            <a:r>
              <a:rPr lang="en-US" sz="2000" dirty="0"/>
              <a:t> </a:t>
            </a:r>
            <a:r>
              <a:rPr lang="en-US" sz="2000" dirty="0" err="1"/>
              <a:t>কাজ</a:t>
            </a:r>
            <a:r>
              <a:rPr lang="en-US" sz="2000" dirty="0"/>
              <a:t> </a:t>
            </a:r>
            <a:r>
              <a:rPr lang="en-US" sz="2000" dirty="0" err="1"/>
              <a:t>সম্পন্ন</a:t>
            </a:r>
            <a:r>
              <a:rPr lang="en-US" sz="2000" dirty="0"/>
              <a:t> </a:t>
            </a:r>
            <a:r>
              <a:rPr lang="en-US" sz="2000" dirty="0" err="1"/>
              <a:t>করা</a:t>
            </a:r>
            <a:r>
              <a:rPr lang="en-US" sz="2000" dirty="0"/>
              <a:t> </a:t>
            </a:r>
            <a:r>
              <a:rPr lang="en-US" sz="2000" dirty="0" err="1"/>
              <a:t>হয়</a:t>
            </a:r>
            <a:r>
              <a:rPr lang="en-US" sz="2000" dirty="0"/>
              <a:t> </a:t>
            </a:r>
            <a:r>
              <a:rPr lang="en-US" sz="2000" dirty="0" err="1"/>
              <a:t>তাকে</a:t>
            </a:r>
            <a:r>
              <a:rPr lang="en-US" sz="2000" dirty="0"/>
              <a:t> </a:t>
            </a:r>
            <a:r>
              <a:rPr lang="en-US" sz="2000" dirty="0" err="1"/>
              <a:t>পোল্ট্রি</a:t>
            </a:r>
            <a:r>
              <a:rPr lang="en-US" sz="2000" dirty="0"/>
              <a:t> </a:t>
            </a:r>
            <a:r>
              <a:rPr lang="en-US" sz="2000" dirty="0" err="1"/>
              <a:t>খামার</a:t>
            </a:r>
            <a:r>
              <a:rPr lang="en-US" sz="2000" dirty="0"/>
              <a:t> </a:t>
            </a:r>
            <a:r>
              <a:rPr lang="en-US" sz="2000" dirty="0" err="1"/>
              <a:t>বলে</a:t>
            </a:r>
            <a:endParaRPr lang="en-US" sz="2000" dirty="0"/>
          </a:p>
          <a:p>
            <a:endParaRPr lang="en-US" sz="2000" dirty="0">
              <a:solidFill>
                <a:schemeClr val="accent2"/>
              </a:solidFill>
            </a:endParaRPr>
          </a:p>
          <a:p>
            <a:r>
              <a:rPr lang="en-US" sz="2000" dirty="0" err="1">
                <a:solidFill>
                  <a:schemeClr val="accent2"/>
                </a:solidFill>
              </a:rPr>
              <a:t>পোল্ট্রি</a:t>
            </a:r>
            <a:r>
              <a:rPr lang="en-US" sz="2000" dirty="0">
                <a:solidFill>
                  <a:schemeClr val="accent2"/>
                </a:solidFill>
              </a:rPr>
              <a:t> </a:t>
            </a:r>
            <a:r>
              <a:rPr lang="en-US" sz="2000" dirty="0" err="1">
                <a:solidFill>
                  <a:schemeClr val="accent2"/>
                </a:solidFill>
              </a:rPr>
              <a:t>খামার</a:t>
            </a:r>
            <a:r>
              <a:rPr lang="en-US" sz="2000" dirty="0">
                <a:solidFill>
                  <a:schemeClr val="accent2"/>
                </a:solidFill>
              </a:rPr>
              <a:t> </a:t>
            </a:r>
            <a:r>
              <a:rPr lang="en-US" sz="2000" dirty="0" err="1">
                <a:solidFill>
                  <a:schemeClr val="accent2"/>
                </a:solidFill>
              </a:rPr>
              <a:t>তৈরীর</a:t>
            </a:r>
            <a:r>
              <a:rPr lang="en-US" sz="2000" dirty="0">
                <a:solidFill>
                  <a:schemeClr val="accent2"/>
                </a:solidFill>
              </a:rPr>
              <a:t> </a:t>
            </a:r>
            <a:r>
              <a:rPr lang="en-US" sz="2000" dirty="0" err="1">
                <a:solidFill>
                  <a:schemeClr val="accent2"/>
                </a:solidFill>
              </a:rPr>
              <a:t>বিবেচ্য</a:t>
            </a:r>
            <a:r>
              <a:rPr lang="en-US" sz="2000" dirty="0">
                <a:solidFill>
                  <a:schemeClr val="accent2"/>
                </a:solidFill>
              </a:rPr>
              <a:t> </a:t>
            </a:r>
            <a:r>
              <a:rPr lang="en-US" sz="2000" dirty="0" err="1">
                <a:solidFill>
                  <a:schemeClr val="accent2"/>
                </a:solidFill>
              </a:rPr>
              <a:t>বিষয়</a:t>
            </a:r>
            <a:r>
              <a:rPr lang="en-US" sz="2000" dirty="0">
                <a:solidFill>
                  <a:schemeClr val="accent2"/>
                </a:solidFill>
              </a:rPr>
              <a:t> </a:t>
            </a:r>
            <a:r>
              <a:rPr lang="en-US" sz="2000" dirty="0" err="1">
                <a:solidFill>
                  <a:schemeClr val="accent2"/>
                </a:solidFill>
              </a:rPr>
              <a:t>কি</a:t>
            </a:r>
            <a:r>
              <a:rPr lang="en-US" sz="2000" dirty="0">
                <a:solidFill>
                  <a:schemeClr val="accent2"/>
                </a:solidFill>
              </a:rPr>
              <a:t>? </a:t>
            </a:r>
          </a:p>
          <a:p>
            <a:pPr marL="342900" indent="-342900">
              <a:buFont typeface="Wingdings" panose="05000000000000000000" pitchFamily="2" charset="2"/>
              <a:buChar char="q"/>
            </a:pPr>
            <a:r>
              <a:rPr lang="en-US" sz="2000" dirty="0" err="1"/>
              <a:t>মূল্ধন</a:t>
            </a:r>
            <a:r>
              <a:rPr lang="en-US" sz="2000" dirty="0"/>
              <a:t> </a:t>
            </a:r>
            <a:r>
              <a:rPr lang="en-US" sz="2000" dirty="0" err="1"/>
              <a:t>সংগ্রহ</a:t>
            </a:r>
            <a:endParaRPr lang="en-US" sz="2000" dirty="0"/>
          </a:p>
          <a:p>
            <a:pPr marL="342900" indent="-342900">
              <a:buFont typeface="Wingdings" panose="05000000000000000000" pitchFamily="2" charset="2"/>
              <a:buChar char="q"/>
            </a:pPr>
            <a:r>
              <a:rPr lang="en-US" sz="2000" dirty="0" err="1"/>
              <a:t>জমির</a:t>
            </a:r>
            <a:r>
              <a:rPr lang="en-US" sz="2000" dirty="0"/>
              <a:t> </a:t>
            </a:r>
            <a:r>
              <a:rPr lang="en-US" sz="2000" dirty="0" err="1"/>
              <a:t>ব্যাবস্থা</a:t>
            </a:r>
            <a:endParaRPr lang="en-US" sz="2000" dirty="0"/>
          </a:p>
          <a:p>
            <a:pPr marL="342900" indent="-342900">
              <a:buFont typeface="Wingdings" panose="05000000000000000000" pitchFamily="2" charset="2"/>
              <a:buChar char="q"/>
            </a:pPr>
            <a:r>
              <a:rPr lang="en-US" sz="2000" dirty="0" err="1"/>
              <a:t>খামারের</a:t>
            </a:r>
            <a:r>
              <a:rPr lang="en-US" sz="2000" dirty="0"/>
              <a:t> </a:t>
            </a:r>
            <a:r>
              <a:rPr lang="en-US" sz="2000" dirty="0" err="1"/>
              <a:t>অবস্থান</a:t>
            </a:r>
            <a:endParaRPr lang="en-US" sz="2000" dirty="0"/>
          </a:p>
          <a:p>
            <a:pPr marL="342900" indent="-342900">
              <a:buFont typeface="Wingdings" panose="05000000000000000000" pitchFamily="2" charset="2"/>
              <a:buChar char="q"/>
            </a:pPr>
            <a:r>
              <a:rPr lang="en-US" sz="2000" dirty="0" err="1"/>
              <a:t>যোগাযোগ</a:t>
            </a:r>
            <a:r>
              <a:rPr lang="en-US" sz="2000" dirty="0"/>
              <a:t> </a:t>
            </a:r>
            <a:r>
              <a:rPr lang="en-US" sz="2000" dirty="0" err="1"/>
              <a:t>ব্যাবস্থা</a:t>
            </a:r>
            <a:endParaRPr lang="en-US" sz="2000" dirty="0"/>
          </a:p>
          <a:p>
            <a:pPr marL="342900" indent="-342900">
              <a:buFont typeface="Wingdings" panose="05000000000000000000" pitchFamily="2" charset="2"/>
              <a:buChar char="q"/>
            </a:pPr>
            <a:r>
              <a:rPr lang="en-US" sz="2000" dirty="0" err="1"/>
              <a:t>ঘর</a:t>
            </a:r>
            <a:r>
              <a:rPr lang="en-US" sz="2000" dirty="0"/>
              <a:t> </a:t>
            </a:r>
            <a:r>
              <a:rPr lang="en-US" sz="2000" dirty="0" err="1"/>
              <a:t>নির্মাণ</a:t>
            </a:r>
            <a:endParaRPr lang="en-US" sz="2000" dirty="0"/>
          </a:p>
          <a:p>
            <a:pPr marL="342900" indent="-342900">
              <a:buFont typeface="Wingdings" panose="05000000000000000000" pitchFamily="2" charset="2"/>
              <a:buChar char="q"/>
            </a:pPr>
            <a:r>
              <a:rPr lang="en-US" sz="2000" dirty="0" err="1"/>
              <a:t>মুরগির</a:t>
            </a:r>
            <a:r>
              <a:rPr lang="en-US" sz="2000" dirty="0"/>
              <a:t> </a:t>
            </a:r>
            <a:r>
              <a:rPr lang="en-US" sz="2000" dirty="0" err="1"/>
              <a:t>জাত</a:t>
            </a:r>
            <a:r>
              <a:rPr lang="en-US" sz="2000" dirty="0"/>
              <a:t> </a:t>
            </a:r>
            <a:r>
              <a:rPr lang="en-US" sz="2000" dirty="0" err="1"/>
              <a:t>নির্বাচন</a:t>
            </a:r>
            <a:endParaRPr lang="en-US" sz="2000" dirty="0"/>
          </a:p>
          <a:p>
            <a:pPr marL="342900" indent="-342900">
              <a:buFont typeface="Wingdings" panose="05000000000000000000" pitchFamily="2" charset="2"/>
              <a:buChar char="q"/>
            </a:pPr>
            <a:r>
              <a:rPr lang="en-US" sz="2000" dirty="0" err="1"/>
              <a:t>রোগ-ব্যাধির</a:t>
            </a:r>
            <a:r>
              <a:rPr lang="en-US" sz="2000" dirty="0"/>
              <a:t> </a:t>
            </a:r>
            <a:r>
              <a:rPr lang="en-US" sz="2000" dirty="0" err="1"/>
              <a:t>চিকিৎসা</a:t>
            </a:r>
            <a:endParaRPr lang="en-US" sz="2000" dirty="0"/>
          </a:p>
          <a:p>
            <a:pPr marL="342900" indent="-342900">
              <a:buFont typeface="Wingdings" panose="05000000000000000000" pitchFamily="2" charset="2"/>
              <a:buChar char="q"/>
            </a:pPr>
            <a:r>
              <a:rPr lang="en-US" sz="2000" dirty="0" err="1"/>
              <a:t>মুরগি</a:t>
            </a:r>
            <a:r>
              <a:rPr lang="en-US" sz="2000" dirty="0"/>
              <a:t> </a:t>
            </a:r>
            <a:r>
              <a:rPr lang="en-US" sz="2000" dirty="0" err="1"/>
              <a:t>ছাটাই</a:t>
            </a:r>
            <a:endParaRPr lang="en-US" sz="2000" dirty="0"/>
          </a:p>
          <a:p>
            <a:pPr marL="342900" indent="-342900">
              <a:buFont typeface="Wingdings" panose="05000000000000000000" pitchFamily="2" charset="2"/>
              <a:buChar char="q"/>
            </a:pPr>
            <a:r>
              <a:rPr lang="en-US" sz="2000" dirty="0" err="1"/>
              <a:t>ডিম</a:t>
            </a:r>
            <a:r>
              <a:rPr lang="en-US" sz="2000" dirty="0"/>
              <a:t> ও </a:t>
            </a:r>
            <a:r>
              <a:rPr lang="en-US" sz="2000" dirty="0" err="1"/>
              <a:t>মুরগী</a:t>
            </a:r>
            <a:r>
              <a:rPr lang="en-US" sz="2000" dirty="0"/>
              <a:t> </a:t>
            </a:r>
            <a:r>
              <a:rPr lang="en-US" sz="2000" dirty="0" err="1"/>
              <a:t>বাজারজাতকরণ</a:t>
            </a:r>
            <a:endParaRPr lang="en-US" sz="2000" dirty="0"/>
          </a:p>
          <a:p>
            <a:pPr marL="342900" indent="-342900">
              <a:buFont typeface="Wingdings" panose="05000000000000000000" pitchFamily="2" charset="2"/>
              <a:buChar char="q"/>
            </a:pPr>
            <a:r>
              <a:rPr lang="en-US" sz="2000" dirty="0" err="1"/>
              <a:t>আদর্শ</a:t>
            </a:r>
            <a:r>
              <a:rPr lang="en-US" sz="2000" dirty="0"/>
              <a:t> </a:t>
            </a:r>
            <a:r>
              <a:rPr lang="en-US" sz="2000" dirty="0" err="1"/>
              <a:t>প্রতিপালন</a:t>
            </a:r>
            <a:r>
              <a:rPr lang="en-US" sz="2000" dirty="0"/>
              <a:t> </a:t>
            </a:r>
            <a:r>
              <a:rPr lang="en-US" sz="2000" dirty="0" err="1"/>
              <a:t>পদ্ধতি</a:t>
            </a:r>
            <a:r>
              <a:rPr lang="en-US" sz="2000" dirty="0"/>
              <a:t> </a:t>
            </a:r>
            <a:r>
              <a:rPr lang="en-US" sz="2000" dirty="0" err="1"/>
              <a:t>অনুসরণ</a:t>
            </a:r>
            <a:endParaRPr lang="en-US" sz="2000" dirty="0"/>
          </a:p>
          <a:p>
            <a:endParaRPr lang="bn-IN" sz="2000" dirty="0">
              <a:solidFill>
                <a:schemeClr val="accent2"/>
              </a:solidFill>
            </a:endParaRPr>
          </a:p>
        </p:txBody>
      </p:sp>
      <p:pic>
        <p:nvPicPr>
          <p:cNvPr id="1026" name="Picture 2" descr="Housing requirements for professional poultry farms - Crodeon">
            <a:extLst>
              <a:ext uri="{FF2B5EF4-FFF2-40B4-BE49-F238E27FC236}">
                <a16:creationId xmlns:a16="http://schemas.microsoft.com/office/drawing/2014/main" id="{1C011237-C1EF-9BC1-CD7D-52D6614327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9381" y="3705821"/>
            <a:ext cx="3226059" cy="214855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dern chicken house design and chicken farm ventilation management | RICHI">
            <a:extLst>
              <a:ext uri="{FF2B5EF4-FFF2-40B4-BE49-F238E27FC236}">
                <a16:creationId xmlns:a16="http://schemas.microsoft.com/office/drawing/2014/main" id="{1BEBBA29-DFED-DA01-B0DC-108955B4D7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1580" y="3705821"/>
            <a:ext cx="3236906" cy="2148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562355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পোল্ট্রি</a:t>
            </a:r>
            <a:r>
              <a:rPr lang="en-US" sz="4400" dirty="0"/>
              <a:t> </a:t>
            </a:r>
            <a:r>
              <a:rPr lang="en-US" sz="4400" dirty="0" err="1"/>
              <a:t>খামার</a:t>
            </a:r>
            <a:r>
              <a:rPr lang="en-US" sz="4400" dirty="0"/>
              <a:t> ও </a:t>
            </a:r>
            <a:r>
              <a:rPr lang="en-US" sz="4400" dirty="0" err="1"/>
              <a:t>ব্যাবস্থাপনা</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5324535"/>
          </a:xfrm>
          <a:prstGeom prst="rect">
            <a:avLst/>
          </a:prstGeom>
          <a:noFill/>
        </p:spPr>
        <p:txBody>
          <a:bodyPr wrap="square" rtlCol="0">
            <a:spAutoFit/>
          </a:bodyPr>
          <a:lstStyle/>
          <a:p>
            <a:r>
              <a:rPr lang="en-US" sz="2000" dirty="0" err="1">
                <a:solidFill>
                  <a:schemeClr val="accent2"/>
                </a:solidFill>
              </a:rPr>
              <a:t>পোল্ট্রি</a:t>
            </a:r>
            <a:r>
              <a:rPr lang="en-US" sz="2000" dirty="0">
                <a:solidFill>
                  <a:schemeClr val="accent2"/>
                </a:solidFill>
              </a:rPr>
              <a:t> </a:t>
            </a:r>
            <a:r>
              <a:rPr lang="en-US" sz="2000" dirty="0" err="1">
                <a:solidFill>
                  <a:schemeClr val="accent2"/>
                </a:solidFill>
              </a:rPr>
              <a:t>খামারের</a:t>
            </a:r>
            <a:r>
              <a:rPr lang="en-US" sz="2000" dirty="0">
                <a:solidFill>
                  <a:schemeClr val="accent2"/>
                </a:solidFill>
              </a:rPr>
              <a:t> </a:t>
            </a:r>
            <a:r>
              <a:rPr lang="en-US" sz="2000" dirty="0" err="1">
                <a:solidFill>
                  <a:schemeClr val="accent2"/>
                </a:solidFill>
              </a:rPr>
              <a:t>দৈনন্দিন</a:t>
            </a:r>
            <a:r>
              <a:rPr lang="en-US" sz="2000" dirty="0">
                <a:solidFill>
                  <a:schemeClr val="accent2"/>
                </a:solidFill>
              </a:rPr>
              <a:t> </a:t>
            </a:r>
            <a:r>
              <a:rPr lang="en-US" sz="2000" dirty="0" err="1">
                <a:solidFill>
                  <a:schemeClr val="accent2"/>
                </a:solidFill>
              </a:rPr>
              <a:t>কার্যক্রম</a:t>
            </a:r>
            <a:r>
              <a:rPr lang="en-US" sz="2000" dirty="0">
                <a:solidFill>
                  <a:schemeClr val="accent2"/>
                </a:solidFill>
              </a:rPr>
              <a:t>? </a:t>
            </a:r>
          </a:p>
          <a:p>
            <a:pPr marL="342900" indent="-342900">
              <a:buFont typeface="Wingdings" panose="05000000000000000000" pitchFamily="2" charset="2"/>
              <a:buChar char="q"/>
            </a:pPr>
            <a:r>
              <a:rPr lang="en-US" sz="2000" dirty="0"/>
              <a:t>৮টার </a:t>
            </a:r>
            <a:r>
              <a:rPr lang="en-US" sz="2000" dirty="0" err="1"/>
              <a:t>মধ্যে</a:t>
            </a:r>
            <a:r>
              <a:rPr lang="en-US" sz="2000" dirty="0"/>
              <a:t> </a:t>
            </a:r>
            <a:r>
              <a:rPr lang="en-US" sz="2000" dirty="0" err="1"/>
              <a:t>ব্যাবহৃত</a:t>
            </a:r>
            <a:r>
              <a:rPr lang="en-US" sz="2000" dirty="0"/>
              <a:t> </a:t>
            </a:r>
            <a:r>
              <a:rPr lang="en-US" sz="2000" dirty="0" err="1"/>
              <a:t>পানি</a:t>
            </a:r>
            <a:r>
              <a:rPr lang="en-US" sz="2000" dirty="0"/>
              <a:t> ও </a:t>
            </a:r>
            <a:r>
              <a:rPr lang="en-US" sz="2000" dirty="0" err="1"/>
              <a:t>খাবার</a:t>
            </a:r>
            <a:r>
              <a:rPr lang="en-US" sz="2000" dirty="0"/>
              <a:t> </a:t>
            </a:r>
            <a:r>
              <a:rPr lang="en-US" sz="2000" dirty="0" err="1"/>
              <a:t>পরিষ্কার</a:t>
            </a:r>
            <a:r>
              <a:rPr lang="en-US" sz="2000" dirty="0"/>
              <a:t> </a:t>
            </a:r>
            <a:r>
              <a:rPr lang="en-US" sz="2000" dirty="0" err="1"/>
              <a:t>করে</a:t>
            </a:r>
            <a:r>
              <a:rPr lang="en-US" sz="2000" dirty="0"/>
              <a:t> </a:t>
            </a:r>
            <a:r>
              <a:rPr lang="en-US" sz="2000" dirty="0" err="1"/>
              <a:t>নতুন</a:t>
            </a:r>
            <a:r>
              <a:rPr lang="en-US" sz="2000" dirty="0"/>
              <a:t> </a:t>
            </a:r>
            <a:r>
              <a:rPr lang="en-US" sz="2000" dirty="0" err="1"/>
              <a:t>খাদ্য</a:t>
            </a:r>
            <a:r>
              <a:rPr lang="en-US" sz="2000" dirty="0"/>
              <a:t> ও </a:t>
            </a:r>
            <a:r>
              <a:rPr lang="en-US" sz="2000" dirty="0" err="1"/>
              <a:t>পানি</a:t>
            </a:r>
            <a:r>
              <a:rPr lang="en-US" sz="2000" dirty="0"/>
              <a:t> </a:t>
            </a:r>
            <a:r>
              <a:rPr lang="en-US" sz="2000" dirty="0" err="1"/>
              <a:t>সরবরাহ</a:t>
            </a:r>
            <a:endParaRPr lang="en-US" sz="2000" dirty="0"/>
          </a:p>
          <a:p>
            <a:pPr marL="342900" indent="-342900">
              <a:buFont typeface="Wingdings" panose="05000000000000000000" pitchFamily="2" charset="2"/>
              <a:buChar char="q"/>
            </a:pPr>
            <a:r>
              <a:rPr lang="en-US" sz="2000" dirty="0" err="1"/>
              <a:t>অসুস্থ</a:t>
            </a:r>
            <a:r>
              <a:rPr lang="en-US" sz="2000" dirty="0"/>
              <a:t> </a:t>
            </a:r>
            <a:r>
              <a:rPr lang="en-US" sz="2000" dirty="0" err="1"/>
              <a:t>মনে</a:t>
            </a:r>
            <a:r>
              <a:rPr lang="en-US" sz="2000" dirty="0"/>
              <a:t> </a:t>
            </a:r>
            <a:r>
              <a:rPr lang="en-US" sz="2000" dirty="0" err="1"/>
              <a:t>হলে</a:t>
            </a:r>
            <a:r>
              <a:rPr lang="en-US" sz="2000" dirty="0"/>
              <a:t> </a:t>
            </a:r>
            <a:r>
              <a:rPr lang="en-US" sz="2000" dirty="0" err="1"/>
              <a:t>তাৎক্ষনিক</a:t>
            </a:r>
            <a:r>
              <a:rPr lang="en-US" sz="2000" dirty="0"/>
              <a:t> </a:t>
            </a:r>
            <a:r>
              <a:rPr lang="en-US" sz="2000" dirty="0" err="1"/>
              <a:t>অপসারণ</a:t>
            </a:r>
            <a:endParaRPr lang="en-US" sz="2000" dirty="0"/>
          </a:p>
          <a:p>
            <a:pPr marL="342900" indent="-342900">
              <a:buFont typeface="Wingdings" panose="05000000000000000000" pitchFamily="2" charset="2"/>
              <a:buChar char="q"/>
            </a:pPr>
            <a:r>
              <a:rPr lang="en-US" sz="2000" dirty="0" err="1"/>
              <a:t>দিনে</a:t>
            </a:r>
            <a:r>
              <a:rPr lang="en-US" sz="2000" dirty="0"/>
              <a:t> </a:t>
            </a:r>
            <a:r>
              <a:rPr lang="en-US" sz="2000" dirty="0" err="1"/>
              <a:t>কমপক্ষে</a:t>
            </a:r>
            <a:r>
              <a:rPr lang="en-US" sz="2000" dirty="0"/>
              <a:t> ২ </a:t>
            </a:r>
            <a:r>
              <a:rPr lang="en-US" sz="2000" dirty="0" err="1"/>
              <a:t>বার</a:t>
            </a:r>
            <a:r>
              <a:rPr lang="en-US" sz="2000" dirty="0"/>
              <a:t> </a:t>
            </a:r>
            <a:r>
              <a:rPr lang="en-US" sz="2000" dirty="0" err="1"/>
              <a:t>ডিম</a:t>
            </a:r>
            <a:r>
              <a:rPr lang="en-US" sz="2000" dirty="0"/>
              <a:t> </a:t>
            </a:r>
            <a:r>
              <a:rPr lang="en-US" sz="2000" dirty="0" err="1"/>
              <a:t>সংগ্রহ</a:t>
            </a:r>
            <a:r>
              <a:rPr lang="en-US" sz="2000" dirty="0"/>
              <a:t> </a:t>
            </a:r>
            <a:r>
              <a:rPr lang="en-US" sz="2000" dirty="0" err="1"/>
              <a:t>করা</a:t>
            </a:r>
            <a:endParaRPr lang="en-US" sz="2000" dirty="0"/>
          </a:p>
          <a:p>
            <a:pPr marL="342900" indent="-342900">
              <a:buFont typeface="Wingdings" panose="05000000000000000000" pitchFamily="2" charset="2"/>
              <a:buChar char="q"/>
            </a:pPr>
            <a:r>
              <a:rPr lang="en-US" sz="2000" dirty="0" err="1"/>
              <a:t>জীবানুনাশক</a:t>
            </a:r>
            <a:r>
              <a:rPr lang="en-US" sz="2000" dirty="0"/>
              <a:t> </a:t>
            </a:r>
            <a:r>
              <a:rPr lang="en-US" sz="2000" dirty="0" err="1"/>
              <a:t>দ্বারা</a:t>
            </a:r>
            <a:r>
              <a:rPr lang="en-US" sz="2000" dirty="0"/>
              <a:t> </a:t>
            </a:r>
            <a:r>
              <a:rPr lang="en-US" sz="2000" dirty="0" err="1"/>
              <a:t>ঘর</a:t>
            </a:r>
            <a:r>
              <a:rPr lang="en-US" sz="2000" dirty="0"/>
              <a:t> </a:t>
            </a:r>
            <a:r>
              <a:rPr lang="en-US" sz="2000" dirty="0" err="1"/>
              <a:t>পরিষ্কার</a:t>
            </a:r>
            <a:r>
              <a:rPr lang="en-US" sz="2000" dirty="0"/>
              <a:t> </a:t>
            </a:r>
            <a:r>
              <a:rPr lang="en-US" sz="2000" dirty="0" err="1"/>
              <a:t>করা</a:t>
            </a:r>
            <a:endParaRPr lang="en-US" sz="2000" dirty="0"/>
          </a:p>
          <a:p>
            <a:pPr marL="342900" indent="-342900">
              <a:buFont typeface="Wingdings" panose="05000000000000000000" pitchFamily="2" charset="2"/>
              <a:buChar char="q"/>
            </a:pPr>
            <a:r>
              <a:rPr lang="en-US" sz="2000" dirty="0" err="1"/>
              <a:t>মুরগীর</a:t>
            </a:r>
            <a:r>
              <a:rPr lang="en-US" sz="2000" dirty="0"/>
              <a:t> </a:t>
            </a:r>
            <a:r>
              <a:rPr lang="en-US" sz="2000" dirty="0" err="1"/>
              <a:t>টিকা</a:t>
            </a:r>
            <a:r>
              <a:rPr lang="en-US" sz="2000" dirty="0"/>
              <a:t> </a:t>
            </a:r>
            <a:r>
              <a:rPr lang="en-US" sz="2000" dirty="0" err="1"/>
              <a:t>দেয়া</a:t>
            </a:r>
            <a:endParaRPr lang="en-US" sz="2000" dirty="0"/>
          </a:p>
          <a:p>
            <a:pPr marL="342900" indent="-342900">
              <a:buFont typeface="Wingdings" panose="05000000000000000000" pitchFamily="2" charset="2"/>
              <a:buChar char="q"/>
            </a:pPr>
            <a:r>
              <a:rPr lang="en-US" sz="2000" dirty="0" err="1"/>
              <a:t>প্রতিদিনের</a:t>
            </a:r>
            <a:r>
              <a:rPr lang="en-US" sz="2000" dirty="0"/>
              <a:t> </a:t>
            </a:r>
            <a:r>
              <a:rPr lang="en-US" sz="2000" dirty="0" err="1"/>
              <a:t>মাংস</a:t>
            </a:r>
            <a:r>
              <a:rPr lang="en-US" sz="2000" dirty="0"/>
              <a:t> ও </a:t>
            </a:r>
            <a:r>
              <a:rPr lang="en-US" sz="2000" dirty="0" err="1"/>
              <a:t>ডিম</a:t>
            </a:r>
            <a:r>
              <a:rPr lang="en-US" sz="2000" dirty="0"/>
              <a:t> </a:t>
            </a:r>
            <a:r>
              <a:rPr lang="en-US" sz="2000" dirty="0" err="1"/>
              <a:t>বিক্রির</a:t>
            </a:r>
            <a:r>
              <a:rPr lang="en-US" sz="2000" dirty="0"/>
              <a:t> </a:t>
            </a:r>
            <a:r>
              <a:rPr lang="en-US" sz="2000" dirty="0" err="1"/>
              <a:t>হিসাব</a:t>
            </a:r>
            <a:r>
              <a:rPr lang="en-US" sz="2000" dirty="0"/>
              <a:t> </a:t>
            </a:r>
            <a:r>
              <a:rPr lang="en-US" sz="2000" dirty="0" err="1"/>
              <a:t>রাখা</a:t>
            </a:r>
            <a:endParaRPr lang="en-US" sz="2000" dirty="0"/>
          </a:p>
          <a:p>
            <a:pPr marL="342900" indent="-342900">
              <a:buFont typeface="Wingdings" panose="05000000000000000000" pitchFamily="2" charset="2"/>
              <a:buChar char="q"/>
            </a:pPr>
            <a:r>
              <a:rPr lang="en-US" sz="2000" dirty="0" err="1"/>
              <a:t>মাঝে</a:t>
            </a:r>
            <a:r>
              <a:rPr lang="en-US" sz="2000" dirty="0"/>
              <a:t> </a:t>
            </a:r>
            <a:r>
              <a:rPr lang="en-US" sz="2000" dirty="0" err="1"/>
              <a:t>মাঝে</a:t>
            </a:r>
            <a:r>
              <a:rPr lang="en-US" sz="2000" dirty="0"/>
              <a:t> </a:t>
            </a:r>
            <a:r>
              <a:rPr lang="en-US" sz="2000" dirty="0" err="1"/>
              <a:t>মুরগির</a:t>
            </a:r>
            <a:r>
              <a:rPr lang="en-US" sz="2000" dirty="0"/>
              <a:t> </a:t>
            </a:r>
            <a:r>
              <a:rPr lang="en-US" sz="2000" dirty="0" err="1"/>
              <a:t>লিটার</a:t>
            </a:r>
            <a:r>
              <a:rPr lang="en-US" sz="2000" dirty="0"/>
              <a:t> </a:t>
            </a:r>
            <a:r>
              <a:rPr lang="en-US" sz="2000" dirty="0" err="1"/>
              <a:t>উলোট</a:t>
            </a:r>
            <a:r>
              <a:rPr lang="en-US" sz="2000" dirty="0"/>
              <a:t> </a:t>
            </a:r>
            <a:r>
              <a:rPr lang="en-US" sz="2000" dirty="0" err="1"/>
              <a:t>পালট</a:t>
            </a:r>
            <a:r>
              <a:rPr lang="en-US" sz="2000" dirty="0"/>
              <a:t> </a:t>
            </a:r>
            <a:r>
              <a:rPr lang="en-US" sz="2000" dirty="0" err="1"/>
              <a:t>করে</a:t>
            </a:r>
            <a:r>
              <a:rPr lang="en-US" sz="2000" dirty="0"/>
              <a:t> </a:t>
            </a:r>
            <a:r>
              <a:rPr lang="en-US" sz="2000" dirty="0" err="1"/>
              <a:t>দেয়া</a:t>
            </a:r>
            <a:endParaRPr lang="en-US" sz="2000" dirty="0"/>
          </a:p>
          <a:p>
            <a:pPr marL="342900" indent="-342900">
              <a:buFont typeface="Wingdings" panose="05000000000000000000" pitchFamily="2" charset="2"/>
              <a:buChar char="q"/>
            </a:pPr>
            <a:r>
              <a:rPr lang="en-US" sz="2000" dirty="0" err="1"/>
              <a:t>খাচায়</a:t>
            </a:r>
            <a:r>
              <a:rPr lang="en-US" sz="2000" dirty="0"/>
              <a:t> </a:t>
            </a:r>
            <a:r>
              <a:rPr lang="en-US" sz="2000" dirty="0" err="1"/>
              <a:t>পোল্ট্রি</a:t>
            </a:r>
            <a:r>
              <a:rPr lang="en-US" sz="2000" dirty="0"/>
              <a:t> </a:t>
            </a:r>
            <a:r>
              <a:rPr lang="en-US" sz="2000" dirty="0" err="1"/>
              <a:t>পালন</a:t>
            </a:r>
            <a:r>
              <a:rPr lang="en-US" sz="2000" dirty="0"/>
              <a:t> </a:t>
            </a:r>
            <a:r>
              <a:rPr lang="en-US" sz="2000" dirty="0" err="1"/>
              <a:t>করলে</a:t>
            </a:r>
            <a:r>
              <a:rPr lang="en-US" sz="2000" dirty="0"/>
              <a:t> </a:t>
            </a:r>
            <a:r>
              <a:rPr lang="en-US" sz="2000" dirty="0" err="1"/>
              <a:t>নিচ</a:t>
            </a:r>
            <a:r>
              <a:rPr lang="en-US" sz="2000" dirty="0"/>
              <a:t> </a:t>
            </a:r>
            <a:r>
              <a:rPr lang="en-US" sz="2000" dirty="0" err="1"/>
              <a:t>থেকে</a:t>
            </a:r>
            <a:r>
              <a:rPr lang="en-US" sz="2000" dirty="0"/>
              <a:t> </a:t>
            </a:r>
            <a:r>
              <a:rPr lang="en-US" sz="2000" dirty="0" err="1"/>
              <a:t>ময়লা</a:t>
            </a:r>
            <a:r>
              <a:rPr lang="en-US" sz="2000" dirty="0"/>
              <a:t> </a:t>
            </a:r>
            <a:r>
              <a:rPr lang="en-US" sz="2000" dirty="0" err="1"/>
              <a:t>অপসারণ</a:t>
            </a:r>
            <a:r>
              <a:rPr lang="en-US" sz="2000" dirty="0"/>
              <a:t> </a:t>
            </a:r>
            <a:r>
              <a:rPr lang="en-US" sz="2000" dirty="0" err="1"/>
              <a:t>করা</a:t>
            </a:r>
            <a:endParaRPr lang="en-US" sz="2000" dirty="0"/>
          </a:p>
          <a:p>
            <a:pPr marL="342900" indent="-342900">
              <a:buFont typeface="Wingdings" panose="05000000000000000000" pitchFamily="2" charset="2"/>
              <a:buChar char="q"/>
            </a:pPr>
            <a:r>
              <a:rPr lang="en-US" sz="2000" dirty="0" err="1"/>
              <a:t>ঠুকরাঠুকরির</a:t>
            </a:r>
            <a:r>
              <a:rPr lang="en-US" sz="2000" dirty="0"/>
              <a:t> </a:t>
            </a:r>
            <a:r>
              <a:rPr lang="en-US" sz="2000" dirty="0" err="1"/>
              <a:t>হাত</a:t>
            </a:r>
            <a:r>
              <a:rPr lang="en-US" sz="2000" dirty="0"/>
              <a:t> </a:t>
            </a:r>
            <a:r>
              <a:rPr lang="en-US" sz="2000" dirty="0" err="1"/>
              <a:t>থেকে</a:t>
            </a:r>
            <a:r>
              <a:rPr lang="en-US" sz="2000" dirty="0"/>
              <a:t> </a:t>
            </a:r>
            <a:r>
              <a:rPr lang="en-US" sz="2000" dirty="0" err="1"/>
              <a:t>বাচতে</a:t>
            </a:r>
            <a:r>
              <a:rPr lang="en-US" sz="2000" dirty="0"/>
              <a:t> </a:t>
            </a:r>
            <a:r>
              <a:rPr lang="en-US" sz="2000" dirty="0" err="1"/>
              <a:t>নিয়মিত</a:t>
            </a:r>
            <a:r>
              <a:rPr lang="en-US" sz="2000" dirty="0"/>
              <a:t> </a:t>
            </a:r>
            <a:r>
              <a:rPr lang="en-US" sz="2000" dirty="0" err="1"/>
              <a:t>মুরগীর</a:t>
            </a:r>
            <a:r>
              <a:rPr lang="en-US" sz="2000" dirty="0"/>
              <a:t> </a:t>
            </a:r>
            <a:r>
              <a:rPr lang="en-US" sz="2000" dirty="0" err="1"/>
              <a:t>ঠোট</a:t>
            </a:r>
            <a:r>
              <a:rPr lang="en-US" sz="2000" dirty="0"/>
              <a:t> </a:t>
            </a:r>
            <a:r>
              <a:rPr lang="en-US" sz="2000" dirty="0" err="1"/>
              <a:t>কাটা</a:t>
            </a:r>
            <a:r>
              <a:rPr lang="en-US" sz="2000" dirty="0"/>
              <a:t>  ও </a:t>
            </a:r>
            <a:r>
              <a:rPr lang="en-US" sz="2000" dirty="0" err="1"/>
              <a:t>পুরাতন</a:t>
            </a:r>
            <a:r>
              <a:rPr lang="en-US" sz="2000" dirty="0"/>
              <a:t> </a:t>
            </a:r>
            <a:r>
              <a:rPr lang="en-US" sz="2000" dirty="0" err="1"/>
              <a:t>মুরগী</a:t>
            </a:r>
            <a:r>
              <a:rPr lang="en-US" sz="2000" dirty="0"/>
              <a:t> </a:t>
            </a:r>
            <a:r>
              <a:rPr lang="en-US" sz="2000" dirty="0" err="1"/>
              <a:t>সরানো</a:t>
            </a:r>
            <a:endParaRPr lang="en-US" sz="2000" dirty="0"/>
          </a:p>
          <a:p>
            <a:pPr marL="342900" indent="-342900">
              <a:buFont typeface="Wingdings" panose="05000000000000000000" pitchFamily="2" charset="2"/>
              <a:buChar char="q"/>
            </a:pPr>
            <a:endParaRPr lang="en-US" sz="2000" dirty="0"/>
          </a:p>
          <a:p>
            <a:r>
              <a:rPr lang="en-US" sz="2000" dirty="0" err="1">
                <a:solidFill>
                  <a:schemeClr val="accent2"/>
                </a:solidFill>
              </a:rPr>
              <a:t>পোল্ট্রির</a:t>
            </a:r>
            <a:r>
              <a:rPr lang="en-US" sz="2000" dirty="0">
                <a:solidFill>
                  <a:schemeClr val="accent2"/>
                </a:solidFill>
              </a:rPr>
              <a:t> </a:t>
            </a:r>
            <a:r>
              <a:rPr lang="en-US" sz="2000" dirty="0" err="1">
                <a:solidFill>
                  <a:schemeClr val="accent2"/>
                </a:solidFill>
              </a:rPr>
              <a:t>খরচ</a:t>
            </a:r>
            <a:r>
              <a:rPr lang="en-US" sz="2000" dirty="0">
                <a:solidFill>
                  <a:schemeClr val="accent2"/>
                </a:solidFill>
              </a:rPr>
              <a:t> </a:t>
            </a:r>
          </a:p>
          <a:p>
            <a:r>
              <a:rPr lang="en-US" sz="2000" dirty="0" err="1"/>
              <a:t>স্থায়ী</a:t>
            </a:r>
            <a:r>
              <a:rPr lang="en-US" sz="2000" dirty="0"/>
              <a:t> </a:t>
            </a:r>
            <a:r>
              <a:rPr lang="en-US" sz="2000" dirty="0" err="1"/>
              <a:t>খরচঃ</a:t>
            </a:r>
            <a:r>
              <a:rPr lang="en-US" sz="2000" dirty="0"/>
              <a:t> </a:t>
            </a:r>
            <a:r>
              <a:rPr lang="en-US" sz="2000" dirty="0" err="1"/>
              <a:t>ঘরবাড়ি</a:t>
            </a:r>
            <a:r>
              <a:rPr lang="en-US" sz="2000" dirty="0"/>
              <a:t> ও </a:t>
            </a:r>
            <a:r>
              <a:rPr lang="en-US" sz="2000" dirty="0" err="1"/>
              <a:t>সরঞ্জাম</a:t>
            </a:r>
            <a:r>
              <a:rPr lang="en-US" sz="2000" dirty="0"/>
              <a:t> </a:t>
            </a:r>
            <a:r>
              <a:rPr lang="en-US" sz="2000" dirty="0" err="1"/>
              <a:t>কেনাকাটা</a:t>
            </a:r>
            <a:endParaRPr lang="en-US" sz="2000" dirty="0"/>
          </a:p>
          <a:p>
            <a:r>
              <a:rPr lang="en-US" sz="2000" dirty="0" err="1"/>
              <a:t>আবর্তক</a:t>
            </a:r>
            <a:r>
              <a:rPr lang="en-US" sz="2000" dirty="0"/>
              <a:t> / </a:t>
            </a:r>
            <a:r>
              <a:rPr lang="en-US" sz="2000" dirty="0" err="1"/>
              <a:t>চলতি</a:t>
            </a:r>
            <a:r>
              <a:rPr lang="en-US" sz="2000" dirty="0"/>
              <a:t> </a:t>
            </a:r>
            <a:r>
              <a:rPr lang="en-US" sz="2000" dirty="0" err="1"/>
              <a:t>খরচঃ</a:t>
            </a:r>
            <a:r>
              <a:rPr lang="en-US" sz="2000" dirty="0"/>
              <a:t> </a:t>
            </a:r>
            <a:r>
              <a:rPr lang="en-US" sz="2000" dirty="0" err="1"/>
              <a:t>খাবার</a:t>
            </a:r>
            <a:r>
              <a:rPr lang="en-US" sz="2000" dirty="0"/>
              <a:t> ও </a:t>
            </a:r>
            <a:r>
              <a:rPr lang="en-US" sz="2000" dirty="0" err="1"/>
              <a:t>ব্যাবস্থাপনায়</a:t>
            </a:r>
            <a:r>
              <a:rPr lang="en-US" sz="2000" dirty="0"/>
              <a:t> </a:t>
            </a:r>
            <a:r>
              <a:rPr lang="en-US" sz="2000" dirty="0" err="1"/>
              <a:t>ব্যয়</a:t>
            </a:r>
            <a:endParaRPr lang="en-US" sz="2000" dirty="0"/>
          </a:p>
          <a:p>
            <a:endParaRPr lang="en-US" sz="2000" dirty="0">
              <a:solidFill>
                <a:schemeClr val="accent2"/>
              </a:solidFill>
            </a:endParaRPr>
          </a:p>
          <a:p>
            <a:pPr marL="342900" indent="-342900">
              <a:buFont typeface="Wingdings" panose="05000000000000000000" pitchFamily="2" charset="2"/>
              <a:buChar char="q"/>
            </a:pPr>
            <a:endParaRPr lang="en-US" sz="2000" dirty="0"/>
          </a:p>
          <a:p>
            <a:endParaRPr lang="bn-IN" sz="2000" dirty="0">
              <a:solidFill>
                <a:schemeClr val="accent2"/>
              </a:solidFill>
            </a:endParaRPr>
          </a:p>
        </p:txBody>
      </p:sp>
    </p:spTree>
    <p:extLst>
      <p:ext uri="{BB962C8B-B14F-4D97-AF65-F5344CB8AC3E}">
        <p14:creationId xmlns:p14="http://schemas.microsoft.com/office/powerpoint/2010/main" val="11205441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পোল্ট্রি</a:t>
            </a:r>
            <a:r>
              <a:rPr lang="en-US" sz="4400" dirty="0"/>
              <a:t> </a:t>
            </a:r>
            <a:r>
              <a:rPr lang="en-US" sz="4400" dirty="0" err="1"/>
              <a:t>খামারের</a:t>
            </a:r>
            <a:r>
              <a:rPr lang="en-US" sz="4400" dirty="0"/>
              <a:t> </a:t>
            </a:r>
            <a:r>
              <a:rPr lang="en-US" sz="4400" dirty="0" err="1"/>
              <a:t>পরিকল্পনা</a:t>
            </a:r>
            <a:endParaRPr lang="en-US" dirty="0"/>
          </a:p>
        </p:txBody>
      </p:sp>
      <p:graphicFrame>
        <p:nvGraphicFramePr>
          <p:cNvPr id="4" name="Diagram 3">
            <a:extLst>
              <a:ext uri="{FF2B5EF4-FFF2-40B4-BE49-F238E27FC236}">
                <a16:creationId xmlns:a16="http://schemas.microsoft.com/office/drawing/2014/main" id="{676B293C-B827-5B16-7B91-061AE9C00506}"/>
              </a:ext>
            </a:extLst>
          </p:cNvPr>
          <p:cNvGraphicFramePr/>
          <p:nvPr>
            <p:extLst>
              <p:ext uri="{D42A27DB-BD31-4B8C-83A1-F6EECF244321}">
                <p14:modId xmlns:p14="http://schemas.microsoft.com/office/powerpoint/2010/main" val="3276787396"/>
              </p:ext>
            </p:extLst>
          </p:nvPr>
        </p:nvGraphicFramePr>
        <p:xfrm>
          <a:off x="273269" y="1975945"/>
          <a:ext cx="11666483" cy="4246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687814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লেয়ার</a:t>
            </a:r>
            <a:r>
              <a:rPr lang="en-US" sz="4400" dirty="0"/>
              <a:t> </a:t>
            </a:r>
            <a:r>
              <a:rPr lang="en-US" sz="4400" dirty="0" err="1"/>
              <a:t>খামারের</a:t>
            </a:r>
            <a:r>
              <a:rPr lang="en-US" sz="4400" dirty="0"/>
              <a:t> </a:t>
            </a:r>
            <a:r>
              <a:rPr lang="en-US" sz="4400" dirty="0" err="1"/>
              <a:t>পরিকল্পনা</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3847207"/>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3200" dirty="0" err="1"/>
              <a:t>উপযুক্ত</a:t>
            </a:r>
            <a:r>
              <a:rPr lang="en-US" sz="3200" dirty="0"/>
              <a:t> </a:t>
            </a:r>
            <a:r>
              <a:rPr lang="en-US" sz="3200" dirty="0" err="1"/>
              <a:t>স্থান</a:t>
            </a:r>
            <a:r>
              <a:rPr lang="en-US" sz="3200" dirty="0"/>
              <a:t> </a:t>
            </a:r>
            <a:r>
              <a:rPr lang="en-US" sz="3200" dirty="0" err="1"/>
              <a:t>নির্বাচন</a:t>
            </a:r>
            <a:endParaRPr lang="en-US" sz="3200" dirty="0"/>
          </a:p>
          <a:p>
            <a:pPr marL="457200" indent="-457200">
              <a:buFont typeface="Wingdings" panose="05000000000000000000" pitchFamily="2" charset="2"/>
              <a:buChar char="Ø"/>
            </a:pPr>
            <a:r>
              <a:rPr lang="en-US" sz="3200" dirty="0" err="1"/>
              <a:t>ঘর</a:t>
            </a:r>
            <a:r>
              <a:rPr lang="en-US" sz="3200" dirty="0"/>
              <a:t> </a:t>
            </a:r>
            <a:r>
              <a:rPr lang="en-US" sz="3200" dirty="0" err="1"/>
              <a:t>তৈরী</a:t>
            </a:r>
            <a:endParaRPr lang="en-US" sz="3200" dirty="0"/>
          </a:p>
          <a:p>
            <a:pPr marL="457200" indent="-457200">
              <a:buFont typeface="Wingdings" panose="05000000000000000000" pitchFamily="2" charset="2"/>
              <a:buChar char="Ø"/>
            </a:pPr>
            <a:r>
              <a:rPr lang="en-US" sz="3200" dirty="0" err="1"/>
              <a:t>উন্নজাতের</a:t>
            </a:r>
            <a:r>
              <a:rPr lang="en-US" sz="3200" dirty="0"/>
              <a:t> </a:t>
            </a:r>
            <a:r>
              <a:rPr lang="en-US" sz="3200" dirty="0" err="1"/>
              <a:t>বাচ্চা</a:t>
            </a:r>
            <a:r>
              <a:rPr lang="en-US" sz="3200" dirty="0"/>
              <a:t> </a:t>
            </a:r>
            <a:r>
              <a:rPr lang="en-US" sz="3200" dirty="0" err="1"/>
              <a:t>প্রাপ্তি</a:t>
            </a:r>
            <a:endParaRPr lang="en-US" sz="3200" dirty="0"/>
          </a:p>
          <a:p>
            <a:pPr marL="457200" indent="-457200">
              <a:buFont typeface="Wingdings" panose="05000000000000000000" pitchFamily="2" charset="2"/>
              <a:buChar char="Ø"/>
            </a:pPr>
            <a:r>
              <a:rPr lang="en-US" sz="3200" dirty="0" err="1"/>
              <a:t>খাদ্য</a:t>
            </a:r>
            <a:r>
              <a:rPr lang="en-US" sz="3200" dirty="0"/>
              <a:t> ও </a:t>
            </a:r>
            <a:r>
              <a:rPr lang="en-US" sz="3200" dirty="0" err="1"/>
              <a:t>পানি</a:t>
            </a:r>
            <a:r>
              <a:rPr lang="en-US" sz="3200" dirty="0"/>
              <a:t> </a:t>
            </a:r>
            <a:r>
              <a:rPr lang="en-US" sz="3200" dirty="0" err="1"/>
              <a:t>ব্যাবস্থাপনা</a:t>
            </a:r>
            <a:endParaRPr lang="en-US" sz="3200" dirty="0"/>
          </a:p>
          <a:p>
            <a:pPr marL="457200" indent="-457200">
              <a:buFont typeface="Wingdings" panose="05000000000000000000" pitchFamily="2" charset="2"/>
              <a:buChar char="Ø"/>
            </a:pPr>
            <a:r>
              <a:rPr lang="en-US" sz="3200" dirty="0" err="1"/>
              <a:t>তাপ</a:t>
            </a:r>
            <a:r>
              <a:rPr lang="en-US" sz="3200" dirty="0"/>
              <a:t> ও </a:t>
            </a:r>
            <a:r>
              <a:rPr lang="en-US" sz="3200" dirty="0" err="1"/>
              <a:t>আলো</a:t>
            </a:r>
            <a:r>
              <a:rPr lang="en-US" sz="3200" dirty="0"/>
              <a:t> </a:t>
            </a:r>
            <a:r>
              <a:rPr lang="en-US" sz="3200" dirty="0" err="1"/>
              <a:t>ব্যাবস্থা</a:t>
            </a:r>
            <a:endParaRPr lang="en-US" sz="3200" dirty="0"/>
          </a:p>
          <a:p>
            <a:pPr marL="457200" indent="-457200">
              <a:buFont typeface="Wingdings" panose="05000000000000000000" pitchFamily="2" charset="2"/>
              <a:buChar char="Ø"/>
            </a:pPr>
            <a:r>
              <a:rPr lang="en-US" sz="3200" dirty="0" err="1"/>
              <a:t>জৈব</a:t>
            </a:r>
            <a:r>
              <a:rPr lang="en-US" sz="3200" dirty="0"/>
              <a:t> </a:t>
            </a:r>
            <a:r>
              <a:rPr lang="en-US" sz="3200" dirty="0" err="1"/>
              <a:t>নিরাপত্তা</a:t>
            </a:r>
            <a:r>
              <a:rPr lang="en-US" sz="3200" dirty="0"/>
              <a:t> ও </a:t>
            </a:r>
            <a:r>
              <a:rPr lang="en-US" sz="3200" dirty="0" err="1"/>
              <a:t>রোগ</a:t>
            </a:r>
            <a:r>
              <a:rPr lang="en-US" sz="3200" dirty="0"/>
              <a:t> </a:t>
            </a:r>
            <a:r>
              <a:rPr lang="en-US" sz="3200" dirty="0" err="1"/>
              <a:t>প্রতিরোধ</a:t>
            </a:r>
            <a:r>
              <a:rPr lang="en-US" sz="3200" dirty="0"/>
              <a:t> </a:t>
            </a:r>
            <a:r>
              <a:rPr lang="en-US" sz="3200" dirty="0" err="1"/>
              <a:t>ব্যাবস্থা</a:t>
            </a:r>
            <a:endParaRPr lang="en-US" sz="3200" dirty="0"/>
          </a:p>
          <a:p>
            <a:pPr marL="457200" indent="-457200">
              <a:buFont typeface="Wingdings" panose="05000000000000000000" pitchFamily="2" charset="2"/>
              <a:buChar char="Ø"/>
            </a:pPr>
            <a:r>
              <a:rPr lang="en-US" sz="3200" dirty="0" err="1"/>
              <a:t>ডিম</a:t>
            </a:r>
            <a:r>
              <a:rPr lang="en-US" sz="3200" dirty="0"/>
              <a:t> </a:t>
            </a:r>
            <a:r>
              <a:rPr lang="en-US" sz="3200" dirty="0" err="1"/>
              <a:t>পাড়ার</a:t>
            </a:r>
            <a:r>
              <a:rPr lang="en-US" sz="3200" dirty="0"/>
              <a:t> </a:t>
            </a:r>
            <a:r>
              <a:rPr lang="en-US" sz="3200" dirty="0" err="1"/>
              <a:t>বাক্স</a:t>
            </a:r>
            <a:r>
              <a:rPr lang="en-US" sz="3200" dirty="0"/>
              <a:t> ও </a:t>
            </a:r>
            <a:r>
              <a:rPr lang="en-US" sz="3200" dirty="0" err="1"/>
              <a:t>সংগ্রহ</a:t>
            </a:r>
            <a:endParaRPr lang="bn-IN" sz="3200" dirty="0"/>
          </a:p>
        </p:txBody>
      </p:sp>
      <p:pic>
        <p:nvPicPr>
          <p:cNvPr id="2050" name="Picture 2" descr="Poultry farming - Wikipedia">
            <a:extLst>
              <a:ext uri="{FF2B5EF4-FFF2-40B4-BE49-F238E27FC236}">
                <a16:creationId xmlns:a16="http://schemas.microsoft.com/office/drawing/2014/main" id="{074FA643-80B3-2767-93B2-B9E2A28DEC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3413" y="1889254"/>
            <a:ext cx="3318588" cy="4983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147893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ব্রয়লার</a:t>
            </a:r>
            <a:r>
              <a:rPr lang="en-US" sz="4400" dirty="0"/>
              <a:t> </a:t>
            </a:r>
            <a:r>
              <a:rPr lang="en-US" sz="4400" dirty="0" err="1"/>
              <a:t>খামারের</a:t>
            </a:r>
            <a:r>
              <a:rPr lang="en-US" sz="4400" dirty="0"/>
              <a:t> </a:t>
            </a:r>
            <a:r>
              <a:rPr lang="en-US" sz="4400" dirty="0" err="1"/>
              <a:t>পরিকল্পনা</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4339650"/>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3200" dirty="0" err="1"/>
              <a:t>উপযুক্ত</a:t>
            </a:r>
            <a:r>
              <a:rPr lang="en-US" sz="3200" dirty="0"/>
              <a:t> </a:t>
            </a:r>
            <a:r>
              <a:rPr lang="en-US" sz="3200" dirty="0" err="1"/>
              <a:t>স্থান</a:t>
            </a:r>
            <a:r>
              <a:rPr lang="en-US" sz="3200" dirty="0"/>
              <a:t> </a:t>
            </a:r>
            <a:r>
              <a:rPr lang="en-US" sz="3200" dirty="0" err="1"/>
              <a:t>নির্বাচন</a:t>
            </a:r>
            <a:endParaRPr lang="en-US" sz="3200" dirty="0"/>
          </a:p>
          <a:p>
            <a:pPr marL="457200" indent="-457200">
              <a:buFont typeface="Wingdings" panose="05000000000000000000" pitchFamily="2" charset="2"/>
              <a:buChar char="Ø"/>
            </a:pPr>
            <a:r>
              <a:rPr lang="en-US" sz="3200" dirty="0" err="1"/>
              <a:t>ঘর</a:t>
            </a:r>
            <a:r>
              <a:rPr lang="en-US" sz="3200" dirty="0"/>
              <a:t> </a:t>
            </a:r>
            <a:r>
              <a:rPr lang="en-US" sz="3200" dirty="0" err="1"/>
              <a:t>তৈরী</a:t>
            </a:r>
            <a:endParaRPr lang="en-US" sz="3200" dirty="0"/>
          </a:p>
          <a:p>
            <a:pPr marL="457200" indent="-457200">
              <a:buFont typeface="Wingdings" panose="05000000000000000000" pitchFamily="2" charset="2"/>
              <a:buChar char="Ø"/>
            </a:pPr>
            <a:r>
              <a:rPr lang="en-US" sz="3200" dirty="0" err="1"/>
              <a:t>ব্রুডার</a:t>
            </a:r>
            <a:r>
              <a:rPr lang="en-US" sz="3200" dirty="0"/>
              <a:t> </a:t>
            </a:r>
            <a:r>
              <a:rPr lang="en-US" sz="3200" dirty="0" err="1"/>
              <a:t>হাউজ</a:t>
            </a:r>
            <a:r>
              <a:rPr lang="en-US" sz="3200" dirty="0"/>
              <a:t> </a:t>
            </a:r>
            <a:r>
              <a:rPr lang="en-US" sz="3200" dirty="0" err="1"/>
              <a:t>তৈরী</a:t>
            </a:r>
            <a:endParaRPr lang="en-US" sz="3200" dirty="0"/>
          </a:p>
          <a:p>
            <a:pPr marL="457200" indent="-457200">
              <a:buFont typeface="Wingdings" panose="05000000000000000000" pitchFamily="2" charset="2"/>
              <a:buChar char="Ø"/>
            </a:pPr>
            <a:r>
              <a:rPr lang="en-US" sz="3200" dirty="0" err="1"/>
              <a:t>লিটার</a:t>
            </a:r>
            <a:r>
              <a:rPr lang="en-US" sz="3200" dirty="0"/>
              <a:t> </a:t>
            </a:r>
            <a:r>
              <a:rPr lang="en-US" sz="3200" dirty="0" err="1"/>
              <a:t>ব্যাবস্থাপনা</a:t>
            </a:r>
            <a:endParaRPr lang="en-US" sz="3200" dirty="0"/>
          </a:p>
          <a:p>
            <a:pPr marL="457200" indent="-457200">
              <a:buFont typeface="Wingdings" panose="05000000000000000000" pitchFamily="2" charset="2"/>
              <a:buChar char="Ø"/>
            </a:pPr>
            <a:r>
              <a:rPr lang="en-US" sz="3200" dirty="0" err="1"/>
              <a:t>বাচ্চা</a:t>
            </a:r>
            <a:r>
              <a:rPr lang="en-US" sz="3200" dirty="0"/>
              <a:t> </a:t>
            </a:r>
            <a:r>
              <a:rPr lang="en-US" sz="3200" dirty="0" err="1"/>
              <a:t>ব্যাবস্থাপনা</a:t>
            </a:r>
            <a:endParaRPr lang="en-US" sz="3200" dirty="0"/>
          </a:p>
          <a:p>
            <a:pPr marL="457200" indent="-457200">
              <a:buFont typeface="Wingdings" panose="05000000000000000000" pitchFamily="2" charset="2"/>
              <a:buChar char="Ø"/>
            </a:pPr>
            <a:r>
              <a:rPr lang="en-US" sz="3200" dirty="0" err="1"/>
              <a:t>তাপমাত্রা</a:t>
            </a:r>
            <a:r>
              <a:rPr lang="en-US" sz="3200" dirty="0"/>
              <a:t> </a:t>
            </a:r>
            <a:r>
              <a:rPr lang="en-US" sz="3200" dirty="0" err="1"/>
              <a:t>নিয়ন্ত্রন</a:t>
            </a:r>
            <a:endParaRPr lang="en-US" sz="3200" dirty="0"/>
          </a:p>
          <a:p>
            <a:pPr marL="457200" indent="-457200">
              <a:buFont typeface="Wingdings" panose="05000000000000000000" pitchFamily="2" charset="2"/>
              <a:buChar char="Ø"/>
            </a:pPr>
            <a:r>
              <a:rPr lang="en-US" sz="3200" dirty="0" err="1"/>
              <a:t>বাচ্চার</a:t>
            </a:r>
            <a:r>
              <a:rPr lang="en-US" sz="3200" dirty="0"/>
              <a:t> </a:t>
            </a:r>
            <a:r>
              <a:rPr lang="en-US" sz="3200" dirty="0" err="1"/>
              <a:t>খাদ্য</a:t>
            </a:r>
            <a:r>
              <a:rPr lang="en-US" sz="3200" dirty="0"/>
              <a:t> ও </a:t>
            </a:r>
            <a:r>
              <a:rPr lang="en-US" sz="3200" dirty="0" err="1"/>
              <a:t>বাড়ন্ত</a:t>
            </a:r>
            <a:r>
              <a:rPr lang="en-US" sz="3200" dirty="0"/>
              <a:t> </a:t>
            </a:r>
            <a:r>
              <a:rPr lang="en-US" sz="3200" dirty="0" err="1"/>
              <a:t>ব্রয়লারের</a:t>
            </a:r>
            <a:r>
              <a:rPr lang="en-US" sz="3200" dirty="0"/>
              <a:t> </a:t>
            </a:r>
            <a:r>
              <a:rPr lang="en-US" sz="3200" dirty="0" err="1"/>
              <a:t>খাদ্য</a:t>
            </a:r>
            <a:endParaRPr lang="en-US" sz="3200" dirty="0"/>
          </a:p>
          <a:p>
            <a:pPr marL="457200" indent="-457200">
              <a:buFont typeface="Wingdings" panose="05000000000000000000" pitchFamily="2" charset="2"/>
              <a:buChar char="Ø"/>
            </a:pPr>
            <a:r>
              <a:rPr lang="en-US" sz="3200" dirty="0" err="1"/>
              <a:t>জৈব</a:t>
            </a:r>
            <a:r>
              <a:rPr lang="en-US" sz="3200" dirty="0"/>
              <a:t> </a:t>
            </a:r>
            <a:r>
              <a:rPr lang="en-US" sz="3200" dirty="0" err="1"/>
              <a:t>নিরাপত্তা</a:t>
            </a:r>
            <a:r>
              <a:rPr lang="en-US" sz="3200" dirty="0"/>
              <a:t> ও </a:t>
            </a:r>
            <a:r>
              <a:rPr lang="en-US" sz="3200" dirty="0" err="1"/>
              <a:t>টিকা</a:t>
            </a:r>
            <a:r>
              <a:rPr lang="en-US" sz="3200" dirty="0"/>
              <a:t> </a:t>
            </a:r>
            <a:r>
              <a:rPr lang="en-US" sz="3200" dirty="0" err="1"/>
              <a:t>দান</a:t>
            </a:r>
            <a:endParaRPr lang="en-US" sz="3200" dirty="0"/>
          </a:p>
        </p:txBody>
      </p:sp>
      <p:pic>
        <p:nvPicPr>
          <p:cNvPr id="3074" name="Picture 2" descr="China Poultry Farm Design Pan Feed System For Broiler And Laying Hens  Manufacturers and Suppliers - Factory Wholesale - Goldenest Machinery">
            <a:extLst>
              <a:ext uri="{FF2B5EF4-FFF2-40B4-BE49-F238E27FC236}">
                <a16:creationId xmlns:a16="http://schemas.microsoft.com/office/drawing/2014/main" id="{87647380-653F-911E-7257-E67DBCC9BC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0002" y="1826002"/>
            <a:ext cx="5031998" cy="5031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207766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TM03457503[[fn=Quotable]]</Template>
  <TotalTime>1056</TotalTime>
  <Words>2227</Words>
  <Application>Microsoft Office PowerPoint</Application>
  <PresentationFormat>Widescreen</PresentationFormat>
  <Paragraphs>407</Paragraphs>
  <Slides>46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Century Gothic</vt:lpstr>
      <vt:lpstr>Wingdings</vt:lpstr>
      <vt:lpstr>Wingdings 2</vt:lpstr>
      <vt:lpstr>Quotable</vt:lpstr>
      <vt:lpstr>পোল্ট্রি পালন</vt:lpstr>
      <vt:lpstr>পোল্ট্রির সংজ্ঞা</vt:lpstr>
      <vt:lpstr>পোল্ট্রি সম্পর্কিত কিছু সংজ্ঞা</vt:lpstr>
      <vt:lpstr>পোল্ট্রির পরিধি ও শ্রেণিকরণ</vt:lpstr>
      <vt:lpstr>উত্তর দাও</vt:lpstr>
      <vt:lpstr>পোল্ট্রির প্রয়োজনীয়তা</vt:lpstr>
      <vt:lpstr>পোল্ট্রির শিল্পের সমস্যা</vt:lpstr>
      <vt:lpstr>পোল্ট্রির শিল্পের সমস্যা সমাধানের উপায়</vt:lpstr>
      <vt:lpstr>পোল্ট্রির বিভিন্ন জাত</vt:lpstr>
      <vt:lpstr>মুরগীর পালনের উদ্যেশ্য ভিত্তিক শ্রেণীবিভাগ</vt:lpstr>
      <vt:lpstr>মুরগীর পালনের উদ্যেশ্য ভিত্তিক শ্রেণীবিভাগ</vt:lpstr>
      <vt:lpstr>মুরগীর পালনের উদ্যেশ্য ভিত্তিক শ্রেণীবিভাগ</vt:lpstr>
      <vt:lpstr>মুরগীর স্থানভিত্তিক শ্রেণিবিভাগ</vt:lpstr>
      <vt:lpstr>মুরগীর আমেরিকান, ভূমধ্যসাগরীয়, ইংলিশ ও এশীয় জাতের তুলনামূলক বৈশিষ্ট্য</vt:lpstr>
      <vt:lpstr>বাণিজ্যিক ব্রয়লার ও লেয়ার হাইব্রিড</vt:lpstr>
      <vt:lpstr>আমেরিকান মুরগীর জাত ও বৈশিষ্ট্য</vt:lpstr>
      <vt:lpstr>আমেরিকান মুরগীর জাত ও বৈশিষ্ট্য</vt:lpstr>
      <vt:lpstr>আমেরিকান মুরগীর জাত ও বৈশিষ্ট্য</vt:lpstr>
      <vt:lpstr>ভূমধ্যসাগরীয় মুরগীর জাত ও বৈশিষ্ট্য</vt:lpstr>
      <vt:lpstr>ভূমধ্যসাগরীয় মুরগীর জাত ও বৈশিষ্ট্য</vt:lpstr>
      <vt:lpstr>ভূমধ্যসাগরীয় মুরগীর জাত ও বৈশিষ্ট্য</vt:lpstr>
      <vt:lpstr>ইংলিশ শ্রেনীর মুরগীর জাত ও বৈশিষ্ট্য</vt:lpstr>
      <vt:lpstr>এশীয় শ্রেনীর মুরগীর জাত ও বৈশিষ্ট্য</vt:lpstr>
      <vt:lpstr>বাচ্চা ফুটানোর জন্য ডিম নির্বাচন ও সংরক্ষন</vt:lpstr>
      <vt:lpstr>বাচ্চা ফুটানোর জন্য ডিম নির্বাচন ও সংরক্ষন</vt:lpstr>
      <vt:lpstr>ডিম ফোটানোর পদ্ধতি</vt:lpstr>
      <vt:lpstr>প্রাকৃতিক পদ্ধতি</vt:lpstr>
      <vt:lpstr>কৃত্তিম পদ্ধতি, ইনকিউবেটর</vt:lpstr>
      <vt:lpstr>কৃত্তিম পদ্ধতি, ইনকিউবেটর</vt:lpstr>
      <vt:lpstr>কৃত্তিম পদ্ধতি, তুষ তুলা পদ্ধতি</vt:lpstr>
      <vt:lpstr>কৃত্তিম পদ্ধতি ও প্রাকৃতিক পদ্ধতির তুলনা</vt:lpstr>
      <vt:lpstr>ডিম অনুর্বর হওয়ার কারণ</vt:lpstr>
      <vt:lpstr>মুরগী পালন পদ্ধতি</vt:lpstr>
      <vt:lpstr>মুক্ত পালন পদ্ধতি</vt:lpstr>
      <vt:lpstr>মুক্ত পালন পদ্ধতি</vt:lpstr>
      <vt:lpstr>অর্ধমুক্ত পালন পদ্ধতি</vt:lpstr>
      <vt:lpstr>অর্ধমুক্ত পালন পদ্ধতি</vt:lpstr>
      <vt:lpstr>আবদ্ধ পালন পদ্ধতি (বিচালি বা লিটার)</vt:lpstr>
      <vt:lpstr>আবদ্ধ পালন পদ্ধতি (বিচালি বা লিটার)</vt:lpstr>
      <vt:lpstr>আবদ্ধ পালন পদ্ধতি (খাচা পদ্ধতি)</vt:lpstr>
      <vt:lpstr>আবদ্ধ পালন পদ্ধতি (খাচা পদ্ধতি)</vt:lpstr>
      <vt:lpstr>পোল্ট্রি খামার ও ব্যাবস্থাপনা</vt:lpstr>
      <vt:lpstr>পোল্ট্রি খামার ও ব্যাবস্থাপনা</vt:lpstr>
      <vt:lpstr>পোল্ট্রি খামারের পরিকল্পনা</vt:lpstr>
      <vt:lpstr>লেয়ার খামারের পরিকল্পনা</vt:lpstr>
      <vt:lpstr>ব্রয়লার খামারের পরিকল্পনা</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বিশেষ উৎপাদন সম্পর্কিত কৃষি প্রযুক্তি</dc:title>
  <dc:creator>Abdullah Limon</dc:creator>
  <cp:lastModifiedBy>Abdullah Limon</cp:lastModifiedBy>
  <cp:revision>212</cp:revision>
  <dcterms:created xsi:type="dcterms:W3CDTF">2025-01-01T02:54:10Z</dcterms:created>
  <dcterms:modified xsi:type="dcterms:W3CDTF">2025-04-30T00:48:30Z</dcterms:modified>
</cp:coreProperties>
</file>