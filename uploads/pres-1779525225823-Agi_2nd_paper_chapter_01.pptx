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314" r:id="rId5"/>
    <p:sldId id="380" r:id="rId6"/>
    <p:sldId id="381" r:id="rId7"/>
    <p:sldId id="382" r:id="rId8"/>
    <p:sldId id="383" r:id="rId9"/>
    <p:sldId id="384" r:id="rId10"/>
    <p:sldId id="385" r:id="rId11"/>
    <p:sldId id="386" r:id="rId12"/>
    <p:sldId id="387" r:id="rId13"/>
    <p:sldId id="388" r:id="rId14"/>
    <p:sldId id="389" r:id="rId15"/>
    <p:sldId id="390" r:id="rId16"/>
    <p:sldId id="391" r:id="rId17"/>
    <p:sldId id="392" r:id="rId18"/>
    <p:sldId id="393" r:id="rId19"/>
    <p:sldId id="394" r:id="rId20"/>
    <p:sldId id="395" r:id="rId21"/>
    <p:sldId id="396" r:id="rId22"/>
    <p:sldId id="397" r:id="rId23"/>
    <p:sldId id="398" r:id="rId24"/>
    <p:sldId id="399" r:id="rId25"/>
    <p:sldId id="400" r:id="rId26"/>
    <p:sldId id="401" r:id="rId27"/>
    <p:sldId id="402" r:id="rId28"/>
    <p:sldId id="311" r:id="rId29"/>
    <p:sldId id="259" r:id="rId30"/>
    <p:sldId id="312" r:id="rId31"/>
    <p:sldId id="313"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30" r:id="rId48"/>
    <p:sldId id="331" r:id="rId49"/>
    <p:sldId id="332" r:id="rId50"/>
    <p:sldId id="334" r:id="rId51"/>
    <p:sldId id="335" r:id="rId52"/>
    <p:sldId id="336" r:id="rId53"/>
    <p:sldId id="337" r:id="rId54"/>
    <p:sldId id="338" r:id="rId55"/>
    <p:sldId id="339" r:id="rId56"/>
    <p:sldId id="340" r:id="rId57"/>
    <p:sldId id="345" r:id="rId58"/>
    <p:sldId id="341" r:id="rId59"/>
    <p:sldId id="342" r:id="rId60"/>
    <p:sldId id="346" r:id="rId61"/>
    <p:sldId id="343" r:id="rId62"/>
    <p:sldId id="347" r:id="rId63"/>
    <p:sldId id="344" r:id="rId64"/>
    <p:sldId id="348" r:id="rId65"/>
    <p:sldId id="349" r:id="rId66"/>
    <p:sldId id="351" r:id="rId67"/>
    <p:sldId id="350" r:id="rId68"/>
    <p:sldId id="352" r:id="rId69"/>
    <p:sldId id="353" r:id="rId70"/>
    <p:sldId id="354" r:id="rId71"/>
    <p:sldId id="355" r:id="rId72"/>
    <p:sldId id="356" r:id="rId73"/>
    <p:sldId id="357" r:id="rId74"/>
    <p:sldId id="358" r:id="rId75"/>
    <p:sldId id="359" r:id="rId76"/>
    <p:sldId id="360" r:id="rId77"/>
    <p:sldId id="361" r:id="rId78"/>
    <p:sldId id="362" r:id="rId79"/>
    <p:sldId id="363" r:id="rId80"/>
    <p:sldId id="364" r:id="rId81"/>
    <p:sldId id="365" r:id="rId82"/>
    <p:sldId id="366" r:id="rId83"/>
    <p:sldId id="367" r:id="rId84"/>
    <p:sldId id="368" r:id="rId85"/>
    <p:sldId id="369" r:id="rId86"/>
    <p:sldId id="371" r:id="rId87"/>
    <p:sldId id="370" r:id="rId88"/>
    <p:sldId id="372" r:id="rId89"/>
    <p:sldId id="373" r:id="rId90"/>
    <p:sldId id="374" r:id="rId91"/>
    <p:sldId id="375" r:id="rId92"/>
    <p:sldId id="376" r:id="rId93"/>
    <p:sldId id="377" r:id="rId94"/>
    <p:sldId id="378" r:id="rId95"/>
    <p:sldId id="379" r:id="rId9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dullah Limon" initials="AL" lastIdx="1" clrIdx="0">
    <p:extLst>
      <p:ext uri="{19B8F6BF-5375-455C-9EA6-DF929625EA0E}">
        <p15:presenceInfo xmlns:p15="http://schemas.microsoft.com/office/powerpoint/2012/main" userId="ccbb95a3173f64d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825" autoAdjust="0"/>
    <p:restoredTop sz="94660"/>
  </p:normalViewPr>
  <p:slideViewPr>
    <p:cSldViewPr snapToGrid="0">
      <p:cViewPr varScale="1">
        <p:scale>
          <a:sx n="103" d="100"/>
          <a:sy n="103" d="100"/>
        </p:scale>
        <p:origin x="114" y="16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presProps" Target="presProps.xml"/><Relationship Id="rId3" Type="http://schemas.openxmlformats.org/officeDocument/2006/relationships/slide" Target="slides/slide2.xml"/></Relationships>
</file>

<file path=ppt/diagrams/_rels/drawing15.xml.rels><?xml version="1.0" encoding="UTF-8" standalone="yes"?>
<Relationships xmlns="http://schemas.openxmlformats.org/package/2006/relationships"><Relationship Id="rId1" Type="http://schemas.openxmlformats.org/officeDocument/2006/relationships/image" Target="../media/image1.jpeg"/></Relationships>
</file>

<file path=ppt/diagrams/_rels/drawing16.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9FC0380F-66B2-4639-ADB7-EC2221CEDF4C}">
      <dgm:prSet phldrT="[Text]"/>
      <dgm:spPr/>
      <dgm:t>
        <a:bodyPr/>
        <a:lstStyle/>
        <a:p>
          <a:r>
            <a:rPr lang="en-US" dirty="0" err="1"/>
            <a:t>স্বভাবের</a:t>
          </a:r>
          <a:r>
            <a:rPr lang="en-US" dirty="0"/>
            <a:t> </a:t>
          </a:r>
          <a:r>
            <a:rPr lang="en-US" dirty="0" err="1"/>
            <a:t>ভিত্তিতে</a:t>
          </a:r>
          <a:endParaRPr lang="en-US" dirty="0"/>
        </a:p>
      </dgm:t>
    </dgm:pt>
    <dgm:pt modelId="{06EF3AE0-8F2D-4A51-888E-80F52EAC573C}" type="parTrans" cxnId="{F576F63D-66DF-4D65-BAA8-4457DE826F2C}">
      <dgm:prSet/>
      <dgm:spPr/>
      <dgm:t>
        <a:bodyPr/>
        <a:lstStyle/>
        <a:p>
          <a:endParaRPr lang="en-US"/>
        </a:p>
      </dgm:t>
    </dgm:pt>
    <dgm:pt modelId="{5CEEE8B7-9DB8-4B1C-B906-2D856F5C433C}" type="sibTrans" cxnId="{F576F63D-66DF-4D65-BAA8-4457DE826F2C}">
      <dgm:prSet/>
      <dgm:spPr/>
      <dgm:t>
        <a:bodyPr/>
        <a:lstStyle/>
        <a:p>
          <a:endParaRPr lang="en-US"/>
        </a:p>
      </dgm:t>
    </dgm:pt>
    <dgm:pt modelId="{0F9C4989-EB48-4ED0-851B-098B245834CB}">
      <dgm:prSet phldrT="[Text]"/>
      <dgm:spPr/>
      <dgm:t>
        <a:bodyPr/>
        <a:lstStyle/>
        <a:p>
          <a:r>
            <a:rPr lang="en-US" dirty="0" err="1"/>
            <a:t>শান্তস্বভাবীঃ</a:t>
          </a:r>
          <a:r>
            <a:rPr lang="en-US" dirty="0"/>
            <a:t> </a:t>
          </a:r>
          <a:r>
            <a:rPr lang="en-US" dirty="0" err="1"/>
            <a:t>রুই</a:t>
          </a:r>
          <a:r>
            <a:rPr lang="en-US" dirty="0"/>
            <a:t>, </a:t>
          </a:r>
          <a:r>
            <a:rPr lang="en-US" dirty="0" err="1"/>
            <a:t>কাতলা</a:t>
          </a:r>
          <a:endParaRPr lang="en-US" dirty="0"/>
        </a:p>
      </dgm:t>
    </dgm:pt>
    <dgm:pt modelId="{D18D6075-7BD0-44FC-89CA-73F9A9E54804}" type="parTrans" cxnId="{DECABBF0-7FDC-4F9D-8AF2-DB53C35A656C}">
      <dgm:prSet/>
      <dgm:spPr/>
    </dgm:pt>
    <dgm:pt modelId="{919BD828-5DDA-4993-8370-62C9157ACE96}" type="sibTrans" cxnId="{DECABBF0-7FDC-4F9D-8AF2-DB53C35A656C}">
      <dgm:prSet/>
      <dgm:spPr/>
    </dgm:pt>
    <dgm:pt modelId="{1B18E066-AC74-4218-84A7-435BBBA5DDF7}">
      <dgm:prSet phldrT="[Text]"/>
      <dgm:spPr/>
      <dgm:t>
        <a:bodyPr/>
        <a:lstStyle/>
        <a:p>
          <a:r>
            <a:rPr lang="en-US" dirty="0" err="1"/>
            <a:t>রাক্ষুসে</a:t>
          </a:r>
          <a:r>
            <a:rPr lang="en-US" dirty="0"/>
            <a:t> </a:t>
          </a:r>
          <a:r>
            <a:rPr lang="en-US" dirty="0" err="1"/>
            <a:t>মাছঃ</a:t>
          </a:r>
          <a:r>
            <a:rPr lang="en-US" dirty="0"/>
            <a:t> </a:t>
          </a:r>
          <a:r>
            <a:rPr lang="en-US" dirty="0" err="1"/>
            <a:t>মাগুর</a:t>
          </a:r>
          <a:r>
            <a:rPr lang="en-US" dirty="0"/>
            <a:t>, </a:t>
          </a:r>
          <a:r>
            <a:rPr lang="en-US" dirty="0" err="1"/>
            <a:t>শোল</a:t>
          </a:r>
          <a:r>
            <a:rPr lang="en-US" dirty="0"/>
            <a:t>, </a:t>
          </a:r>
          <a:r>
            <a:rPr lang="en-US" dirty="0" err="1"/>
            <a:t>গজার</a:t>
          </a:r>
          <a:endParaRPr lang="en-US" dirty="0"/>
        </a:p>
      </dgm:t>
    </dgm:pt>
    <dgm:pt modelId="{90F90C90-E90E-42C5-9D83-3F66C3A2B5C1}" type="parTrans" cxnId="{FBD092E3-8CE6-472E-A17A-BC5D99BB70FA}">
      <dgm:prSet/>
      <dgm:spPr/>
    </dgm:pt>
    <dgm:pt modelId="{BD86AA39-027A-4AC9-8BE1-13607929DC82}" type="sibTrans" cxnId="{FBD092E3-8CE6-472E-A17A-BC5D99BB70FA}">
      <dgm:prSet/>
      <dgm:spPr/>
    </dgm:pt>
    <dgm:pt modelId="{18AF78F6-0CAC-47AE-9A35-22F97E796686}">
      <dgm:prSet phldrT="[Text]"/>
      <dgm:spPr/>
      <dgm:t>
        <a:bodyPr/>
        <a:lstStyle/>
        <a:p>
          <a:r>
            <a:rPr lang="en-US" dirty="0" err="1"/>
            <a:t>অবাঞ্চিত</a:t>
          </a:r>
          <a:r>
            <a:rPr lang="en-US" dirty="0"/>
            <a:t> </a:t>
          </a:r>
          <a:r>
            <a:rPr lang="en-US" dirty="0" err="1"/>
            <a:t>মাছঃ</a:t>
          </a:r>
          <a:r>
            <a:rPr lang="en-US" dirty="0"/>
            <a:t> </a:t>
          </a:r>
          <a:r>
            <a:rPr lang="en-US" dirty="0" err="1"/>
            <a:t>চান্দা</a:t>
          </a:r>
          <a:r>
            <a:rPr lang="en-US" dirty="0"/>
            <a:t> , </a:t>
          </a:r>
          <a:r>
            <a:rPr lang="en-US" dirty="0" err="1"/>
            <a:t>মলা</a:t>
          </a:r>
          <a:r>
            <a:rPr lang="en-US" dirty="0"/>
            <a:t>, </a:t>
          </a:r>
          <a:r>
            <a:rPr lang="en-US" dirty="0" err="1"/>
            <a:t>পুটি</a:t>
          </a:r>
          <a:endParaRPr lang="en-US" dirty="0"/>
        </a:p>
      </dgm:t>
    </dgm:pt>
    <dgm:pt modelId="{FD82E89F-57A7-4D5A-906E-1E32A348B47B}" type="parTrans" cxnId="{5D67EF95-EED0-430C-A28A-626B7612B186}">
      <dgm:prSet/>
      <dgm:spPr/>
    </dgm:pt>
    <dgm:pt modelId="{D6AC0E8A-B973-4586-910E-3CDB216D1D12}" type="sibTrans" cxnId="{5D67EF95-EED0-430C-A28A-626B7612B186}">
      <dgm:prSet/>
      <dgm:spPr/>
    </dgm:pt>
    <dgm:pt modelId="{EA2DFB08-3B24-4886-AEEE-A3CFE6EEAF23}" type="pres">
      <dgm:prSet presAssocID="{0B0BBC68-9942-4C9C-815C-3966CBF9D4CF}" presName="mainComposite" presStyleCnt="0">
        <dgm:presLayoutVars>
          <dgm:chPref val="1"/>
          <dgm:dir/>
          <dgm:animOne val="branch"/>
          <dgm:animLvl val="lvl"/>
          <dgm:resizeHandles val="exact"/>
        </dgm:presLayoutVars>
      </dgm:prSet>
      <dgm:spPr/>
    </dgm:pt>
    <dgm:pt modelId="{28D34685-CB30-4B35-B230-808B9664BFD5}" type="pres">
      <dgm:prSet presAssocID="{0B0BBC68-9942-4C9C-815C-3966CBF9D4CF}" presName="hierFlow" presStyleCnt="0"/>
      <dgm:spPr/>
    </dgm:pt>
    <dgm:pt modelId="{417589B2-3068-43ED-8F54-F4F925E7852D}" type="pres">
      <dgm:prSet presAssocID="{0B0BBC68-9942-4C9C-815C-3966CBF9D4CF}" presName="hierChild1" presStyleCnt="0">
        <dgm:presLayoutVars>
          <dgm:chPref val="1"/>
          <dgm:animOne val="branch"/>
          <dgm:animLvl val="lvl"/>
        </dgm:presLayoutVars>
      </dgm:prSet>
      <dgm:spPr/>
    </dgm:pt>
    <dgm:pt modelId="{2FF3A5F7-3C96-4A3E-8C97-AA2C3BEC1B33}" type="pres">
      <dgm:prSet presAssocID="{9FC0380F-66B2-4639-ADB7-EC2221CEDF4C}" presName="Name14" presStyleCnt="0"/>
      <dgm:spPr/>
    </dgm:pt>
    <dgm:pt modelId="{3899E468-6DBA-4888-AA58-734D77D196EC}" type="pres">
      <dgm:prSet presAssocID="{9FC0380F-66B2-4639-ADB7-EC2221CEDF4C}" presName="level1Shape" presStyleLbl="node0" presStyleIdx="0" presStyleCnt="1">
        <dgm:presLayoutVars>
          <dgm:chPref val="3"/>
        </dgm:presLayoutVars>
      </dgm:prSet>
      <dgm:spPr/>
    </dgm:pt>
    <dgm:pt modelId="{5113DCFF-39A1-4162-BBEE-ADE4172C6B7B}" type="pres">
      <dgm:prSet presAssocID="{9FC0380F-66B2-4639-ADB7-EC2221CEDF4C}" presName="hierChild2" presStyleCnt="0"/>
      <dgm:spPr/>
    </dgm:pt>
    <dgm:pt modelId="{37636999-08C4-4C68-B728-455F0C0C07CB}" type="pres">
      <dgm:prSet presAssocID="{D18D6075-7BD0-44FC-89CA-73F9A9E54804}" presName="Name19" presStyleLbl="parChTrans1D2" presStyleIdx="0" presStyleCnt="3"/>
      <dgm:spPr/>
    </dgm:pt>
    <dgm:pt modelId="{8CE30E06-EFF2-4EEF-BD6F-88B29C172C4E}" type="pres">
      <dgm:prSet presAssocID="{0F9C4989-EB48-4ED0-851B-098B245834CB}" presName="Name21" presStyleCnt="0"/>
      <dgm:spPr/>
    </dgm:pt>
    <dgm:pt modelId="{5B5B9327-12B9-46AD-8916-9BF11AB35631}" type="pres">
      <dgm:prSet presAssocID="{0F9C4989-EB48-4ED0-851B-098B245834CB}" presName="level2Shape" presStyleLbl="node2" presStyleIdx="0" presStyleCnt="3"/>
      <dgm:spPr/>
    </dgm:pt>
    <dgm:pt modelId="{FED3C5A5-4873-4773-B558-DDEC31A5A5EA}" type="pres">
      <dgm:prSet presAssocID="{0F9C4989-EB48-4ED0-851B-098B245834CB}" presName="hierChild3" presStyleCnt="0"/>
      <dgm:spPr/>
    </dgm:pt>
    <dgm:pt modelId="{DD973130-FB6E-41BC-BB88-3C3ED7575068}" type="pres">
      <dgm:prSet presAssocID="{90F90C90-E90E-42C5-9D83-3F66C3A2B5C1}" presName="Name19" presStyleLbl="parChTrans1D2" presStyleIdx="1" presStyleCnt="3"/>
      <dgm:spPr/>
    </dgm:pt>
    <dgm:pt modelId="{364CB0B6-0F44-45D9-8CC2-5C7A2B84D845}" type="pres">
      <dgm:prSet presAssocID="{1B18E066-AC74-4218-84A7-435BBBA5DDF7}" presName="Name21" presStyleCnt="0"/>
      <dgm:spPr/>
    </dgm:pt>
    <dgm:pt modelId="{73075C73-4952-4B04-A705-1E6A9093DC63}" type="pres">
      <dgm:prSet presAssocID="{1B18E066-AC74-4218-84A7-435BBBA5DDF7}" presName="level2Shape" presStyleLbl="node2" presStyleIdx="1" presStyleCnt="3"/>
      <dgm:spPr/>
    </dgm:pt>
    <dgm:pt modelId="{105DE1C1-190E-4759-BA44-B01E1CD56C36}" type="pres">
      <dgm:prSet presAssocID="{1B18E066-AC74-4218-84A7-435BBBA5DDF7}" presName="hierChild3" presStyleCnt="0"/>
      <dgm:spPr/>
    </dgm:pt>
    <dgm:pt modelId="{D5426115-E5BB-433B-B531-9AF78E711935}" type="pres">
      <dgm:prSet presAssocID="{FD82E89F-57A7-4D5A-906E-1E32A348B47B}" presName="Name19" presStyleLbl="parChTrans1D2" presStyleIdx="2" presStyleCnt="3"/>
      <dgm:spPr/>
    </dgm:pt>
    <dgm:pt modelId="{189E1240-9EB4-4274-A2CE-32399998ABB9}" type="pres">
      <dgm:prSet presAssocID="{18AF78F6-0CAC-47AE-9A35-22F97E796686}" presName="Name21" presStyleCnt="0"/>
      <dgm:spPr/>
    </dgm:pt>
    <dgm:pt modelId="{0DB27434-41AA-4414-BDB3-B37CC1D63417}" type="pres">
      <dgm:prSet presAssocID="{18AF78F6-0CAC-47AE-9A35-22F97E796686}" presName="level2Shape" presStyleLbl="node2" presStyleIdx="2" presStyleCnt="3"/>
      <dgm:spPr/>
    </dgm:pt>
    <dgm:pt modelId="{1A9ECC6D-609C-4FCA-B799-5CDB490E6DFA}" type="pres">
      <dgm:prSet presAssocID="{18AF78F6-0CAC-47AE-9A35-22F97E796686}" presName="hierChild3" presStyleCnt="0"/>
      <dgm:spPr/>
    </dgm:pt>
    <dgm:pt modelId="{F4BF86CD-B1F9-47E0-80D0-98AF976CD52C}" type="pres">
      <dgm:prSet presAssocID="{0B0BBC68-9942-4C9C-815C-3966CBF9D4CF}" presName="bgShapesFlow" presStyleCnt="0"/>
      <dgm:spPr/>
    </dgm:pt>
  </dgm:ptLst>
  <dgm:cxnLst>
    <dgm:cxn modelId="{291E0E34-9A6D-409B-93D0-F428B44E2599}" type="presOf" srcId="{1B18E066-AC74-4218-84A7-435BBBA5DDF7}" destId="{73075C73-4952-4B04-A705-1E6A9093DC63}" srcOrd="0" destOrd="0" presId="urn:microsoft.com/office/officeart/2005/8/layout/hierarchy6"/>
    <dgm:cxn modelId="{1480243C-49B8-4C78-919A-9641910E4217}" type="presOf" srcId="{18AF78F6-0CAC-47AE-9A35-22F97E796686}" destId="{0DB27434-41AA-4414-BDB3-B37CC1D63417}" srcOrd="0" destOrd="0" presId="urn:microsoft.com/office/officeart/2005/8/layout/hierarchy6"/>
    <dgm:cxn modelId="{F576F63D-66DF-4D65-BAA8-4457DE826F2C}" srcId="{0B0BBC68-9942-4C9C-815C-3966CBF9D4CF}" destId="{9FC0380F-66B2-4639-ADB7-EC2221CEDF4C}" srcOrd="0" destOrd="0" parTransId="{06EF3AE0-8F2D-4A51-888E-80F52EAC573C}" sibTransId="{5CEEE8B7-9DB8-4B1C-B906-2D856F5C433C}"/>
    <dgm:cxn modelId="{637BF58B-FEF7-4F33-94D0-764D67933986}" type="presOf" srcId="{90F90C90-E90E-42C5-9D83-3F66C3A2B5C1}" destId="{DD973130-FB6E-41BC-BB88-3C3ED7575068}" srcOrd="0" destOrd="0" presId="urn:microsoft.com/office/officeart/2005/8/layout/hierarchy6"/>
    <dgm:cxn modelId="{5D67EF95-EED0-430C-A28A-626B7612B186}" srcId="{9FC0380F-66B2-4639-ADB7-EC2221CEDF4C}" destId="{18AF78F6-0CAC-47AE-9A35-22F97E796686}" srcOrd="2" destOrd="0" parTransId="{FD82E89F-57A7-4D5A-906E-1E32A348B47B}" sibTransId="{D6AC0E8A-B973-4586-910E-3CDB216D1D12}"/>
    <dgm:cxn modelId="{EB4D41AA-D1E9-42DA-A69E-F365BCE3FA84}" type="presOf" srcId="{0F9C4989-EB48-4ED0-851B-098B245834CB}" destId="{5B5B9327-12B9-46AD-8916-9BF11AB35631}" srcOrd="0" destOrd="0" presId="urn:microsoft.com/office/officeart/2005/8/layout/hierarchy6"/>
    <dgm:cxn modelId="{4395C2B0-CA18-4247-ADCC-99A7BE8D0D71}" type="presOf" srcId="{D18D6075-7BD0-44FC-89CA-73F9A9E54804}" destId="{37636999-08C4-4C68-B728-455F0C0C07CB}" srcOrd="0" destOrd="0" presId="urn:microsoft.com/office/officeart/2005/8/layout/hierarchy6"/>
    <dgm:cxn modelId="{7E405FDD-D420-43A2-9668-B2A60DD5A6FF}" type="presOf" srcId="{0B0BBC68-9942-4C9C-815C-3966CBF9D4CF}" destId="{EA2DFB08-3B24-4886-AEEE-A3CFE6EEAF23}" srcOrd="0" destOrd="0" presId="urn:microsoft.com/office/officeart/2005/8/layout/hierarchy6"/>
    <dgm:cxn modelId="{FBD092E3-8CE6-472E-A17A-BC5D99BB70FA}" srcId="{9FC0380F-66B2-4639-ADB7-EC2221CEDF4C}" destId="{1B18E066-AC74-4218-84A7-435BBBA5DDF7}" srcOrd="1" destOrd="0" parTransId="{90F90C90-E90E-42C5-9D83-3F66C3A2B5C1}" sibTransId="{BD86AA39-027A-4AC9-8BE1-13607929DC82}"/>
    <dgm:cxn modelId="{66E1CCED-46E3-4110-9FE4-12B5F1C473A6}" type="presOf" srcId="{FD82E89F-57A7-4D5A-906E-1E32A348B47B}" destId="{D5426115-E5BB-433B-B531-9AF78E711935}" srcOrd="0" destOrd="0" presId="urn:microsoft.com/office/officeart/2005/8/layout/hierarchy6"/>
    <dgm:cxn modelId="{DECABBF0-7FDC-4F9D-8AF2-DB53C35A656C}" srcId="{9FC0380F-66B2-4639-ADB7-EC2221CEDF4C}" destId="{0F9C4989-EB48-4ED0-851B-098B245834CB}" srcOrd="0" destOrd="0" parTransId="{D18D6075-7BD0-44FC-89CA-73F9A9E54804}" sibTransId="{919BD828-5DDA-4993-8370-62C9157ACE96}"/>
    <dgm:cxn modelId="{15E8E2F9-BA75-4EBC-B255-BDA7549E4C2E}" type="presOf" srcId="{9FC0380F-66B2-4639-ADB7-EC2221CEDF4C}" destId="{3899E468-6DBA-4888-AA58-734D77D196EC}" srcOrd="0" destOrd="0" presId="urn:microsoft.com/office/officeart/2005/8/layout/hierarchy6"/>
    <dgm:cxn modelId="{067B4CDB-2EFA-4826-8964-D791542AED0D}" type="presParOf" srcId="{EA2DFB08-3B24-4886-AEEE-A3CFE6EEAF23}" destId="{28D34685-CB30-4B35-B230-808B9664BFD5}" srcOrd="0" destOrd="0" presId="urn:microsoft.com/office/officeart/2005/8/layout/hierarchy6"/>
    <dgm:cxn modelId="{2B3F1EF5-EEF9-49E0-8002-8AA0CA3E2E74}" type="presParOf" srcId="{28D34685-CB30-4B35-B230-808B9664BFD5}" destId="{417589B2-3068-43ED-8F54-F4F925E7852D}" srcOrd="0" destOrd="0" presId="urn:microsoft.com/office/officeart/2005/8/layout/hierarchy6"/>
    <dgm:cxn modelId="{377627D6-A75D-4CB2-B84F-80D661E3832E}" type="presParOf" srcId="{417589B2-3068-43ED-8F54-F4F925E7852D}" destId="{2FF3A5F7-3C96-4A3E-8C97-AA2C3BEC1B33}" srcOrd="0" destOrd="0" presId="urn:microsoft.com/office/officeart/2005/8/layout/hierarchy6"/>
    <dgm:cxn modelId="{C39DC8C6-4419-4EA0-99EB-1916E2AABBD0}" type="presParOf" srcId="{2FF3A5F7-3C96-4A3E-8C97-AA2C3BEC1B33}" destId="{3899E468-6DBA-4888-AA58-734D77D196EC}" srcOrd="0" destOrd="0" presId="urn:microsoft.com/office/officeart/2005/8/layout/hierarchy6"/>
    <dgm:cxn modelId="{F09EDB3A-7564-4D89-9210-7C9B15EC1E27}" type="presParOf" srcId="{2FF3A5F7-3C96-4A3E-8C97-AA2C3BEC1B33}" destId="{5113DCFF-39A1-4162-BBEE-ADE4172C6B7B}" srcOrd="1" destOrd="0" presId="urn:microsoft.com/office/officeart/2005/8/layout/hierarchy6"/>
    <dgm:cxn modelId="{260C52CD-C207-4625-AF64-79901B18FBE2}" type="presParOf" srcId="{5113DCFF-39A1-4162-BBEE-ADE4172C6B7B}" destId="{37636999-08C4-4C68-B728-455F0C0C07CB}" srcOrd="0" destOrd="0" presId="urn:microsoft.com/office/officeart/2005/8/layout/hierarchy6"/>
    <dgm:cxn modelId="{A4D24453-0A94-4D1F-8116-D8EBB96F2A1A}" type="presParOf" srcId="{5113DCFF-39A1-4162-BBEE-ADE4172C6B7B}" destId="{8CE30E06-EFF2-4EEF-BD6F-88B29C172C4E}" srcOrd="1" destOrd="0" presId="urn:microsoft.com/office/officeart/2005/8/layout/hierarchy6"/>
    <dgm:cxn modelId="{216D8D27-AAA8-4F6C-90CB-A935A3942BA2}" type="presParOf" srcId="{8CE30E06-EFF2-4EEF-BD6F-88B29C172C4E}" destId="{5B5B9327-12B9-46AD-8916-9BF11AB35631}" srcOrd="0" destOrd="0" presId="urn:microsoft.com/office/officeart/2005/8/layout/hierarchy6"/>
    <dgm:cxn modelId="{193BEE90-862C-4FF2-966F-5112A1BA0880}" type="presParOf" srcId="{8CE30E06-EFF2-4EEF-BD6F-88B29C172C4E}" destId="{FED3C5A5-4873-4773-B558-DDEC31A5A5EA}" srcOrd="1" destOrd="0" presId="urn:microsoft.com/office/officeart/2005/8/layout/hierarchy6"/>
    <dgm:cxn modelId="{A51BD8D2-D511-4A98-8759-EE0905E74AEC}" type="presParOf" srcId="{5113DCFF-39A1-4162-BBEE-ADE4172C6B7B}" destId="{DD973130-FB6E-41BC-BB88-3C3ED7575068}" srcOrd="2" destOrd="0" presId="urn:microsoft.com/office/officeart/2005/8/layout/hierarchy6"/>
    <dgm:cxn modelId="{D8327BD7-62DA-4456-9664-AFFD6D03B975}" type="presParOf" srcId="{5113DCFF-39A1-4162-BBEE-ADE4172C6B7B}" destId="{364CB0B6-0F44-45D9-8CC2-5C7A2B84D845}" srcOrd="3" destOrd="0" presId="urn:microsoft.com/office/officeart/2005/8/layout/hierarchy6"/>
    <dgm:cxn modelId="{9E22F765-E517-42CD-A419-41FCE69AC5C8}" type="presParOf" srcId="{364CB0B6-0F44-45D9-8CC2-5C7A2B84D845}" destId="{73075C73-4952-4B04-A705-1E6A9093DC63}" srcOrd="0" destOrd="0" presId="urn:microsoft.com/office/officeart/2005/8/layout/hierarchy6"/>
    <dgm:cxn modelId="{3B5604F2-C464-473D-80E5-8F7740E8CF77}" type="presParOf" srcId="{364CB0B6-0F44-45D9-8CC2-5C7A2B84D845}" destId="{105DE1C1-190E-4759-BA44-B01E1CD56C36}" srcOrd="1" destOrd="0" presId="urn:microsoft.com/office/officeart/2005/8/layout/hierarchy6"/>
    <dgm:cxn modelId="{FD384FA9-B048-4D9F-A544-80C2D400C75F}" type="presParOf" srcId="{5113DCFF-39A1-4162-BBEE-ADE4172C6B7B}" destId="{D5426115-E5BB-433B-B531-9AF78E711935}" srcOrd="4" destOrd="0" presId="urn:microsoft.com/office/officeart/2005/8/layout/hierarchy6"/>
    <dgm:cxn modelId="{FA3782DE-B332-46A6-AC40-8364966F49F2}" type="presParOf" srcId="{5113DCFF-39A1-4162-BBEE-ADE4172C6B7B}" destId="{189E1240-9EB4-4274-A2CE-32399998ABB9}" srcOrd="5" destOrd="0" presId="urn:microsoft.com/office/officeart/2005/8/layout/hierarchy6"/>
    <dgm:cxn modelId="{4246F0A8-0A82-4996-83ED-D561B1899E84}" type="presParOf" srcId="{189E1240-9EB4-4274-A2CE-32399998ABB9}" destId="{0DB27434-41AA-4414-BDB3-B37CC1D63417}" srcOrd="0" destOrd="0" presId="urn:microsoft.com/office/officeart/2005/8/layout/hierarchy6"/>
    <dgm:cxn modelId="{3A1B7A0A-B379-475A-B8E7-912695C73244}" type="presParOf" srcId="{189E1240-9EB4-4274-A2CE-32399998ABB9}" destId="{1A9ECC6D-609C-4FCA-B799-5CDB490E6DFA}" srcOrd="1" destOrd="0" presId="urn:microsoft.com/office/officeart/2005/8/layout/hierarchy6"/>
    <dgm:cxn modelId="{AB29CAE6-E6A0-4445-9B23-28768D9EC73F}" type="presParOf" srcId="{EA2DFB08-3B24-4886-AEEE-A3CFE6EEAF23}" destId="{F4BF86CD-B1F9-47E0-80D0-98AF976CD52C}"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9FC0380F-66B2-4639-ADB7-EC2221CEDF4C}">
      <dgm:prSet phldrT="[Text]"/>
      <dgm:spPr/>
      <dgm:t>
        <a:bodyPr/>
        <a:lstStyle/>
        <a:p>
          <a:r>
            <a:rPr lang="en-US" dirty="0" err="1"/>
            <a:t>আন্তঃকংকালের</a:t>
          </a:r>
          <a:r>
            <a:rPr lang="en-US" dirty="0"/>
            <a:t> </a:t>
          </a:r>
          <a:r>
            <a:rPr lang="en-US" dirty="0" err="1"/>
            <a:t>ভিত্তিতে</a:t>
          </a:r>
          <a:endParaRPr lang="en-US" dirty="0"/>
        </a:p>
      </dgm:t>
    </dgm:pt>
    <dgm:pt modelId="{06EF3AE0-8F2D-4A51-888E-80F52EAC573C}" type="parTrans" cxnId="{F576F63D-66DF-4D65-BAA8-4457DE826F2C}">
      <dgm:prSet/>
      <dgm:spPr/>
      <dgm:t>
        <a:bodyPr/>
        <a:lstStyle/>
        <a:p>
          <a:endParaRPr lang="en-US"/>
        </a:p>
      </dgm:t>
    </dgm:pt>
    <dgm:pt modelId="{5CEEE8B7-9DB8-4B1C-B906-2D856F5C433C}" type="sibTrans" cxnId="{F576F63D-66DF-4D65-BAA8-4457DE826F2C}">
      <dgm:prSet/>
      <dgm:spPr/>
      <dgm:t>
        <a:bodyPr/>
        <a:lstStyle/>
        <a:p>
          <a:endParaRPr lang="en-US"/>
        </a:p>
      </dgm:t>
    </dgm:pt>
    <dgm:pt modelId="{1A8F66AD-F5EB-49F7-B8D5-C975B626962B}">
      <dgm:prSet phldrT="[Text]"/>
      <dgm:spPr/>
      <dgm:t>
        <a:bodyPr/>
        <a:lstStyle/>
        <a:p>
          <a:r>
            <a:rPr lang="en-US" dirty="0" err="1"/>
            <a:t>তরুনাস্থিযুক্তঃ</a:t>
          </a:r>
          <a:r>
            <a:rPr lang="en-US" dirty="0"/>
            <a:t> </a:t>
          </a:r>
          <a:r>
            <a:rPr lang="en-US" dirty="0" err="1"/>
            <a:t>করাত</a:t>
          </a:r>
          <a:r>
            <a:rPr lang="en-US" dirty="0"/>
            <a:t> </a:t>
          </a:r>
          <a:r>
            <a:rPr lang="en-US" dirty="0" err="1"/>
            <a:t>মাছ</a:t>
          </a:r>
          <a:r>
            <a:rPr lang="en-US" dirty="0"/>
            <a:t>, </a:t>
          </a:r>
          <a:r>
            <a:rPr lang="en-US" dirty="0" err="1"/>
            <a:t>হাংগর</a:t>
          </a:r>
          <a:endParaRPr lang="en-US" dirty="0"/>
        </a:p>
      </dgm:t>
    </dgm:pt>
    <dgm:pt modelId="{C9138F56-0FAE-48F7-A032-81D13FF3672D}" type="parTrans" cxnId="{7A614E3A-39E2-48D2-888B-C3EC48586CE2}">
      <dgm:prSet/>
      <dgm:spPr/>
    </dgm:pt>
    <dgm:pt modelId="{0E4D94C3-59AA-4F57-9096-650518FF95C4}" type="sibTrans" cxnId="{7A614E3A-39E2-48D2-888B-C3EC48586CE2}">
      <dgm:prSet/>
      <dgm:spPr/>
    </dgm:pt>
    <dgm:pt modelId="{C16E79E3-64DF-4E8D-BBAA-2D1CE1F64E9C}">
      <dgm:prSet phldrT="[Text]"/>
      <dgm:spPr/>
      <dgm:t>
        <a:bodyPr/>
        <a:lstStyle/>
        <a:p>
          <a:r>
            <a:rPr lang="en-US" dirty="0" err="1"/>
            <a:t>অস্থিবিশিষ্ট্য</a:t>
          </a:r>
          <a:r>
            <a:rPr lang="en-US" dirty="0"/>
            <a:t> </a:t>
          </a:r>
          <a:r>
            <a:rPr lang="en-US" dirty="0" err="1"/>
            <a:t>মাছঃ</a:t>
          </a:r>
          <a:r>
            <a:rPr lang="en-US" dirty="0"/>
            <a:t> </a:t>
          </a:r>
          <a:r>
            <a:rPr lang="en-US" dirty="0" err="1"/>
            <a:t>রুই</a:t>
          </a:r>
          <a:r>
            <a:rPr lang="en-US" dirty="0"/>
            <a:t>, </a:t>
          </a:r>
          <a:r>
            <a:rPr lang="en-US" dirty="0" err="1"/>
            <a:t>কাতলা</a:t>
          </a:r>
          <a:r>
            <a:rPr lang="en-US" dirty="0"/>
            <a:t>, </a:t>
          </a:r>
          <a:r>
            <a:rPr lang="en-US" dirty="0" err="1"/>
            <a:t>মৃগেল</a:t>
          </a:r>
          <a:endParaRPr lang="en-US" dirty="0"/>
        </a:p>
      </dgm:t>
    </dgm:pt>
    <dgm:pt modelId="{38682D6C-697F-4AF0-933C-D84D59FC6A14}" type="parTrans" cxnId="{DF4813EC-1422-4E0D-A655-40DFE4256A3E}">
      <dgm:prSet/>
      <dgm:spPr/>
    </dgm:pt>
    <dgm:pt modelId="{8EF90911-72BF-4742-AF83-A5CE1C5F7884}" type="sibTrans" cxnId="{DF4813EC-1422-4E0D-A655-40DFE4256A3E}">
      <dgm:prSet/>
      <dgm:spPr/>
    </dgm:pt>
    <dgm:pt modelId="{EA2DFB08-3B24-4886-AEEE-A3CFE6EEAF23}" type="pres">
      <dgm:prSet presAssocID="{0B0BBC68-9942-4C9C-815C-3966CBF9D4CF}" presName="mainComposite" presStyleCnt="0">
        <dgm:presLayoutVars>
          <dgm:chPref val="1"/>
          <dgm:dir/>
          <dgm:animOne val="branch"/>
          <dgm:animLvl val="lvl"/>
          <dgm:resizeHandles val="exact"/>
        </dgm:presLayoutVars>
      </dgm:prSet>
      <dgm:spPr/>
    </dgm:pt>
    <dgm:pt modelId="{28D34685-CB30-4B35-B230-808B9664BFD5}" type="pres">
      <dgm:prSet presAssocID="{0B0BBC68-9942-4C9C-815C-3966CBF9D4CF}" presName="hierFlow" presStyleCnt="0"/>
      <dgm:spPr/>
    </dgm:pt>
    <dgm:pt modelId="{417589B2-3068-43ED-8F54-F4F925E7852D}" type="pres">
      <dgm:prSet presAssocID="{0B0BBC68-9942-4C9C-815C-3966CBF9D4CF}" presName="hierChild1" presStyleCnt="0">
        <dgm:presLayoutVars>
          <dgm:chPref val="1"/>
          <dgm:animOne val="branch"/>
          <dgm:animLvl val="lvl"/>
        </dgm:presLayoutVars>
      </dgm:prSet>
      <dgm:spPr/>
    </dgm:pt>
    <dgm:pt modelId="{2FF3A5F7-3C96-4A3E-8C97-AA2C3BEC1B33}" type="pres">
      <dgm:prSet presAssocID="{9FC0380F-66B2-4639-ADB7-EC2221CEDF4C}" presName="Name14" presStyleCnt="0"/>
      <dgm:spPr/>
    </dgm:pt>
    <dgm:pt modelId="{3899E468-6DBA-4888-AA58-734D77D196EC}" type="pres">
      <dgm:prSet presAssocID="{9FC0380F-66B2-4639-ADB7-EC2221CEDF4C}" presName="level1Shape" presStyleLbl="node0" presStyleIdx="0" presStyleCnt="1">
        <dgm:presLayoutVars>
          <dgm:chPref val="3"/>
        </dgm:presLayoutVars>
      </dgm:prSet>
      <dgm:spPr/>
    </dgm:pt>
    <dgm:pt modelId="{5113DCFF-39A1-4162-BBEE-ADE4172C6B7B}" type="pres">
      <dgm:prSet presAssocID="{9FC0380F-66B2-4639-ADB7-EC2221CEDF4C}" presName="hierChild2" presStyleCnt="0"/>
      <dgm:spPr/>
    </dgm:pt>
    <dgm:pt modelId="{DC880D30-7BBD-4914-AA28-B37C21197DB9}" type="pres">
      <dgm:prSet presAssocID="{C9138F56-0FAE-48F7-A032-81D13FF3672D}" presName="Name19" presStyleLbl="parChTrans1D2" presStyleIdx="0" presStyleCnt="2"/>
      <dgm:spPr/>
    </dgm:pt>
    <dgm:pt modelId="{2C8EFAED-1178-467A-B13C-41AA7532A554}" type="pres">
      <dgm:prSet presAssocID="{1A8F66AD-F5EB-49F7-B8D5-C975B626962B}" presName="Name21" presStyleCnt="0"/>
      <dgm:spPr/>
    </dgm:pt>
    <dgm:pt modelId="{B957109D-ABE3-44FD-9E41-1FEC1AE78C4D}" type="pres">
      <dgm:prSet presAssocID="{1A8F66AD-F5EB-49F7-B8D5-C975B626962B}" presName="level2Shape" presStyleLbl="node2" presStyleIdx="0" presStyleCnt="2"/>
      <dgm:spPr/>
    </dgm:pt>
    <dgm:pt modelId="{4EB92F93-B8B6-411C-8506-0DD6F053C134}" type="pres">
      <dgm:prSet presAssocID="{1A8F66AD-F5EB-49F7-B8D5-C975B626962B}" presName="hierChild3" presStyleCnt="0"/>
      <dgm:spPr/>
    </dgm:pt>
    <dgm:pt modelId="{4448B30E-8F60-464E-BCF5-252AD0AFCE5E}" type="pres">
      <dgm:prSet presAssocID="{38682D6C-697F-4AF0-933C-D84D59FC6A14}" presName="Name19" presStyleLbl="parChTrans1D2" presStyleIdx="1" presStyleCnt="2"/>
      <dgm:spPr/>
    </dgm:pt>
    <dgm:pt modelId="{283C1049-80E5-40E8-8040-237406997521}" type="pres">
      <dgm:prSet presAssocID="{C16E79E3-64DF-4E8D-BBAA-2D1CE1F64E9C}" presName="Name21" presStyleCnt="0"/>
      <dgm:spPr/>
    </dgm:pt>
    <dgm:pt modelId="{D6040D95-675A-4B8C-BB81-95520D75CE3C}" type="pres">
      <dgm:prSet presAssocID="{C16E79E3-64DF-4E8D-BBAA-2D1CE1F64E9C}" presName="level2Shape" presStyleLbl="node2" presStyleIdx="1" presStyleCnt="2"/>
      <dgm:spPr/>
    </dgm:pt>
    <dgm:pt modelId="{1F06A99F-BEAA-4F37-909D-7104624DCE41}" type="pres">
      <dgm:prSet presAssocID="{C16E79E3-64DF-4E8D-BBAA-2D1CE1F64E9C}" presName="hierChild3" presStyleCnt="0"/>
      <dgm:spPr/>
    </dgm:pt>
    <dgm:pt modelId="{F4BF86CD-B1F9-47E0-80D0-98AF976CD52C}" type="pres">
      <dgm:prSet presAssocID="{0B0BBC68-9942-4C9C-815C-3966CBF9D4CF}" presName="bgShapesFlow" presStyleCnt="0"/>
      <dgm:spPr/>
    </dgm:pt>
  </dgm:ptLst>
  <dgm:cxnLst>
    <dgm:cxn modelId="{7A614E3A-39E2-48D2-888B-C3EC48586CE2}" srcId="{9FC0380F-66B2-4639-ADB7-EC2221CEDF4C}" destId="{1A8F66AD-F5EB-49F7-B8D5-C975B626962B}" srcOrd="0" destOrd="0" parTransId="{C9138F56-0FAE-48F7-A032-81D13FF3672D}" sibTransId="{0E4D94C3-59AA-4F57-9096-650518FF95C4}"/>
    <dgm:cxn modelId="{F576F63D-66DF-4D65-BAA8-4457DE826F2C}" srcId="{0B0BBC68-9942-4C9C-815C-3966CBF9D4CF}" destId="{9FC0380F-66B2-4639-ADB7-EC2221CEDF4C}" srcOrd="0" destOrd="0" parTransId="{06EF3AE0-8F2D-4A51-888E-80F52EAC573C}" sibTransId="{5CEEE8B7-9DB8-4B1C-B906-2D856F5C433C}"/>
    <dgm:cxn modelId="{96618267-DE3F-47B5-889A-6817FE43D71A}" type="presOf" srcId="{C9138F56-0FAE-48F7-A032-81D13FF3672D}" destId="{DC880D30-7BBD-4914-AA28-B37C21197DB9}" srcOrd="0" destOrd="0" presId="urn:microsoft.com/office/officeart/2005/8/layout/hierarchy6"/>
    <dgm:cxn modelId="{7F3B1886-B7D4-4C71-A134-A52C7FF99219}" type="presOf" srcId="{1A8F66AD-F5EB-49F7-B8D5-C975B626962B}" destId="{B957109D-ABE3-44FD-9E41-1FEC1AE78C4D}" srcOrd="0" destOrd="0" presId="urn:microsoft.com/office/officeart/2005/8/layout/hierarchy6"/>
    <dgm:cxn modelId="{3EB4818C-2B42-4B70-B48A-04DACDE811E8}" type="presOf" srcId="{38682D6C-697F-4AF0-933C-D84D59FC6A14}" destId="{4448B30E-8F60-464E-BCF5-252AD0AFCE5E}" srcOrd="0" destOrd="0" presId="urn:microsoft.com/office/officeart/2005/8/layout/hierarchy6"/>
    <dgm:cxn modelId="{465CA4C3-C5E6-4B8F-B660-F342BA4FE165}" type="presOf" srcId="{C16E79E3-64DF-4E8D-BBAA-2D1CE1F64E9C}" destId="{D6040D95-675A-4B8C-BB81-95520D75CE3C}" srcOrd="0" destOrd="0" presId="urn:microsoft.com/office/officeart/2005/8/layout/hierarchy6"/>
    <dgm:cxn modelId="{7E405FDD-D420-43A2-9668-B2A60DD5A6FF}" type="presOf" srcId="{0B0BBC68-9942-4C9C-815C-3966CBF9D4CF}" destId="{EA2DFB08-3B24-4886-AEEE-A3CFE6EEAF23}" srcOrd="0" destOrd="0" presId="urn:microsoft.com/office/officeart/2005/8/layout/hierarchy6"/>
    <dgm:cxn modelId="{DF4813EC-1422-4E0D-A655-40DFE4256A3E}" srcId="{9FC0380F-66B2-4639-ADB7-EC2221CEDF4C}" destId="{C16E79E3-64DF-4E8D-BBAA-2D1CE1F64E9C}" srcOrd="1" destOrd="0" parTransId="{38682D6C-697F-4AF0-933C-D84D59FC6A14}" sibTransId="{8EF90911-72BF-4742-AF83-A5CE1C5F7884}"/>
    <dgm:cxn modelId="{15E8E2F9-BA75-4EBC-B255-BDA7549E4C2E}" type="presOf" srcId="{9FC0380F-66B2-4639-ADB7-EC2221CEDF4C}" destId="{3899E468-6DBA-4888-AA58-734D77D196EC}" srcOrd="0" destOrd="0" presId="urn:microsoft.com/office/officeart/2005/8/layout/hierarchy6"/>
    <dgm:cxn modelId="{067B4CDB-2EFA-4826-8964-D791542AED0D}" type="presParOf" srcId="{EA2DFB08-3B24-4886-AEEE-A3CFE6EEAF23}" destId="{28D34685-CB30-4B35-B230-808B9664BFD5}" srcOrd="0" destOrd="0" presId="urn:microsoft.com/office/officeart/2005/8/layout/hierarchy6"/>
    <dgm:cxn modelId="{2B3F1EF5-EEF9-49E0-8002-8AA0CA3E2E74}" type="presParOf" srcId="{28D34685-CB30-4B35-B230-808B9664BFD5}" destId="{417589B2-3068-43ED-8F54-F4F925E7852D}" srcOrd="0" destOrd="0" presId="urn:microsoft.com/office/officeart/2005/8/layout/hierarchy6"/>
    <dgm:cxn modelId="{377627D6-A75D-4CB2-B84F-80D661E3832E}" type="presParOf" srcId="{417589B2-3068-43ED-8F54-F4F925E7852D}" destId="{2FF3A5F7-3C96-4A3E-8C97-AA2C3BEC1B33}" srcOrd="0" destOrd="0" presId="urn:microsoft.com/office/officeart/2005/8/layout/hierarchy6"/>
    <dgm:cxn modelId="{C39DC8C6-4419-4EA0-99EB-1916E2AABBD0}" type="presParOf" srcId="{2FF3A5F7-3C96-4A3E-8C97-AA2C3BEC1B33}" destId="{3899E468-6DBA-4888-AA58-734D77D196EC}" srcOrd="0" destOrd="0" presId="urn:microsoft.com/office/officeart/2005/8/layout/hierarchy6"/>
    <dgm:cxn modelId="{F09EDB3A-7564-4D89-9210-7C9B15EC1E27}" type="presParOf" srcId="{2FF3A5F7-3C96-4A3E-8C97-AA2C3BEC1B33}" destId="{5113DCFF-39A1-4162-BBEE-ADE4172C6B7B}" srcOrd="1" destOrd="0" presId="urn:microsoft.com/office/officeart/2005/8/layout/hierarchy6"/>
    <dgm:cxn modelId="{F11618B2-0ED8-406B-BFBB-419BC5547D39}" type="presParOf" srcId="{5113DCFF-39A1-4162-BBEE-ADE4172C6B7B}" destId="{DC880D30-7BBD-4914-AA28-B37C21197DB9}" srcOrd="0" destOrd="0" presId="urn:microsoft.com/office/officeart/2005/8/layout/hierarchy6"/>
    <dgm:cxn modelId="{1788C4CD-1027-4091-BC31-D8C0A7B26A06}" type="presParOf" srcId="{5113DCFF-39A1-4162-BBEE-ADE4172C6B7B}" destId="{2C8EFAED-1178-467A-B13C-41AA7532A554}" srcOrd="1" destOrd="0" presId="urn:microsoft.com/office/officeart/2005/8/layout/hierarchy6"/>
    <dgm:cxn modelId="{3A7F344A-F697-4BE0-83A2-3C2B7FE9641E}" type="presParOf" srcId="{2C8EFAED-1178-467A-B13C-41AA7532A554}" destId="{B957109D-ABE3-44FD-9E41-1FEC1AE78C4D}" srcOrd="0" destOrd="0" presId="urn:microsoft.com/office/officeart/2005/8/layout/hierarchy6"/>
    <dgm:cxn modelId="{6F19B8FB-6B8B-4423-B9C4-1D157EF416A1}" type="presParOf" srcId="{2C8EFAED-1178-467A-B13C-41AA7532A554}" destId="{4EB92F93-B8B6-411C-8506-0DD6F053C134}" srcOrd="1" destOrd="0" presId="urn:microsoft.com/office/officeart/2005/8/layout/hierarchy6"/>
    <dgm:cxn modelId="{FCA9BE44-598A-4610-BE8F-AF526B158EB6}" type="presParOf" srcId="{5113DCFF-39A1-4162-BBEE-ADE4172C6B7B}" destId="{4448B30E-8F60-464E-BCF5-252AD0AFCE5E}" srcOrd="2" destOrd="0" presId="urn:microsoft.com/office/officeart/2005/8/layout/hierarchy6"/>
    <dgm:cxn modelId="{F2AF9EFF-B2E0-4E16-9CF6-55192B5B8F2E}" type="presParOf" srcId="{5113DCFF-39A1-4162-BBEE-ADE4172C6B7B}" destId="{283C1049-80E5-40E8-8040-237406997521}" srcOrd="3" destOrd="0" presId="urn:microsoft.com/office/officeart/2005/8/layout/hierarchy6"/>
    <dgm:cxn modelId="{B806C9F4-451B-4896-B3D3-393720676360}" type="presParOf" srcId="{283C1049-80E5-40E8-8040-237406997521}" destId="{D6040D95-675A-4B8C-BB81-95520D75CE3C}" srcOrd="0" destOrd="0" presId="urn:microsoft.com/office/officeart/2005/8/layout/hierarchy6"/>
    <dgm:cxn modelId="{3AEB1E9A-B326-4AC1-9578-1D7E36E47387}" type="presParOf" srcId="{283C1049-80E5-40E8-8040-237406997521}" destId="{1F06A99F-BEAA-4F37-909D-7104624DCE41}" srcOrd="1" destOrd="0" presId="urn:microsoft.com/office/officeart/2005/8/layout/hierarchy6"/>
    <dgm:cxn modelId="{AB29CAE6-E6A0-4445-9B23-28768D9EC73F}" type="presParOf" srcId="{EA2DFB08-3B24-4886-AEEE-A3CFE6EEAF23}" destId="{F4BF86CD-B1F9-47E0-80D0-98AF976CD52C}"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9FC0380F-66B2-4639-ADB7-EC2221CEDF4C}">
      <dgm:prSet phldrT="[Text]"/>
      <dgm:spPr/>
      <dgm:t>
        <a:bodyPr/>
        <a:lstStyle/>
        <a:p>
          <a:r>
            <a:rPr lang="en-US" dirty="0" err="1"/>
            <a:t>আইশের</a:t>
          </a:r>
          <a:r>
            <a:rPr lang="en-US" dirty="0"/>
            <a:t> </a:t>
          </a:r>
          <a:r>
            <a:rPr lang="en-US" dirty="0" err="1"/>
            <a:t>ভিত্তিতে</a:t>
          </a:r>
          <a:endParaRPr lang="en-US" dirty="0"/>
        </a:p>
      </dgm:t>
    </dgm:pt>
    <dgm:pt modelId="{06EF3AE0-8F2D-4A51-888E-80F52EAC573C}" type="parTrans" cxnId="{F576F63D-66DF-4D65-BAA8-4457DE826F2C}">
      <dgm:prSet/>
      <dgm:spPr/>
      <dgm:t>
        <a:bodyPr/>
        <a:lstStyle/>
        <a:p>
          <a:endParaRPr lang="en-US"/>
        </a:p>
      </dgm:t>
    </dgm:pt>
    <dgm:pt modelId="{5CEEE8B7-9DB8-4B1C-B906-2D856F5C433C}" type="sibTrans" cxnId="{F576F63D-66DF-4D65-BAA8-4457DE826F2C}">
      <dgm:prSet/>
      <dgm:spPr/>
      <dgm:t>
        <a:bodyPr/>
        <a:lstStyle/>
        <a:p>
          <a:endParaRPr lang="en-US"/>
        </a:p>
      </dgm:t>
    </dgm:pt>
    <dgm:pt modelId="{64739894-BF28-4BC6-8A72-10572A5F5D79}">
      <dgm:prSet phldrT="[Text]"/>
      <dgm:spPr/>
      <dgm:t>
        <a:bodyPr/>
        <a:lstStyle/>
        <a:p>
          <a:r>
            <a:rPr lang="en-US" dirty="0" err="1"/>
            <a:t>আইশযুক্ত</a:t>
          </a:r>
          <a:r>
            <a:rPr lang="en-US" dirty="0"/>
            <a:t> </a:t>
          </a:r>
          <a:r>
            <a:rPr lang="en-US" dirty="0" err="1"/>
            <a:t>মাছঃ</a:t>
          </a:r>
          <a:r>
            <a:rPr lang="en-US" dirty="0"/>
            <a:t> </a:t>
          </a:r>
          <a:r>
            <a:rPr lang="en-US" dirty="0" err="1"/>
            <a:t>কাতলা</a:t>
          </a:r>
          <a:r>
            <a:rPr lang="en-US" dirty="0"/>
            <a:t>, </a:t>
          </a:r>
          <a:r>
            <a:rPr lang="en-US" dirty="0" err="1"/>
            <a:t>মৃগেল</a:t>
          </a:r>
          <a:endParaRPr lang="en-US" dirty="0"/>
        </a:p>
      </dgm:t>
    </dgm:pt>
    <dgm:pt modelId="{DB8EABBA-915D-4FC1-9A2A-31C92AE7BEFD}" type="parTrans" cxnId="{61F3D70B-CA83-4673-952D-43C031354FF3}">
      <dgm:prSet/>
      <dgm:spPr/>
      <dgm:t>
        <a:bodyPr/>
        <a:lstStyle/>
        <a:p>
          <a:endParaRPr lang="en-US"/>
        </a:p>
      </dgm:t>
    </dgm:pt>
    <dgm:pt modelId="{F8E4FC41-D9AF-46CE-A2AE-66A57E9C04CF}" type="sibTrans" cxnId="{61F3D70B-CA83-4673-952D-43C031354FF3}">
      <dgm:prSet/>
      <dgm:spPr/>
      <dgm:t>
        <a:bodyPr/>
        <a:lstStyle/>
        <a:p>
          <a:endParaRPr lang="en-US"/>
        </a:p>
      </dgm:t>
    </dgm:pt>
    <dgm:pt modelId="{3D37F10A-EC70-445B-9B5D-7C755B7043F6}">
      <dgm:prSet phldrT="[Text]"/>
      <dgm:spPr/>
      <dgm:t>
        <a:bodyPr/>
        <a:lstStyle/>
        <a:p>
          <a:r>
            <a:rPr lang="en-US" dirty="0" err="1"/>
            <a:t>আইশবিহীন</a:t>
          </a:r>
          <a:r>
            <a:rPr lang="en-US" dirty="0"/>
            <a:t> </a:t>
          </a:r>
          <a:r>
            <a:rPr lang="en-US" dirty="0" err="1"/>
            <a:t>মাছঃ</a:t>
          </a:r>
          <a:r>
            <a:rPr lang="en-US" dirty="0"/>
            <a:t> </a:t>
          </a:r>
          <a:r>
            <a:rPr lang="en-US" dirty="0" err="1"/>
            <a:t>পাবদা</a:t>
          </a:r>
          <a:r>
            <a:rPr lang="en-US" dirty="0"/>
            <a:t>, </a:t>
          </a:r>
          <a:r>
            <a:rPr lang="en-US" dirty="0" err="1"/>
            <a:t>মাগুর</a:t>
          </a:r>
          <a:r>
            <a:rPr lang="en-US" dirty="0"/>
            <a:t>, </a:t>
          </a:r>
          <a:r>
            <a:rPr lang="en-US" dirty="0" err="1"/>
            <a:t>শিং</a:t>
          </a:r>
          <a:endParaRPr lang="en-US" dirty="0"/>
        </a:p>
      </dgm:t>
    </dgm:pt>
    <dgm:pt modelId="{B3F49113-86D8-43CA-89A5-97309E82DCC1}" type="parTrans" cxnId="{D777274A-4F82-4E81-B7BC-59E1D4A4E7D9}">
      <dgm:prSet/>
      <dgm:spPr/>
      <dgm:t>
        <a:bodyPr/>
        <a:lstStyle/>
        <a:p>
          <a:endParaRPr lang="en-US"/>
        </a:p>
      </dgm:t>
    </dgm:pt>
    <dgm:pt modelId="{E69492D2-8594-42DF-B882-F324937E3AB9}" type="sibTrans" cxnId="{D777274A-4F82-4E81-B7BC-59E1D4A4E7D9}">
      <dgm:prSet/>
      <dgm:spPr/>
      <dgm:t>
        <a:bodyPr/>
        <a:lstStyle/>
        <a:p>
          <a:endParaRPr lang="en-US"/>
        </a:p>
      </dgm:t>
    </dgm:pt>
    <dgm:pt modelId="{EA2DFB08-3B24-4886-AEEE-A3CFE6EEAF23}" type="pres">
      <dgm:prSet presAssocID="{0B0BBC68-9942-4C9C-815C-3966CBF9D4CF}" presName="mainComposite" presStyleCnt="0">
        <dgm:presLayoutVars>
          <dgm:chPref val="1"/>
          <dgm:dir/>
          <dgm:animOne val="branch"/>
          <dgm:animLvl val="lvl"/>
          <dgm:resizeHandles val="exact"/>
        </dgm:presLayoutVars>
      </dgm:prSet>
      <dgm:spPr/>
    </dgm:pt>
    <dgm:pt modelId="{28D34685-CB30-4B35-B230-808B9664BFD5}" type="pres">
      <dgm:prSet presAssocID="{0B0BBC68-9942-4C9C-815C-3966CBF9D4CF}" presName="hierFlow" presStyleCnt="0"/>
      <dgm:spPr/>
    </dgm:pt>
    <dgm:pt modelId="{417589B2-3068-43ED-8F54-F4F925E7852D}" type="pres">
      <dgm:prSet presAssocID="{0B0BBC68-9942-4C9C-815C-3966CBF9D4CF}" presName="hierChild1" presStyleCnt="0">
        <dgm:presLayoutVars>
          <dgm:chPref val="1"/>
          <dgm:animOne val="branch"/>
          <dgm:animLvl val="lvl"/>
        </dgm:presLayoutVars>
      </dgm:prSet>
      <dgm:spPr/>
    </dgm:pt>
    <dgm:pt modelId="{2FF3A5F7-3C96-4A3E-8C97-AA2C3BEC1B33}" type="pres">
      <dgm:prSet presAssocID="{9FC0380F-66B2-4639-ADB7-EC2221CEDF4C}" presName="Name14" presStyleCnt="0"/>
      <dgm:spPr/>
    </dgm:pt>
    <dgm:pt modelId="{3899E468-6DBA-4888-AA58-734D77D196EC}" type="pres">
      <dgm:prSet presAssocID="{9FC0380F-66B2-4639-ADB7-EC2221CEDF4C}" presName="level1Shape" presStyleLbl="node0" presStyleIdx="0" presStyleCnt="1">
        <dgm:presLayoutVars>
          <dgm:chPref val="3"/>
        </dgm:presLayoutVars>
      </dgm:prSet>
      <dgm:spPr/>
    </dgm:pt>
    <dgm:pt modelId="{5113DCFF-39A1-4162-BBEE-ADE4172C6B7B}" type="pres">
      <dgm:prSet presAssocID="{9FC0380F-66B2-4639-ADB7-EC2221CEDF4C}" presName="hierChild2" presStyleCnt="0"/>
      <dgm:spPr/>
    </dgm:pt>
    <dgm:pt modelId="{E858E549-062F-46D4-B177-5938A3A71F07}" type="pres">
      <dgm:prSet presAssocID="{DB8EABBA-915D-4FC1-9A2A-31C92AE7BEFD}" presName="Name19" presStyleLbl="parChTrans1D2" presStyleIdx="0" presStyleCnt="2"/>
      <dgm:spPr/>
    </dgm:pt>
    <dgm:pt modelId="{424C09E0-F703-443D-8C3E-F6F585FB9C51}" type="pres">
      <dgm:prSet presAssocID="{64739894-BF28-4BC6-8A72-10572A5F5D79}" presName="Name21" presStyleCnt="0"/>
      <dgm:spPr/>
    </dgm:pt>
    <dgm:pt modelId="{B7A3F693-602B-41FC-8B2C-E32440134195}" type="pres">
      <dgm:prSet presAssocID="{64739894-BF28-4BC6-8A72-10572A5F5D79}" presName="level2Shape" presStyleLbl="node2" presStyleIdx="0" presStyleCnt="2"/>
      <dgm:spPr/>
    </dgm:pt>
    <dgm:pt modelId="{E0F18786-925B-485F-BFFF-882FECBABABB}" type="pres">
      <dgm:prSet presAssocID="{64739894-BF28-4BC6-8A72-10572A5F5D79}" presName="hierChild3" presStyleCnt="0"/>
      <dgm:spPr/>
    </dgm:pt>
    <dgm:pt modelId="{D9FAEC2A-C65E-4BF2-902B-D8DC67195D18}" type="pres">
      <dgm:prSet presAssocID="{B3F49113-86D8-43CA-89A5-97309E82DCC1}" presName="Name19" presStyleLbl="parChTrans1D2" presStyleIdx="1" presStyleCnt="2"/>
      <dgm:spPr/>
    </dgm:pt>
    <dgm:pt modelId="{787FAB89-3A51-42B5-AA6D-CAD27D3CF988}" type="pres">
      <dgm:prSet presAssocID="{3D37F10A-EC70-445B-9B5D-7C755B7043F6}" presName="Name21" presStyleCnt="0"/>
      <dgm:spPr/>
    </dgm:pt>
    <dgm:pt modelId="{8FA6EB2B-36A1-474E-9832-A8AB1F26D280}" type="pres">
      <dgm:prSet presAssocID="{3D37F10A-EC70-445B-9B5D-7C755B7043F6}" presName="level2Shape" presStyleLbl="node2" presStyleIdx="1" presStyleCnt="2"/>
      <dgm:spPr/>
    </dgm:pt>
    <dgm:pt modelId="{667299FE-C7B1-433D-BE15-2D14B5DCB14F}" type="pres">
      <dgm:prSet presAssocID="{3D37F10A-EC70-445B-9B5D-7C755B7043F6}" presName="hierChild3" presStyleCnt="0"/>
      <dgm:spPr/>
    </dgm:pt>
    <dgm:pt modelId="{F4BF86CD-B1F9-47E0-80D0-98AF976CD52C}" type="pres">
      <dgm:prSet presAssocID="{0B0BBC68-9942-4C9C-815C-3966CBF9D4CF}" presName="bgShapesFlow" presStyleCnt="0"/>
      <dgm:spPr/>
    </dgm:pt>
  </dgm:ptLst>
  <dgm:cxnLst>
    <dgm:cxn modelId="{61F3D70B-CA83-4673-952D-43C031354FF3}" srcId="{9FC0380F-66B2-4639-ADB7-EC2221CEDF4C}" destId="{64739894-BF28-4BC6-8A72-10572A5F5D79}" srcOrd="0" destOrd="0" parTransId="{DB8EABBA-915D-4FC1-9A2A-31C92AE7BEFD}" sibTransId="{F8E4FC41-D9AF-46CE-A2AE-66A57E9C04CF}"/>
    <dgm:cxn modelId="{F576F63D-66DF-4D65-BAA8-4457DE826F2C}" srcId="{0B0BBC68-9942-4C9C-815C-3966CBF9D4CF}" destId="{9FC0380F-66B2-4639-ADB7-EC2221CEDF4C}" srcOrd="0" destOrd="0" parTransId="{06EF3AE0-8F2D-4A51-888E-80F52EAC573C}" sibTransId="{5CEEE8B7-9DB8-4B1C-B906-2D856F5C433C}"/>
    <dgm:cxn modelId="{D777274A-4F82-4E81-B7BC-59E1D4A4E7D9}" srcId="{9FC0380F-66B2-4639-ADB7-EC2221CEDF4C}" destId="{3D37F10A-EC70-445B-9B5D-7C755B7043F6}" srcOrd="1" destOrd="0" parTransId="{B3F49113-86D8-43CA-89A5-97309E82DCC1}" sibTransId="{E69492D2-8594-42DF-B882-F324937E3AB9}"/>
    <dgm:cxn modelId="{09922951-E088-4479-BB12-7050B326A109}" type="presOf" srcId="{3D37F10A-EC70-445B-9B5D-7C755B7043F6}" destId="{8FA6EB2B-36A1-474E-9832-A8AB1F26D280}" srcOrd="0" destOrd="0" presId="urn:microsoft.com/office/officeart/2005/8/layout/hierarchy6"/>
    <dgm:cxn modelId="{B4E37979-B2EE-48C5-A54D-434CD23D8168}" type="presOf" srcId="{DB8EABBA-915D-4FC1-9A2A-31C92AE7BEFD}" destId="{E858E549-062F-46D4-B177-5938A3A71F07}" srcOrd="0" destOrd="0" presId="urn:microsoft.com/office/officeart/2005/8/layout/hierarchy6"/>
    <dgm:cxn modelId="{07D4317E-6A67-431D-A165-A3C6825CAA4E}" type="presOf" srcId="{B3F49113-86D8-43CA-89A5-97309E82DCC1}" destId="{D9FAEC2A-C65E-4BF2-902B-D8DC67195D18}" srcOrd="0" destOrd="0" presId="urn:microsoft.com/office/officeart/2005/8/layout/hierarchy6"/>
    <dgm:cxn modelId="{130FB2C4-5D92-41A5-BC1F-9D6F751A45FD}" type="presOf" srcId="{64739894-BF28-4BC6-8A72-10572A5F5D79}" destId="{B7A3F693-602B-41FC-8B2C-E32440134195}" srcOrd="0" destOrd="0" presId="urn:microsoft.com/office/officeart/2005/8/layout/hierarchy6"/>
    <dgm:cxn modelId="{7E405FDD-D420-43A2-9668-B2A60DD5A6FF}" type="presOf" srcId="{0B0BBC68-9942-4C9C-815C-3966CBF9D4CF}" destId="{EA2DFB08-3B24-4886-AEEE-A3CFE6EEAF23}" srcOrd="0" destOrd="0" presId="urn:microsoft.com/office/officeart/2005/8/layout/hierarchy6"/>
    <dgm:cxn modelId="{15E8E2F9-BA75-4EBC-B255-BDA7549E4C2E}" type="presOf" srcId="{9FC0380F-66B2-4639-ADB7-EC2221CEDF4C}" destId="{3899E468-6DBA-4888-AA58-734D77D196EC}" srcOrd="0" destOrd="0" presId="urn:microsoft.com/office/officeart/2005/8/layout/hierarchy6"/>
    <dgm:cxn modelId="{067B4CDB-2EFA-4826-8964-D791542AED0D}" type="presParOf" srcId="{EA2DFB08-3B24-4886-AEEE-A3CFE6EEAF23}" destId="{28D34685-CB30-4B35-B230-808B9664BFD5}" srcOrd="0" destOrd="0" presId="urn:microsoft.com/office/officeart/2005/8/layout/hierarchy6"/>
    <dgm:cxn modelId="{2B3F1EF5-EEF9-49E0-8002-8AA0CA3E2E74}" type="presParOf" srcId="{28D34685-CB30-4B35-B230-808B9664BFD5}" destId="{417589B2-3068-43ED-8F54-F4F925E7852D}" srcOrd="0" destOrd="0" presId="urn:microsoft.com/office/officeart/2005/8/layout/hierarchy6"/>
    <dgm:cxn modelId="{377627D6-A75D-4CB2-B84F-80D661E3832E}" type="presParOf" srcId="{417589B2-3068-43ED-8F54-F4F925E7852D}" destId="{2FF3A5F7-3C96-4A3E-8C97-AA2C3BEC1B33}" srcOrd="0" destOrd="0" presId="urn:microsoft.com/office/officeart/2005/8/layout/hierarchy6"/>
    <dgm:cxn modelId="{C39DC8C6-4419-4EA0-99EB-1916E2AABBD0}" type="presParOf" srcId="{2FF3A5F7-3C96-4A3E-8C97-AA2C3BEC1B33}" destId="{3899E468-6DBA-4888-AA58-734D77D196EC}" srcOrd="0" destOrd="0" presId="urn:microsoft.com/office/officeart/2005/8/layout/hierarchy6"/>
    <dgm:cxn modelId="{F09EDB3A-7564-4D89-9210-7C9B15EC1E27}" type="presParOf" srcId="{2FF3A5F7-3C96-4A3E-8C97-AA2C3BEC1B33}" destId="{5113DCFF-39A1-4162-BBEE-ADE4172C6B7B}" srcOrd="1" destOrd="0" presId="urn:microsoft.com/office/officeart/2005/8/layout/hierarchy6"/>
    <dgm:cxn modelId="{E1DA681C-A94F-4598-BFC4-42A20F5C0C35}" type="presParOf" srcId="{5113DCFF-39A1-4162-BBEE-ADE4172C6B7B}" destId="{E858E549-062F-46D4-B177-5938A3A71F07}" srcOrd="0" destOrd="0" presId="urn:microsoft.com/office/officeart/2005/8/layout/hierarchy6"/>
    <dgm:cxn modelId="{CF77A790-153E-48A0-82C5-4C4A5053C27A}" type="presParOf" srcId="{5113DCFF-39A1-4162-BBEE-ADE4172C6B7B}" destId="{424C09E0-F703-443D-8C3E-F6F585FB9C51}" srcOrd="1" destOrd="0" presId="urn:microsoft.com/office/officeart/2005/8/layout/hierarchy6"/>
    <dgm:cxn modelId="{E3B20D27-0366-40E0-9A93-D6A7500BE774}" type="presParOf" srcId="{424C09E0-F703-443D-8C3E-F6F585FB9C51}" destId="{B7A3F693-602B-41FC-8B2C-E32440134195}" srcOrd="0" destOrd="0" presId="urn:microsoft.com/office/officeart/2005/8/layout/hierarchy6"/>
    <dgm:cxn modelId="{35DACE91-61AF-428F-AD3D-A9F6EF2B5194}" type="presParOf" srcId="{424C09E0-F703-443D-8C3E-F6F585FB9C51}" destId="{E0F18786-925B-485F-BFFF-882FECBABABB}" srcOrd="1" destOrd="0" presId="urn:microsoft.com/office/officeart/2005/8/layout/hierarchy6"/>
    <dgm:cxn modelId="{ED9DDFD1-DB94-42DE-93E0-40BD45D1D840}" type="presParOf" srcId="{5113DCFF-39A1-4162-BBEE-ADE4172C6B7B}" destId="{D9FAEC2A-C65E-4BF2-902B-D8DC67195D18}" srcOrd="2" destOrd="0" presId="urn:microsoft.com/office/officeart/2005/8/layout/hierarchy6"/>
    <dgm:cxn modelId="{B63F7E7A-188D-4C14-9F5E-7D76DDD5BCDE}" type="presParOf" srcId="{5113DCFF-39A1-4162-BBEE-ADE4172C6B7B}" destId="{787FAB89-3A51-42B5-AA6D-CAD27D3CF988}" srcOrd="3" destOrd="0" presId="urn:microsoft.com/office/officeart/2005/8/layout/hierarchy6"/>
    <dgm:cxn modelId="{2399C904-A070-436D-A247-A16A90C4B47C}" type="presParOf" srcId="{787FAB89-3A51-42B5-AA6D-CAD27D3CF988}" destId="{8FA6EB2B-36A1-474E-9832-A8AB1F26D280}" srcOrd="0" destOrd="0" presId="urn:microsoft.com/office/officeart/2005/8/layout/hierarchy6"/>
    <dgm:cxn modelId="{AC1DE8F3-670F-4904-98A4-6D513C4FE20D}" type="presParOf" srcId="{787FAB89-3A51-42B5-AA6D-CAD27D3CF988}" destId="{667299FE-C7B1-433D-BE15-2D14B5DCB14F}" srcOrd="1" destOrd="0" presId="urn:microsoft.com/office/officeart/2005/8/layout/hierarchy6"/>
    <dgm:cxn modelId="{AB29CAE6-E6A0-4445-9B23-28768D9EC73F}" type="presParOf" srcId="{EA2DFB08-3B24-4886-AEEE-A3CFE6EEAF23}" destId="{F4BF86CD-B1F9-47E0-80D0-98AF976CD52C}"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9FC0380F-66B2-4639-ADB7-EC2221CEDF4C}">
      <dgm:prSet phldrT="[Text]"/>
      <dgm:spPr/>
      <dgm:t>
        <a:bodyPr/>
        <a:lstStyle/>
        <a:p>
          <a:r>
            <a:rPr lang="en-US" dirty="0" err="1"/>
            <a:t>বাসস্থানের</a:t>
          </a:r>
          <a:r>
            <a:rPr lang="en-US" dirty="0"/>
            <a:t> </a:t>
          </a:r>
          <a:r>
            <a:rPr lang="en-US" dirty="0" err="1"/>
            <a:t>ভিত্তিতে</a:t>
          </a:r>
          <a:r>
            <a:rPr lang="en-US" dirty="0"/>
            <a:t> </a:t>
          </a:r>
        </a:p>
      </dgm:t>
    </dgm:pt>
    <dgm:pt modelId="{06EF3AE0-8F2D-4A51-888E-80F52EAC573C}" type="parTrans" cxnId="{F576F63D-66DF-4D65-BAA8-4457DE826F2C}">
      <dgm:prSet/>
      <dgm:spPr/>
      <dgm:t>
        <a:bodyPr/>
        <a:lstStyle/>
        <a:p>
          <a:endParaRPr lang="en-US"/>
        </a:p>
      </dgm:t>
    </dgm:pt>
    <dgm:pt modelId="{5CEEE8B7-9DB8-4B1C-B906-2D856F5C433C}" type="sibTrans" cxnId="{F576F63D-66DF-4D65-BAA8-4457DE826F2C}">
      <dgm:prSet/>
      <dgm:spPr/>
      <dgm:t>
        <a:bodyPr/>
        <a:lstStyle/>
        <a:p>
          <a:endParaRPr lang="en-US"/>
        </a:p>
      </dgm:t>
    </dgm:pt>
    <dgm:pt modelId="{64739894-BF28-4BC6-8A72-10572A5F5D79}">
      <dgm:prSet phldrT="[Text]"/>
      <dgm:spPr/>
      <dgm:t>
        <a:bodyPr/>
        <a:lstStyle/>
        <a:p>
          <a:r>
            <a:rPr lang="en-US" dirty="0" err="1"/>
            <a:t>স্বাদু</a:t>
          </a:r>
          <a:r>
            <a:rPr lang="en-US" dirty="0"/>
            <a:t> </a:t>
          </a:r>
          <a:r>
            <a:rPr lang="en-US" dirty="0" err="1"/>
            <a:t>পানির</a:t>
          </a:r>
          <a:r>
            <a:rPr lang="en-US" dirty="0"/>
            <a:t> </a:t>
          </a:r>
          <a:r>
            <a:rPr lang="en-US" dirty="0" err="1"/>
            <a:t>মাছঃ</a:t>
          </a:r>
          <a:r>
            <a:rPr lang="en-US" dirty="0"/>
            <a:t> </a:t>
          </a:r>
          <a:r>
            <a:rPr lang="en-US" dirty="0" err="1"/>
            <a:t>রুই</a:t>
          </a:r>
          <a:r>
            <a:rPr lang="en-US" dirty="0"/>
            <a:t>, </a:t>
          </a:r>
          <a:r>
            <a:rPr lang="en-US" dirty="0" err="1"/>
            <a:t>কাতলা</a:t>
          </a:r>
          <a:endParaRPr lang="en-US" dirty="0"/>
        </a:p>
      </dgm:t>
    </dgm:pt>
    <dgm:pt modelId="{DB8EABBA-915D-4FC1-9A2A-31C92AE7BEFD}" type="parTrans" cxnId="{61F3D70B-CA83-4673-952D-43C031354FF3}">
      <dgm:prSet/>
      <dgm:spPr/>
      <dgm:t>
        <a:bodyPr/>
        <a:lstStyle/>
        <a:p>
          <a:endParaRPr lang="en-US"/>
        </a:p>
      </dgm:t>
    </dgm:pt>
    <dgm:pt modelId="{F8E4FC41-D9AF-46CE-A2AE-66A57E9C04CF}" type="sibTrans" cxnId="{61F3D70B-CA83-4673-952D-43C031354FF3}">
      <dgm:prSet/>
      <dgm:spPr/>
      <dgm:t>
        <a:bodyPr/>
        <a:lstStyle/>
        <a:p>
          <a:endParaRPr lang="en-US"/>
        </a:p>
      </dgm:t>
    </dgm:pt>
    <dgm:pt modelId="{F5F09DCE-D559-4B85-8E2C-F867CA12F679}">
      <dgm:prSet phldrT="[Text]"/>
      <dgm:spPr/>
      <dgm:t>
        <a:bodyPr/>
        <a:lstStyle/>
        <a:p>
          <a:r>
            <a:rPr lang="en-US" dirty="0" err="1"/>
            <a:t>আধালোনা</a:t>
          </a:r>
          <a:r>
            <a:rPr lang="en-US" dirty="0"/>
            <a:t> </a:t>
          </a:r>
          <a:r>
            <a:rPr lang="en-US" dirty="0" err="1"/>
            <a:t>মাছঃ</a:t>
          </a:r>
          <a:r>
            <a:rPr lang="en-US" dirty="0"/>
            <a:t> </a:t>
          </a:r>
          <a:r>
            <a:rPr lang="en-US" dirty="0" err="1"/>
            <a:t>ভেটকি</a:t>
          </a:r>
          <a:r>
            <a:rPr lang="en-US" dirty="0"/>
            <a:t>, </a:t>
          </a:r>
          <a:r>
            <a:rPr lang="en-US" dirty="0" err="1"/>
            <a:t>টেংরা</a:t>
          </a:r>
          <a:endParaRPr lang="en-US" dirty="0"/>
        </a:p>
      </dgm:t>
    </dgm:pt>
    <dgm:pt modelId="{4C65F9AB-010F-48F6-A395-8CB425B72184}" type="parTrans" cxnId="{40F1BCCA-5839-4016-AD2A-4998A92EF023}">
      <dgm:prSet/>
      <dgm:spPr/>
    </dgm:pt>
    <dgm:pt modelId="{10034858-6168-4CF7-A3C5-42F2BFEAF7D2}" type="sibTrans" cxnId="{40F1BCCA-5839-4016-AD2A-4998A92EF023}">
      <dgm:prSet/>
      <dgm:spPr/>
    </dgm:pt>
    <dgm:pt modelId="{59DDAA7B-5477-4F57-99CF-5FE9AE2B115C}">
      <dgm:prSet phldrT="[Text]"/>
      <dgm:spPr/>
      <dgm:t>
        <a:bodyPr/>
        <a:lstStyle/>
        <a:p>
          <a:r>
            <a:rPr lang="en-US" dirty="0" err="1"/>
            <a:t>লোনা</a:t>
          </a:r>
          <a:r>
            <a:rPr lang="en-US" dirty="0"/>
            <a:t> </a:t>
          </a:r>
          <a:r>
            <a:rPr lang="en-US" dirty="0" err="1"/>
            <a:t>পানির</a:t>
          </a:r>
          <a:r>
            <a:rPr lang="en-US" dirty="0"/>
            <a:t> </a:t>
          </a:r>
          <a:r>
            <a:rPr lang="en-US" dirty="0" err="1"/>
            <a:t>মাছঃ</a:t>
          </a:r>
          <a:r>
            <a:rPr lang="en-US" dirty="0"/>
            <a:t> </a:t>
          </a:r>
          <a:r>
            <a:rPr lang="en-US" dirty="0" err="1"/>
            <a:t>ছুরি</a:t>
          </a:r>
          <a:r>
            <a:rPr lang="en-US" dirty="0"/>
            <a:t> ,</a:t>
          </a:r>
          <a:r>
            <a:rPr lang="en-US" dirty="0" err="1"/>
            <a:t>লইট্টা</a:t>
          </a:r>
          <a:endParaRPr lang="en-US" dirty="0"/>
        </a:p>
      </dgm:t>
    </dgm:pt>
    <dgm:pt modelId="{31AE16E9-0A40-4D94-AE5E-ADFEB84F9E90}" type="parTrans" cxnId="{0F9D18E4-CFE5-421C-9601-79459A704ADD}">
      <dgm:prSet/>
      <dgm:spPr/>
    </dgm:pt>
    <dgm:pt modelId="{7391DCAE-3B8F-49F0-B2C2-D616FCC735D6}" type="sibTrans" cxnId="{0F9D18E4-CFE5-421C-9601-79459A704ADD}">
      <dgm:prSet/>
      <dgm:spPr/>
    </dgm:pt>
    <dgm:pt modelId="{EA2DFB08-3B24-4886-AEEE-A3CFE6EEAF23}" type="pres">
      <dgm:prSet presAssocID="{0B0BBC68-9942-4C9C-815C-3966CBF9D4CF}" presName="mainComposite" presStyleCnt="0">
        <dgm:presLayoutVars>
          <dgm:chPref val="1"/>
          <dgm:dir/>
          <dgm:animOne val="branch"/>
          <dgm:animLvl val="lvl"/>
          <dgm:resizeHandles val="exact"/>
        </dgm:presLayoutVars>
      </dgm:prSet>
      <dgm:spPr/>
    </dgm:pt>
    <dgm:pt modelId="{28D34685-CB30-4B35-B230-808B9664BFD5}" type="pres">
      <dgm:prSet presAssocID="{0B0BBC68-9942-4C9C-815C-3966CBF9D4CF}" presName="hierFlow" presStyleCnt="0"/>
      <dgm:spPr/>
    </dgm:pt>
    <dgm:pt modelId="{417589B2-3068-43ED-8F54-F4F925E7852D}" type="pres">
      <dgm:prSet presAssocID="{0B0BBC68-9942-4C9C-815C-3966CBF9D4CF}" presName="hierChild1" presStyleCnt="0">
        <dgm:presLayoutVars>
          <dgm:chPref val="1"/>
          <dgm:animOne val="branch"/>
          <dgm:animLvl val="lvl"/>
        </dgm:presLayoutVars>
      </dgm:prSet>
      <dgm:spPr/>
    </dgm:pt>
    <dgm:pt modelId="{2FF3A5F7-3C96-4A3E-8C97-AA2C3BEC1B33}" type="pres">
      <dgm:prSet presAssocID="{9FC0380F-66B2-4639-ADB7-EC2221CEDF4C}" presName="Name14" presStyleCnt="0"/>
      <dgm:spPr/>
    </dgm:pt>
    <dgm:pt modelId="{3899E468-6DBA-4888-AA58-734D77D196EC}" type="pres">
      <dgm:prSet presAssocID="{9FC0380F-66B2-4639-ADB7-EC2221CEDF4C}" presName="level1Shape" presStyleLbl="node0" presStyleIdx="0" presStyleCnt="1">
        <dgm:presLayoutVars>
          <dgm:chPref val="3"/>
        </dgm:presLayoutVars>
      </dgm:prSet>
      <dgm:spPr/>
    </dgm:pt>
    <dgm:pt modelId="{5113DCFF-39A1-4162-BBEE-ADE4172C6B7B}" type="pres">
      <dgm:prSet presAssocID="{9FC0380F-66B2-4639-ADB7-EC2221CEDF4C}" presName="hierChild2" presStyleCnt="0"/>
      <dgm:spPr/>
    </dgm:pt>
    <dgm:pt modelId="{29DB909C-8B5D-4952-B70C-C5A0030575C8}" type="pres">
      <dgm:prSet presAssocID="{DB8EABBA-915D-4FC1-9A2A-31C92AE7BEFD}" presName="Name19" presStyleLbl="parChTrans1D2" presStyleIdx="0" presStyleCnt="3"/>
      <dgm:spPr/>
    </dgm:pt>
    <dgm:pt modelId="{7DE9948C-1D92-4BB3-BA52-AC1471AA11DB}" type="pres">
      <dgm:prSet presAssocID="{64739894-BF28-4BC6-8A72-10572A5F5D79}" presName="Name21" presStyleCnt="0"/>
      <dgm:spPr/>
    </dgm:pt>
    <dgm:pt modelId="{45F079A9-A202-472B-84A0-140FEA21F2A5}" type="pres">
      <dgm:prSet presAssocID="{64739894-BF28-4BC6-8A72-10572A5F5D79}" presName="level2Shape" presStyleLbl="node2" presStyleIdx="0" presStyleCnt="3"/>
      <dgm:spPr/>
    </dgm:pt>
    <dgm:pt modelId="{DD976997-F728-4502-A99E-3D4FD4F376AD}" type="pres">
      <dgm:prSet presAssocID="{64739894-BF28-4BC6-8A72-10572A5F5D79}" presName="hierChild3" presStyleCnt="0"/>
      <dgm:spPr/>
    </dgm:pt>
    <dgm:pt modelId="{07F125AF-1960-46E1-831F-AC0D8AFDA457}" type="pres">
      <dgm:prSet presAssocID="{4C65F9AB-010F-48F6-A395-8CB425B72184}" presName="Name19" presStyleLbl="parChTrans1D2" presStyleIdx="1" presStyleCnt="3"/>
      <dgm:spPr/>
    </dgm:pt>
    <dgm:pt modelId="{98C77E0A-6164-4D6C-8BB9-F62AA19966E5}" type="pres">
      <dgm:prSet presAssocID="{F5F09DCE-D559-4B85-8E2C-F867CA12F679}" presName="Name21" presStyleCnt="0"/>
      <dgm:spPr/>
    </dgm:pt>
    <dgm:pt modelId="{31A897C1-2643-4AFC-896A-363644D92CEA}" type="pres">
      <dgm:prSet presAssocID="{F5F09DCE-D559-4B85-8E2C-F867CA12F679}" presName="level2Shape" presStyleLbl="node2" presStyleIdx="1" presStyleCnt="3"/>
      <dgm:spPr/>
    </dgm:pt>
    <dgm:pt modelId="{4C5A7054-1D6B-4FEC-B1E9-812F2967A8E3}" type="pres">
      <dgm:prSet presAssocID="{F5F09DCE-D559-4B85-8E2C-F867CA12F679}" presName="hierChild3" presStyleCnt="0"/>
      <dgm:spPr/>
    </dgm:pt>
    <dgm:pt modelId="{C1220BD1-EB3F-4812-B393-B5F389324EBE}" type="pres">
      <dgm:prSet presAssocID="{31AE16E9-0A40-4D94-AE5E-ADFEB84F9E90}" presName="Name19" presStyleLbl="parChTrans1D2" presStyleIdx="2" presStyleCnt="3"/>
      <dgm:spPr/>
    </dgm:pt>
    <dgm:pt modelId="{D1DE0E34-D856-45CB-997A-B7901B509BB4}" type="pres">
      <dgm:prSet presAssocID="{59DDAA7B-5477-4F57-99CF-5FE9AE2B115C}" presName="Name21" presStyleCnt="0"/>
      <dgm:spPr/>
    </dgm:pt>
    <dgm:pt modelId="{490634F6-06E2-41B8-855B-F3F669679698}" type="pres">
      <dgm:prSet presAssocID="{59DDAA7B-5477-4F57-99CF-5FE9AE2B115C}" presName="level2Shape" presStyleLbl="node2" presStyleIdx="2" presStyleCnt="3"/>
      <dgm:spPr/>
    </dgm:pt>
    <dgm:pt modelId="{606B0384-4D74-4867-9B21-B318DB8D6604}" type="pres">
      <dgm:prSet presAssocID="{59DDAA7B-5477-4F57-99CF-5FE9AE2B115C}" presName="hierChild3" presStyleCnt="0"/>
      <dgm:spPr/>
    </dgm:pt>
    <dgm:pt modelId="{F4BF86CD-B1F9-47E0-80D0-98AF976CD52C}" type="pres">
      <dgm:prSet presAssocID="{0B0BBC68-9942-4C9C-815C-3966CBF9D4CF}" presName="bgShapesFlow" presStyleCnt="0"/>
      <dgm:spPr/>
    </dgm:pt>
  </dgm:ptLst>
  <dgm:cxnLst>
    <dgm:cxn modelId="{61F3D70B-CA83-4673-952D-43C031354FF3}" srcId="{9FC0380F-66B2-4639-ADB7-EC2221CEDF4C}" destId="{64739894-BF28-4BC6-8A72-10572A5F5D79}" srcOrd="0" destOrd="0" parTransId="{DB8EABBA-915D-4FC1-9A2A-31C92AE7BEFD}" sibTransId="{F8E4FC41-D9AF-46CE-A2AE-66A57E9C04CF}"/>
    <dgm:cxn modelId="{C2232133-B6F1-4CB6-A7DC-490C9C5085D4}" type="presOf" srcId="{F5F09DCE-D559-4B85-8E2C-F867CA12F679}" destId="{31A897C1-2643-4AFC-896A-363644D92CEA}" srcOrd="0" destOrd="0" presId="urn:microsoft.com/office/officeart/2005/8/layout/hierarchy6"/>
    <dgm:cxn modelId="{F576F63D-66DF-4D65-BAA8-4457DE826F2C}" srcId="{0B0BBC68-9942-4C9C-815C-3966CBF9D4CF}" destId="{9FC0380F-66B2-4639-ADB7-EC2221CEDF4C}" srcOrd="0" destOrd="0" parTransId="{06EF3AE0-8F2D-4A51-888E-80F52EAC573C}" sibTransId="{5CEEE8B7-9DB8-4B1C-B906-2D856F5C433C}"/>
    <dgm:cxn modelId="{5882A88C-A547-40A3-B13B-3CE19E56F60E}" type="presOf" srcId="{DB8EABBA-915D-4FC1-9A2A-31C92AE7BEFD}" destId="{29DB909C-8B5D-4952-B70C-C5A0030575C8}" srcOrd="0" destOrd="0" presId="urn:microsoft.com/office/officeart/2005/8/layout/hierarchy6"/>
    <dgm:cxn modelId="{4BD6D791-A6AF-4282-BD81-135E5D966BA4}" type="presOf" srcId="{4C65F9AB-010F-48F6-A395-8CB425B72184}" destId="{07F125AF-1960-46E1-831F-AC0D8AFDA457}" srcOrd="0" destOrd="0" presId="urn:microsoft.com/office/officeart/2005/8/layout/hierarchy6"/>
    <dgm:cxn modelId="{CCAA55A3-528E-49F2-90CC-DF239E14ACEF}" type="presOf" srcId="{64739894-BF28-4BC6-8A72-10572A5F5D79}" destId="{45F079A9-A202-472B-84A0-140FEA21F2A5}" srcOrd="0" destOrd="0" presId="urn:microsoft.com/office/officeart/2005/8/layout/hierarchy6"/>
    <dgm:cxn modelId="{40F1BCCA-5839-4016-AD2A-4998A92EF023}" srcId="{9FC0380F-66B2-4639-ADB7-EC2221CEDF4C}" destId="{F5F09DCE-D559-4B85-8E2C-F867CA12F679}" srcOrd="1" destOrd="0" parTransId="{4C65F9AB-010F-48F6-A395-8CB425B72184}" sibTransId="{10034858-6168-4CF7-A3C5-42F2BFEAF7D2}"/>
    <dgm:cxn modelId="{1855D3CA-8FFC-408C-A2DA-87604A91B67F}" type="presOf" srcId="{31AE16E9-0A40-4D94-AE5E-ADFEB84F9E90}" destId="{C1220BD1-EB3F-4812-B393-B5F389324EBE}" srcOrd="0" destOrd="0" presId="urn:microsoft.com/office/officeart/2005/8/layout/hierarchy6"/>
    <dgm:cxn modelId="{665A84D2-ABE9-421B-BF66-988E5394BC5D}" type="presOf" srcId="{59DDAA7B-5477-4F57-99CF-5FE9AE2B115C}" destId="{490634F6-06E2-41B8-855B-F3F669679698}" srcOrd="0" destOrd="0" presId="urn:microsoft.com/office/officeart/2005/8/layout/hierarchy6"/>
    <dgm:cxn modelId="{7E405FDD-D420-43A2-9668-B2A60DD5A6FF}" type="presOf" srcId="{0B0BBC68-9942-4C9C-815C-3966CBF9D4CF}" destId="{EA2DFB08-3B24-4886-AEEE-A3CFE6EEAF23}" srcOrd="0" destOrd="0" presId="urn:microsoft.com/office/officeart/2005/8/layout/hierarchy6"/>
    <dgm:cxn modelId="{0F9D18E4-CFE5-421C-9601-79459A704ADD}" srcId="{9FC0380F-66B2-4639-ADB7-EC2221CEDF4C}" destId="{59DDAA7B-5477-4F57-99CF-5FE9AE2B115C}" srcOrd="2" destOrd="0" parTransId="{31AE16E9-0A40-4D94-AE5E-ADFEB84F9E90}" sibTransId="{7391DCAE-3B8F-49F0-B2C2-D616FCC735D6}"/>
    <dgm:cxn modelId="{15E8E2F9-BA75-4EBC-B255-BDA7549E4C2E}" type="presOf" srcId="{9FC0380F-66B2-4639-ADB7-EC2221CEDF4C}" destId="{3899E468-6DBA-4888-AA58-734D77D196EC}" srcOrd="0" destOrd="0" presId="urn:microsoft.com/office/officeart/2005/8/layout/hierarchy6"/>
    <dgm:cxn modelId="{067B4CDB-2EFA-4826-8964-D791542AED0D}" type="presParOf" srcId="{EA2DFB08-3B24-4886-AEEE-A3CFE6EEAF23}" destId="{28D34685-CB30-4B35-B230-808B9664BFD5}" srcOrd="0" destOrd="0" presId="urn:microsoft.com/office/officeart/2005/8/layout/hierarchy6"/>
    <dgm:cxn modelId="{2B3F1EF5-EEF9-49E0-8002-8AA0CA3E2E74}" type="presParOf" srcId="{28D34685-CB30-4B35-B230-808B9664BFD5}" destId="{417589B2-3068-43ED-8F54-F4F925E7852D}" srcOrd="0" destOrd="0" presId="urn:microsoft.com/office/officeart/2005/8/layout/hierarchy6"/>
    <dgm:cxn modelId="{377627D6-A75D-4CB2-B84F-80D661E3832E}" type="presParOf" srcId="{417589B2-3068-43ED-8F54-F4F925E7852D}" destId="{2FF3A5F7-3C96-4A3E-8C97-AA2C3BEC1B33}" srcOrd="0" destOrd="0" presId="urn:microsoft.com/office/officeart/2005/8/layout/hierarchy6"/>
    <dgm:cxn modelId="{C39DC8C6-4419-4EA0-99EB-1916E2AABBD0}" type="presParOf" srcId="{2FF3A5F7-3C96-4A3E-8C97-AA2C3BEC1B33}" destId="{3899E468-6DBA-4888-AA58-734D77D196EC}" srcOrd="0" destOrd="0" presId="urn:microsoft.com/office/officeart/2005/8/layout/hierarchy6"/>
    <dgm:cxn modelId="{F09EDB3A-7564-4D89-9210-7C9B15EC1E27}" type="presParOf" srcId="{2FF3A5F7-3C96-4A3E-8C97-AA2C3BEC1B33}" destId="{5113DCFF-39A1-4162-BBEE-ADE4172C6B7B}" srcOrd="1" destOrd="0" presId="urn:microsoft.com/office/officeart/2005/8/layout/hierarchy6"/>
    <dgm:cxn modelId="{87E084D1-7658-4DA4-8E3B-662900D9F32D}" type="presParOf" srcId="{5113DCFF-39A1-4162-BBEE-ADE4172C6B7B}" destId="{29DB909C-8B5D-4952-B70C-C5A0030575C8}" srcOrd="0" destOrd="0" presId="urn:microsoft.com/office/officeart/2005/8/layout/hierarchy6"/>
    <dgm:cxn modelId="{EFC69EB6-E182-4D5B-B223-B76A317CB53A}" type="presParOf" srcId="{5113DCFF-39A1-4162-BBEE-ADE4172C6B7B}" destId="{7DE9948C-1D92-4BB3-BA52-AC1471AA11DB}" srcOrd="1" destOrd="0" presId="urn:microsoft.com/office/officeart/2005/8/layout/hierarchy6"/>
    <dgm:cxn modelId="{B65DE3E0-D0C6-41B7-8045-B6413E380193}" type="presParOf" srcId="{7DE9948C-1D92-4BB3-BA52-AC1471AA11DB}" destId="{45F079A9-A202-472B-84A0-140FEA21F2A5}" srcOrd="0" destOrd="0" presId="urn:microsoft.com/office/officeart/2005/8/layout/hierarchy6"/>
    <dgm:cxn modelId="{A0DD6FDF-36D4-430B-88B9-E570DFC5DFF0}" type="presParOf" srcId="{7DE9948C-1D92-4BB3-BA52-AC1471AA11DB}" destId="{DD976997-F728-4502-A99E-3D4FD4F376AD}" srcOrd="1" destOrd="0" presId="urn:microsoft.com/office/officeart/2005/8/layout/hierarchy6"/>
    <dgm:cxn modelId="{86D5EFFC-A819-4FC0-BCEC-912127DD5ABF}" type="presParOf" srcId="{5113DCFF-39A1-4162-BBEE-ADE4172C6B7B}" destId="{07F125AF-1960-46E1-831F-AC0D8AFDA457}" srcOrd="2" destOrd="0" presId="urn:microsoft.com/office/officeart/2005/8/layout/hierarchy6"/>
    <dgm:cxn modelId="{3B6FF013-D40D-4DB4-88B8-4867293340ED}" type="presParOf" srcId="{5113DCFF-39A1-4162-BBEE-ADE4172C6B7B}" destId="{98C77E0A-6164-4D6C-8BB9-F62AA19966E5}" srcOrd="3" destOrd="0" presId="urn:microsoft.com/office/officeart/2005/8/layout/hierarchy6"/>
    <dgm:cxn modelId="{C2005133-3FFB-4AB4-ADD3-2C8F063B2B81}" type="presParOf" srcId="{98C77E0A-6164-4D6C-8BB9-F62AA19966E5}" destId="{31A897C1-2643-4AFC-896A-363644D92CEA}" srcOrd="0" destOrd="0" presId="urn:microsoft.com/office/officeart/2005/8/layout/hierarchy6"/>
    <dgm:cxn modelId="{CF234BE9-7E06-4602-9E35-A9DE6C10AF21}" type="presParOf" srcId="{98C77E0A-6164-4D6C-8BB9-F62AA19966E5}" destId="{4C5A7054-1D6B-4FEC-B1E9-812F2967A8E3}" srcOrd="1" destOrd="0" presId="urn:microsoft.com/office/officeart/2005/8/layout/hierarchy6"/>
    <dgm:cxn modelId="{F711A173-E89D-48DF-AFA2-A693DC629DE9}" type="presParOf" srcId="{5113DCFF-39A1-4162-BBEE-ADE4172C6B7B}" destId="{C1220BD1-EB3F-4812-B393-B5F389324EBE}" srcOrd="4" destOrd="0" presId="urn:microsoft.com/office/officeart/2005/8/layout/hierarchy6"/>
    <dgm:cxn modelId="{138D2C45-7793-44C9-954B-501E9B24C48C}" type="presParOf" srcId="{5113DCFF-39A1-4162-BBEE-ADE4172C6B7B}" destId="{D1DE0E34-D856-45CB-997A-B7901B509BB4}" srcOrd="5" destOrd="0" presId="urn:microsoft.com/office/officeart/2005/8/layout/hierarchy6"/>
    <dgm:cxn modelId="{37810122-315B-4378-B476-B910471EEB93}" type="presParOf" srcId="{D1DE0E34-D856-45CB-997A-B7901B509BB4}" destId="{490634F6-06E2-41B8-855B-F3F669679698}" srcOrd="0" destOrd="0" presId="urn:microsoft.com/office/officeart/2005/8/layout/hierarchy6"/>
    <dgm:cxn modelId="{AF40CE80-1BAD-4506-8E18-CFCA5FC748B1}" type="presParOf" srcId="{D1DE0E34-D856-45CB-997A-B7901B509BB4}" destId="{606B0384-4D74-4867-9B21-B318DB8D6604}" srcOrd="1" destOrd="0" presId="urn:microsoft.com/office/officeart/2005/8/layout/hierarchy6"/>
    <dgm:cxn modelId="{AB29CAE6-E6A0-4445-9B23-28768D9EC73F}" type="presParOf" srcId="{EA2DFB08-3B24-4886-AEEE-A3CFE6EEAF23}" destId="{F4BF86CD-B1F9-47E0-80D0-98AF976CD52C}"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11739ED0-2D64-4D45-84A7-978534D6C7C6}">
      <dgm:prSet/>
      <dgm:spPr/>
      <dgm:t>
        <a:bodyPr/>
        <a:lstStyle/>
        <a:p>
          <a:r>
            <a:rPr lang="en-US" dirty="0" err="1"/>
            <a:t>নিবিড়তার</a:t>
          </a:r>
          <a:r>
            <a:rPr lang="en-US" dirty="0"/>
            <a:t> </a:t>
          </a:r>
          <a:r>
            <a:rPr lang="en-US" dirty="0" err="1"/>
            <a:t>ভিত্তিতে</a:t>
          </a:r>
          <a:endParaRPr lang="en-US" dirty="0"/>
        </a:p>
      </dgm:t>
    </dgm:pt>
    <dgm:pt modelId="{87AC669A-3B57-4B49-A1DD-75990014C813}" type="parTrans" cxnId="{70D7C9F7-3F04-4113-9342-21D544C92E37}">
      <dgm:prSet/>
      <dgm:spPr/>
    </dgm:pt>
    <dgm:pt modelId="{EF546C99-AAA9-4D92-A740-16BC1AFDBF4F}" type="sibTrans" cxnId="{70D7C9F7-3F04-4113-9342-21D544C92E37}">
      <dgm:prSet/>
      <dgm:spPr/>
    </dgm:pt>
    <dgm:pt modelId="{68AC61CF-0FE8-4F30-9E55-F67067888C4E}">
      <dgm:prSet/>
      <dgm:spPr/>
      <dgm:t>
        <a:bodyPr/>
        <a:lstStyle/>
        <a:p>
          <a:r>
            <a:rPr lang="en-US" dirty="0" err="1"/>
            <a:t>সনাতন</a:t>
          </a:r>
          <a:endParaRPr lang="en-US" dirty="0"/>
        </a:p>
      </dgm:t>
    </dgm:pt>
    <dgm:pt modelId="{9168D647-4A4E-407D-BDB7-3A0ECB6006D9}" type="parTrans" cxnId="{153C143A-07D5-4B23-8937-6472E14514B1}">
      <dgm:prSet/>
      <dgm:spPr/>
    </dgm:pt>
    <dgm:pt modelId="{DE4959EF-2FB9-4432-A9BA-044E2C1848B1}" type="sibTrans" cxnId="{153C143A-07D5-4B23-8937-6472E14514B1}">
      <dgm:prSet/>
      <dgm:spPr/>
    </dgm:pt>
    <dgm:pt modelId="{3014754A-85D8-49AE-B939-F4700D12E022}">
      <dgm:prSet/>
      <dgm:spPr/>
      <dgm:t>
        <a:bodyPr/>
        <a:lstStyle/>
        <a:p>
          <a:r>
            <a:rPr lang="en-US" dirty="0" err="1"/>
            <a:t>আধা</a:t>
          </a:r>
          <a:r>
            <a:rPr lang="en-US" dirty="0"/>
            <a:t> </a:t>
          </a:r>
          <a:r>
            <a:rPr lang="en-US" dirty="0" err="1"/>
            <a:t>নিবিড়</a:t>
          </a:r>
          <a:endParaRPr lang="en-US" dirty="0"/>
        </a:p>
      </dgm:t>
    </dgm:pt>
    <dgm:pt modelId="{65E8686A-A21E-4687-ABC3-20DBB0CD03D7}" type="parTrans" cxnId="{4881C85B-E6C2-4D6C-89EE-0C16D882C365}">
      <dgm:prSet/>
      <dgm:spPr/>
    </dgm:pt>
    <dgm:pt modelId="{F70DFC65-B8B8-4E43-97D7-5707CB22C83E}" type="sibTrans" cxnId="{4881C85B-E6C2-4D6C-89EE-0C16D882C365}">
      <dgm:prSet/>
      <dgm:spPr/>
    </dgm:pt>
    <dgm:pt modelId="{EEE114DD-F638-46D5-B41C-AA47144B1C62}">
      <dgm:prSet/>
      <dgm:spPr/>
      <dgm:t>
        <a:bodyPr/>
        <a:lstStyle/>
        <a:p>
          <a:r>
            <a:rPr lang="en-US" dirty="0" err="1"/>
            <a:t>নিবিড়</a:t>
          </a:r>
          <a:endParaRPr lang="en-US" dirty="0"/>
        </a:p>
      </dgm:t>
    </dgm:pt>
    <dgm:pt modelId="{38E7D3F0-6643-4487-B236-C203F993D5BD}" type="parTrans" cxnId="{D0CDAD22-49BF-4F31-97AF-248EB869805F}">
      <dgm:prSet/>
      <dgm:spPr/>
    </dgm:pt>
    <dgm:pt modelId="{6EF33552-2F96-46AD-8D30-EC6E8395C032}" type="sibTrans" cxnId="{D0CDAD22-49BF-4F31-97AF-248EB869805F}">
      <dgm:prSet/>
      <dgm:spPr/>
    </dgm:pt>
    <dgm:pt modelId="{EA2DFB08-3B24-4886-AEEE-A3CFE6EEAF23}" type="pres">
      <dgm:prSet presAssocID="{0B0BBC68-9942-4C9C-815C-3966CBF9D4CF}" presName="mainComposite" presStyleCnt="0">
        <dgm:presLayoutVars>
          <dgm:chPref val="1"/>
          <dgm:dir/>
          <dgm:animOne val="branch"/>
          <dgm:animLvl val="lvl"/>
          <dgm:resizeHandles val="exact"/>
        </dgm:presLayoutVars>
      </dgm:prSet>
      <dgm:spPr/>
    </dgm:pt>
    <dgm:pt modelId="{28D34685-CB30-4B35-B230-808B9664BFD5}" type="pres">
      <dgm:prSet presAssocID="{0B0BBC68-9942-4C9C-815C-3966CBF9D4CF}" presName="hierFlow" presStyleCnt="0"/>
      <dgm:spPr/>
    </dgm:pt>
    <dgm:pt modelId="{417589B2-3068-43ED-8F54-F4F925E7852D}" type="pres">
      <dgm:prSet presAssocID="{0B0BBC68-9942-4C9C-815C-3966CBF9D4CF}" presName="hierChild1" presStyleCnt="0">
        <dgm:presLayoutVars>
          <dgm:chPref val="1"/>
          <dgm:animOne val="branch"/>
          <dgm:animLvl val="lvl"/>
        </dgm:presLayoutVars>
      </dgm:prSet>
      <dgm:spPr/>
    </dgm:pt>
    <dgm:pt modelId="{48E43464-E35A-4422-9BE4-9880D6AB6DFA}" type="pres">
      <dgm:prSet presAssocID="{11739ED0-2D64-4D45-84A7-978534D6C7C6}" presName="Name14" presStyleCnt="0"/>
      <dgm:spPr/>
    </dgm:pt>
    <dgm:pt modelId="{A4D2BD2E-9A65-430D-9D30-4E0DAA028445}" type="pres">
      <dgm:prSet presAssocID="{11739ED0-2D64-4D45-84A7-978534D6C7C6}" presName="level1Shape" presStyleLbl="node0" presStyleIdx="0" presStyleCnt="1">
        <dgm:presLayoutVars>
          <dgm:chPref val="3"/>
        </dgm:presLayoutVars>
      </dgm:prSet>
      <dgm:spPr/>
    </dgm:pt>
    <dgm:pt modelId="{4E4F99B9-8946-4953-B065-0F724A8CF1B4}" type="pres">
      <dgm:prSet presAssocID="{11739ED0-2D64-4D45-84A7-978534D6C7C6}" presName="hierChild2" presStyleCnt="0"/>
      <dgm:spPr/>
    </dgm:pt>
    <dgm:pt modelId="{DC4C107E-55D6-435C-8A37-DA6B67DBB856}" type="pres">
      <dgm:prSet presAssocID="{9168D647-4A4E-407D-BDB7-3A0ECB6006D9}" presName="Name19" presStyleLbl="parChTrans1D2" presStyleIdx="0" presStyleCnt="3"/>
      <dgm:spPr/>
    </dgm:pt>
    <dgm:pt modelId="{38094BD6-5A60-4015-BF0A-331A8C019515}" type="pres">
      <dgm:prSet presAssocID="{68AC61CF-0FE8-4F30-9E55-F67067888C4E}" presName="Name21" presStyleCnt="0"/>
      <dgm:spPr/>
    </dgm:pt>
    <dgm:pt modelId="{E49FE62C-5472-4616-83CD-27CD12E6CC7E}" type="pres">
      <dgm:prSet presAssocID="{68AC61CF-0FE8-4F30-9E55-F67067888C4E}" presName="level2Shape" presStyleLbl="node2" presStyleIdx="0" presStyleCnt="3"/>
      <dgm:spPr/>
    </dgm:pt>
    <dgm:pt modelId="{07F05A53-FB09-491D-BD2A-4F24557DB9FF}" type="pres">
      <dgm:prSet presAssocID="{68AC61CF-0FE8-4F30-9E55-F67067888C4E}" presName="hierChild3" presStyleCnt="0"/>
      <dgm:spPr/>
    </dgm:pt>
    <dgm:pt modelId="{4EC95D68-D498-429B-B5B4-3A2D2BCCF86B}" type="pres">
      <dgm:prSet presAssocID="{65E8686A-A21E-4687-ABC3-20DBB0CD03D7}" presName="Name19" presStyleLbl="parChTrans1D2" presStyleIdx="1" presStyleCnt="3"/>
      <dgm:spPr/>
    </dgm:pt>
    <dgm:pt modelId="{7525EC35-DBF3-42DC-83E4-D418E76D124A}" type="pres">
      <dgm:prSet presAssocID="{3014754A-85D8-49AE-B939-F4700D12E022}" presName="Name21" presStyleCnt="0"/>
      <dgm:spPr/>
    </dgm:pt>
    <dgm:pt modelId="{E690243C-31FC-4B8E-A729-AA48BA902E5C}" type="pres">
      <dgm:prSet presAssocID="{3014754A-85D8-49AE-B939-F4700D12E022}" presName="level2Shape" presStyleLbl="node2" presStyleIdx="1" presStyleCnt="3"/>
      <dgm:spPr/>
    </dgm:pt>
    <dgm:pt modelId="{4C4912A1-0CC6-4F5B-A940-2E1DCFF67EF6}" type="pres">
      <dgm:prSet presAssocID="{3014754A-85D8-49AE-B939-F4700D12E022}" presName="hierChild3" presStyleCnt="0"/>
      <dgm:spPr/>
    </dgm:pt>
    <dgm:pt modelId="{B643C38B-08F5-4C18-846E-347BBC1D9C0B}" type="pres">
      <dgm:prSet presAssocID="{38E7D3F0-6643-4487-B236-C203F993D5BD}" presName="Name19" presStyleLbl="parChTrans1D2" presStyleIdx="2" presStyleCnt="3"/>
      <dgm:spPr/>
    </dgm:pt>
    <dgm:pt modelId="{D131702B-8C51-472B-8198-7663F59DCD83}" type="pres">
      <dgm:prSet presAssocID="{EEE114DD-F638-46D5-B41C-AA47144B1C62}" presName="Name21" presStyleCnt="0"/>
      <dgm:spPr/>
    </dgm:pt>
    <dgm:pt modelId="{23AC69E1-3017-42B6-B00C-9896E8EB0791}" type="pres">
      <dgm:prSet presAssocID="{EEE114DD-F638-46D5-B41C-AA47144B1C62}" presName="level2Shape" presStyleLbl="node2" presStyleIdx="2" presStyleCnt="3"/>
      <dgm:spPr/>
    </dgm:pt>
    <dgm:pt modelId="{E3931C67-F35F-4A7E-9CFE-9B5DD51A77E7}" type="pres">
      <dgm:prSet presAssocID="{EEE114DD-F638-46D5-B41C-AA47144B1C62}" presName="hierChild3" presStyleCnt="0"/>
      <dgm:spPr/>
    </dgm:pt>
    <dgm:pt modelId="{F4BF86CD-B1F9-47E0-80D0-98AF976CD52C}" type="pres">
      <dgm:prSet presAssocID="{0B0BBC68-9942-4C9C-815C-3966CBF9D4CF}" presName="bgShapesFlow" presStyleCnt="0"/>
      <dgm:spPr/>
    </dgm:pt>
  </dgm:ptLst>
  <dgm:cxnLst>
    <dgm:cxn modelId="{D0CDAD22-49BF-4F31-97AF-248EB869805F}" srcId="{11739ED0-2D64-4D45-84A7-978534D6C7C6}" destId="{EEE114DD-F638-46D5-B41C-AA47144B1C62}" srcOrd="2" destOrd="0" parTransId="{38E7D3F0-6643-4487-B236-C203F993D5BD}" sibTransId="{6EF33552-2F96-46AD-8D30-EC6E8395C032}"/>
    <dgm:cxn modelId="{B83DCD27-53B4-40E7-832C-02E88F5A4E84}" type="presOf" srcId="{38E7D3F0-6643-4487-B236-C203F993D5BD}" destId="{B643C38B-08F5-4C18-846E-347BBC1D9C0B}" srcOrd="0" destOrd="0" presId="urn:microsoft.com/office/officeart/2005/8/layout/hierarchy6"/>
    <dgm:cxn modelId="{153C143A-07D5-4B23-8937-6472E14514B1}" srcId="{11739ED0-2D64-4D45-84A7-978534D6C7C6}" destId="{68AC61CF-0FE8-4F30-9E55-F67067888C4E}" srcOrd="0" destOrd="0" parTransId="{9168D647-4A4E-407D-BDB7-3A0ECB6006D9}" sibTransId="{DE4959EF-2FB9-4432-A9BA-044E2C1848B1}"/>
    <dgm:cxn modelId="{4881C85B-E6C2-4D6C-89EE-0C16D882C365}" srcId="{11739ED0-2D64-4D45-84A7-978534D6C7C6}" destId="{3014754A-85D8-49AE-B939-F4700D12E022}" srcOrd="1" destOrd="0" parTransId="{65E8686A-A21E-4687-ABC3-20DBB0CD03D7}" sibTransId="{F70DFC65-B8B8-4E43-97D7-5707CB22C83E}"/>
    <dgm:cxn modelId="{E53F9265-FAA3-46EE-A516-A3C34D8B6586}" type="presOf" srcId="{9168D647-4A4E-407D-BDB7-3A0ECB6006D9}" destId="{DC4C107E-55D6-435C-8A37-DA6B67DBB856}" srcOrd="0" destOrd="0" presId="urn:microsoft.com/office/officeart/2005/8/layout/hierarchy6"/>
    <dgm:cxn modelId="{4D56698E-2ADD-4BB3-8C00-2012F58A03C6}" type="presOf" srcId="{3014754A-85D8-49AE-B939-F4700D12E022}" destId="{E690243C-31FC-4B8E-A729-AA48BA902E5C}" srcOrd="0" destOrd="0" presId="urn:microsoft.com/office/officeart/2005/8/layout/hierarchy6"/>
    <dgm:cxn modelId="{63ECE5C9-ACDA-4A0D-A0DC-0872CCA5EEA4}" type="presOf" srcId="{68AC61CF-0FE8-4F30-9E55-F67067888C4E}" destId="{E49FE62C-5472-4616-83CD-27CD12E6CC7E}" srcOrd="0" destOrd="0" presId="urn:microsoft.com/office/officeart/2005/8/layout/hierarchy6"/>
    <dgm:cxn modelId="{8CD22FCF-ECA3-494D-9CD9-C37DC3F2F895}" type="presOf" srcId="{EEE114DD-F638-46D5-B41C-AA47144B1C62}" destId="{23AC69E1-3017-42B6-B00C-9896E8EB0791}" srcOrd="0" destOrd="0" presId="urn:microsoft.com/office/officeart/2005/8/layout/hierarchy6"/>
    <dgm:cxn modelId="{F098C7DA-0AD8-4633-8C47-6C7387A3510C}" type="presOf" srcId="{65E8686A-A21E-4687-ABC3-20DBB0CD03D7}" destId="{4EC95D68-D498-429B-B5B4-3A2D2BCCF86B}" srcOrd="0" destOrd="0" presId="urn:microsoft.com/office/officeart/2005/8/layout/hierarchy6"/>
    <dgm:cxn modelId="{7E405FDD-D420-43A2-9668-B2A60DD5A6FF}" type="presOf" srcId="{0B0BBC68-9942-4C9C-815C-3966CBF9D4CF}" destId="{EA2DFB08-3B24-4886-AEEE-A3CFE6EEAF23}" srcOrd="0" destOrd="0" presId="urn:microsoft.com/office/officeart/2005/8/layout/hierarchy6"/>
    <dgm:cxn modelId="{1CCBBEEA-F4EA-4D76-BF31-DE71FD742F4D}" type="presOf" srcId="{11739ED0-2D64-4D45-84A7-978534D6C7C6}" destId="{A4D2BD2E-9A65-430D-9D30-4E0DAA028445}" srcOrd="0" destOrd="0" presId="urn:microsoft.com/office/officeart/2005/8/layout/hierarchy6"/>
    <dgm:cxn modelId="{70D7C9F7-3F04-4113-9342-21D544C92E37}" srcId="{0B0BBC68-9942-4C9C-815C-3966CBF9D4CF}" destId="{11739ED0-2D64-4D45-84A7-978534D6C7C6}" srcOrd="0" destOrd="0" parTransId="{87AC669A-3B57-4B49-A1DD-75990014C813}" sibTransId="{EF546C99-AAA9-4D92-A740-16BC1AFDBF4F}"/>
    <dgm:cxn modelId="{067B4CDB-2EFA-4826-8964-D791542AED0D}" type="presParOf" srcId="{EA2DFB08-3B24-4886-AEEE-A3CFE6EEAF23}" destId="{28D34685-CB30-4B35-B230-808B9664BFD5}" srcOrd="0" destOrd="0" presId="urn:microsoft.com/office/officeart/2005/8/layout/hierarchy6"/>
    <dgm:cxn modelId="{2B3F1EF5-EEF9-49E0-8002-8AA0CA3E2E74}" type="presParOf" srcId="{28D34685-CB30-4B35-B230-808B9664BFD5}" destId="{417589B2-3068-43ED-8F54-F4F925E7852D}" srcOrd="0" destOrd="0" presId="urn:microsoft.com/office/officeart/2005/8/layout/hierarchy6"/>
    <dgm:cxn modelId="{DADD400C-11FA-4C49-927F-B646D96738B9}" type="presParOf" srcId="{417589B2-3068-43ED-8F54-F4F925E7852D}" destId="{48E43464-E35A-4422-9BE4-9880D6AB6DFA}" srcOrd="0" destOrd="0" presId="urn:microsoft.com/office/officeart/2005/8/layout/hierarchy6"/>
    <dgm:cxn modelId="{31A6703D-DE04-4ADA-8A50-6F4748EB8B8F}" type="presParOf" srcId="{48E43464-E35A-4422-9BE4-9880D6AB6DFA}" destId="{A4D2BD2E-9A65-430D-9D30-4E0DAA028445}" srcOrd="0" destOrd="0" presId="urn:microsoft.com/office/officeart/2005/8/layout/hierarchy6"/>
    <dgm:cxn modelId="{9A2F6DE7-367F-4DB6-93F6-E77E971721EA}" type="presParOf" srcId="{48E43464-E35A-4422-9BE4-9880D6AB6DFA}" destId="{4E4F99B9-8946-4953-B065-0F724A8CF1B4}" srcOrd="1" destOrd="0" presId="urn:microsoft.com/office/officeart/2005/8/layout/hierarchy6"/>
    <dgm:cxn modelId="{99C85486-12A6-430E-BDC7-045ACE2D748E}" type="presParOf" srcId="{4E4F99B9-8946-4953-B065-0F724A8CF1B4}" destId="{DC4C107E-55D6-435C-8A37-DA6B67DBB856}" srcOrd="0" destOrd="0" presId="urn:microsoft.com/office/officeart/2005/8/layout/hierarchy6"/>
    <dgm:cxn modelId="{1072960F-C0A4-40DD-BCA3-B1E822EE80A7}" type="presParOf" srcId="{4E4F99B9-8946-4953-B065-0F724A8CF1B4}" destId="{38094BD6-5A60-4015-BF0A-331A8C019515}" srcOrd="1" destOrd="0" presId="urn:microsoft.com/office/officeart/2005/8/layout/hierarchy6"/>
    <dgm:cxn modelId="{88FB4FAE-F03D-44CD-8193-32CE17EB78C4}" type="presParOf" srcId="{38094BD6-5A60-4015-BF0A-331A8C019515}" destId="{E49FE62C-5472-4616-83CD-27CD12E6CC7E}" srcOrd="0" destOrd="0" presId="urn:microsoft.com/office/officeart/2005/8/layout/hierarchy6"/>
    <dgm:cxn modelId="{7C266ADF-31C7-49E8-AF34-62773D8FDA95}" type="presParOf" srcId="{38094BD6-5A60-4015-BF0A-331A8C019515}" destId="{07F05A53-FB09-491D-BD2A-4F24557DB9FF}" srcOrd="1" destOrd="0" presId="urn:microsoft.com/office/officeart/2005/8/layout/hierarchy6"/>
    <dgm:cxn modelId="{1565AF74-558D-4B0D-A6BF-00C4BFFFC08D}" type="presParOf" srcId="{4E4F99B9-8946-4953-B065-0F724A8CF1B4}" destId="{4EC95D68-D498-429B-B5B4-3A2D2BCCF86B}" srcOrd="2" destOrd="0" presId="urn:microsoft.com/office/officeart/2005/8/layout/hierarchy6"/>
    <dgm:cxn modelId="{CDB9417B-28AF-4ED5-8019-5540508BDE74}" type="presParOf" srcId="{4E4F99B9-8946-4953-B065-0F724A8CF1B4}" destId="{7525EC35-DBF3-42DC-83E4-D418E76D124A}" srcOrd="3" destOrd="0" presId="urn:microsoft.com/office/officeart/2005/8/layout/hierarchy6"/>
    <dgm:cxn modelId="{99427609-4A4D-4DDE-AF20-132168F9FA01}" type="presParOf" srcId="{7525EC35-DBF3-42DC-83E4-D418E76D124A}" destId="{E690243C-31FC-4B8E-A729-AA48BA902E5C}" srcOrd="0" destOrd="0" presId="urn:microsoft.com/office/officeart/2005/8/layout/hierarchy6"/>
    <dgm:cxn modelId="{631AF4AA-8340-4E29-B411-681E541F0BF4}" type="presParOf" srcId="{7525EC35-DBF3-42DC-83E4-D418E76D124A}" destId="{4C4912A1-0CC6-4F5B-A940-2E1DCFF67EF6}" srcOrd="1" destOrd="0" presId="urn:microsoft.com/office/officeart/2005/8/layout/hierarchy6"/>
    <dgm:cxn modelId="{31474627-6774-4189-99BF-96CDFA738870}" type="presParOf" srcId="{4E4F99B9-8946-4953-B065-0F724A8CF1B4}" destId="{B643C38B-08F5-4C18-846E-347BBC1D9C0B}" srcOrd="4" destOrd="0" presId="urn:microsoft.com/office/officeart/2005/8/layout/hierarchy6"/>
    <dgm:cxn modelId="{8D68DEEA-A5B5-4DE6-9D62-E719ED3F7145}" type="presParOf" srcId="{4E4F99B9-8946-4953-B065-0F724A8CF1B4}" destId="{D131702B-8C51-472B-8198-7663F59DCD83}" srcOrd="5" destOrd="0" presId="urn:microsoft.com/office/officeart/2005/8/layout/hierarchy6"/>
    <dgm:cxn modelId="{52AB7F9D-0BEB-4E93-94B4-6BB5CF566C8F}" type="presParOf" srcId="{D131702B-8C51-472B-8198-7663F59DCD83}" destId="{23AC69E1-3017-42B6-B00C-9896E8EB0791}" srcOrd="0" destOrd="0" presId="urn:microsoft.com/office/officeart/2005/8/layout/hierarchy6"/>
    <dgm:cxn modelId="{4496B7F0-2071-47F9-A33F-191F408637EA}" type="presParOf" srcId="{D131702B-8C51-472B-8198-7663F59DCD83}" destId="{E3931C67-F35F-4A7E-9CFE-9B5DD51A77E7}" srcOrd="1" destOrd="0" presId="urn:microsoft.com/office/officeart/2005/8/layout/hierarchy6"/>
    <dgm:cxn modelId="{AB29CAE6-E6A0-4445-9B23-28768D9EC73F}" type="presParOf" srcId="{EA2DFB08-3B24-4886-AEEE-A3CFE6EEAF23}" destId="{F4BF86CD-B1F9-47E0-80D0-98AF976CD52C}"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62E6AF1F-BEDA-45FD-B682-B78C0968784A}">
      <dgm:prSet/>
      <dgm:spPr/>
      <dgm:t>
        <a:bodyPr/>
        <a:lstStyle/>
        <a:p>
          <a:r>
            <a:rPr lang="en-US" dirty="0" err="1"/>
            <a:t>চাষ</a:t>
          </a:r>
          <a:r>
            <a:rPr lang="en-US" dirty="0"/>
            <a:t> </a:t>
          </a:r>
          <a:r>
            <a:rPr lang="en-US" dirty="0" err="1"/>
            <a:t>পর্যায়ের</a:t>
          </a:r>
          <a:r>
            <a:rPr lang="en-US" dirty="0"/>
            <a:t> </a:t>
          </a:r>
          <a:r>
            <a:rPr lang="en-US" dirty="0" err="1"/>
            <a:t>ভিত্তিতে</a:t>
          </a:r>
          <a:endParaRPr lang="en-US" dirty="0"/>
        </a:p>
      </dgm:t>
    </dgm:pt>
    <dgm:pt modelId="{BC78E64A-3CBE-4AB6-9D56-1A58B8053464}" type="parTrans" cxnId="{30267646-906C-4F50-A33B-3FC36F3D288D}">
      <dgm:prSet/>
      <dgm:spPr/>
    </dgm:pt>
    <dgm:pt modelId="{1467DB01-A726-4D25-8736-659DCE1703EC}" type="sibTrans" cxnId="{30267646-906C-4F50-A33B-3FC36F3D288D}">
      <dgm:prSet/>
      <dgm:spPr/>
    </dgm:pt>
    <dgm:pt modelId="{A982DE9D-C583-4B03-BC4A-08FE3841C7C1}">
      <dgm:prSet/>
      <dgm:spPr/>
      <dgm:t>
        <a:bodyPr/>
        <a:lstStyle/>
        <a:p>
          <a:r>
            <a:rPr lang="en-US" dirty="0" err="1"/>
            <a:t>নার্সারি</a:t>
          </a:r>
          <a:endParaRPr lang="en-US" dirty="0"/>
        </a:p>
      </dgm:t>
    </dgm:pt>
    <dgm:pt modelId="{7D90DDE8-769B-49DA-B078-94684B1BA667}" type="parTrans" cxnId="{56F15E88-4086-46FE-9FEB-2B5060655811}">
      <dgm:prSet/>
      <dgm:spPr/>
    </dgm:pt>
    <dgm:pt modelId="{A0156B6D-4E41-490A-B64F-2238ABAA820F}" type="sibTrans" cxnId="{56F15E88-4086-46FE-9FEB-2B5060655811}">
      <dgm:prSet/>
      <dgm:spPr/>
    </dgm:pt>
    <dgm:pt modelId="{29EFB159-D399-47A3-930A-D9168791A445}">
      <dgm:prSet/>
      <dgm:spPr/>
      <dgm:t>
        <a:bodyPr/>
        <a:lstStyle/>
        <a:p>
          <a:r>
            <a:rPr lang="en-US" dirty="0" err="1"/>
            <a:t>হ্যাচারি</a:t>
          </a:r>
          <a:endParaRPr lang="en-US" dirty="0"/>
        </a:p>
      </dgm:t>
    </dgm:pt>
    <dgm:pt modelId="{B0065CEF-3A14-4380-9DF5-869330686064}" type="parTrans" cxnId="{B600E790-2C54-4B4A-B3AC-BAD2337B045E}">
      <dgm:prSet/>
      <dgm:spPr/>
    </dgm:pt>
    <dgm:pt modelId="{66E26145-1062-48ED-A264-26EFE51B0226}" type="sibTrans" cxnId="{B600E790-2C54-4B4A-B3AC-BAD2337B045E}">
      <dgm:prSet/>
      <dgm:spPr/>
    </dgm:pt>
    <dgm:pt modelId="{E79740EA-5C53-4EDC-BEEC-4045BE6EFA1E}">
      <dgm:prSet/>
      <dgm:spPr/>
      <dgm:t>
        <a:bodyPr/>
        <a:lstStyle/>
        <a:p>
          <a:r>
            <a:rPr lang="en-US" dirty="0" err="1"/>
            <a:t>ব্রুড</a:t>
          </a:r>
          <a:r>
            <a:rPr lang="en-US" dirty="0"/>
            <a:t> </a:t>
          </a:r>
          <a:r>
            <a:rPr lang="en-US" dirty="0" err="1"/>
            <a:t>পালন</a:t>
          </a:r>
          <a:endParaRPr lang="en-US" dirty="0"/>
        </a:p>
      </dgm:t>
    </dgm:pt>
    <dgm:pt modelId="{AE2F5CB4-67D3-4A66-95E2-34E9F10176E4}" type="parTrans" cxnId="{E6478860-EE9D-47E3-893D-E3EFBBFA55C8}">
      <dgm:prSet/>
      <dgm:spPr/>
    </dgm:pt>
    <dgm:pt modelId="{03F8DDBC-D192-4000-B9BD-C4C36ECBF646}" type="sibTrans" cxnId="{E6478860-EE9D-47E3-893D-E3EFBBFA55C8}">
      <dgm:prSet/>
      <dgm:spPr/>
    </dgm:pt>
    <dgm:pt modelId="{ED8A1C43-AB4D-42FA-82E2-2278080EA380}">
      <dgm:prSet/>
      <dgm:spPr/>
      <dgm:t>
        <a:bodyPr/>
        <a:lstStyle/>
        <a:p>
          <a:r>
            <a:rPr lang="en-US" dirty="0" err="1"/>
            <a:t>পালন</a:t>
          </a:r>
          <a:r>
            <a:rPr lang="en-US" dirty="0"/>
            <a:t> </a:t>
          </a:r>
          <a:r>
            <a:rPr lang="en-US" dirty="0" err="1"/>
            <a:t>পুকুর</a:t>
          </a:r>
          <a:endParaRPr lang="en-US" dirty="0"/>
        </a:p>
      </dgm:t>
    </dgm:pt>
    <dgm:pt modelId="{910959B2-1F26-4761-BC66-3A96EC6F5F15}" type="parTrans" cxnId="{22558572-82A3-4E81-A778-C73C6E0D52A5}">
      <dgm:prSet/>
      <dgm:spPr/>
    </dgm:pt>
    <dgm:pt modelId="{FDEA45DC-688D-49C8-A58D-1CE540E45E20}" type="sibTrans" cxnId="{22558572-82A3-4E81-A778-C73C6E0D52A5}">
      <dgm:prSet/>
      <dgm:spPr/>
    </dgm:pt>
    <dgm:pt modelId="{EA2DFB08-3B24-4886-AEEE-A3CFE6EEAF23}" type="pres">
      <dgm:prSet presAssocID="{0B0BBC68-9942-4C9C-815C-3966CBF9D4CF}" presName="mainComposite" presStyleCnt="0">
        <dgm:presLayoutVars>
          <dgm:chPref val="1"/>
          <dgm:dir/>
          <dgm:animOne val="branch"/>
          <dgm:animLvl val="lvl"/>
          <dgm:resizeHandles val="exact"/>
        </dgm:presLayoutVars>
      </dgm:prSet>
      <dgm:spPr/>
    </dgm:pt>
    <dgm:pt modelId="{28D34685-CB30-4B35-B230-808B9664BFD5}" type="pres">
      <dgm:prSet presAssocID="{0B0BBC68-9942-4C9C-815C-3966CBF9D4CF}" presName="hierFlow" presStyleCnt="0"/>
      <dgm:spPr/>
    </dgm:pt>
    <dgm:pt modelId="{417589B2-3068-43ED-8F54-F4F925E7852D}" type="pres">
      <dgm:prSet presAssocID="{0B0BBC68-9942-4C9C-815C-3966CBF9D4CF}" presName="hierChild1" presStyleCnt="0">
        <dgm:presLayoutVars>
          <dgm:chPref val="1"/>
          <dgm:animOne val="branch"/>
          <dgm:animLvl val="lvl"/>
        </dgm:presLayoutVars>
      </dgm:prSet>
      <dgm:spPr/>
    </dgm:pt>
    <dgm:pt modelId="{AC802532-E499-4EA7-A1EE-D69904CF4B58}" type="pres">
      <dgm:prSet presAssocID="{62E6AF1F-BEDA-45FD-B682-B78C0968784A}" presName="Name14" presStyleCnt="0"/>
      <dgm:spPr/>
    </dgm:pt>
    <dgm:pt modelId="{CD34A2FF-FA65-4760-B5E3-902D9316ED5F}" type="pres">
      <dgm:prSet presAssocID="{62E6AF1F-BEDA-45FD-B682-B78C0968784A}" presName="level1Shape" presStyleLbl="node0" presStyleIdx="0" presStyleCnt="1">
        <dgm:presLayoutVars>
          <dgm:chPref val="3"/>
        </dgm:presLayoutVars>
      </dgm:prSet>
      <dgm:spPr/>
    </dgm:pt>
    <dgm:pt modelId="{757DD719-3C0A-4288-9F5C-1C1A5F62DDCF}" type="pres">
      <dgm:prSet presAssocID="{62E6AF1F-BEDA-45FD-B682-B78C0968784A}" presName="hierChild2" presStyleCnt="0"/>
      <dgm:spPr/>
    </dgm:pt>
    <dgm:pt modelId="{D41CC273-9639-4349-8CC9-0C94E16050FE}" type="pres">
      <dgm:prSet presAssocID="{7D90DDE8-769B-49DA-B078-94684B1BA667}" presName="Name19" presStyleLbl="parChTrans1D2" presStyleIdx="0" presStyleCnt="4"/>
      <dgm:spPr/>
    </dgm:pt>
    <dgm:pt modelId="{6020F9FD-D9EB-439F-83B3-063BD95F1F22}" type="pres">
      <dgm:prSet presAssocID="{A982DE9D-C583-4B03-BC4A-08FE3841C7C1}" presName="Name21" presStyleCnt="0"/>
      <dgm:spPr/>
    </dgm:pt>
    <dgm:pt modelId="{7ED1887F-0518-416C-84D4-3083B5FB920E}" type="pres">
      <dgm:prSet presAssocID="{A982DE9D-C583-4B03-BC4A-08FE3841C7C1}" presName="level2Shape" presStyleLbl="node2" presStyleIdx="0" presStyleCnt="4"/>
      <dgm:spPr/>
    </dgm:pt>
    <dgm:pt modelId="{A528A41E-2D9E-4D03-B466-79278F1004CE}" type="pres">
      <dgm:prSet presAssocID="{A982DE9D-C583-4B03-BC4A-08FE3841C7C1}" presName="hierChild3" presStyleCnt="0"/>
      <dgm:spPr/>
    </dgm:pt>
    <dgm:pt modelId="{1D03DE6F-32CC-4BFF-AB87-E17BA8B586E5}" type="pres">
      <dgm:prSet presAssocID="{B0065CEF-3A14-4380-9DF5-869330686064}" presName="Name19" presStyleLbl="parChTrans1D2" presStyleIdx="1" presStyleCnt="4"/>
      <dgm:spPr/>
    </dgm:pt>
    <dgm:pt modelId="{5ECA3F7C-BC2B-49E2-919D-B8C5D7667979}" type="pres">
      <dgm:prSet presAssocID="{29EFB159-D399-47A3-930A-D9168791A445}" presName="Name21" presStyleCnt="0"/>
      <dgm:spPr/>
    </dgm:pt>
    <dgm:pt modelId="{F7672BE6-0C78-4F52-99D1-F278439727EE}" type="pres">
      <dgm:prSet presAssocID="{29EFB159-D399-47A3-930A-D9168791A445}" presName="level2Shape" presStyleLbl="node2" presStyleIdx="1" presStyleCnt="4"/>
      <dgm:spPr/>
    </dgm:pt>
    <dgm:pt modelId="{E700DF41-0DCC-4D16-B29F-0F2FAB976851}" type="pres">
      <dgm:prSet presAssocID="{29EFB159-D399-47A3-930A-D9168791A445}" presName="hierChild3" presStyleCnt="0"/>
      <dgm:spPr/>
    </dgm:pt>
    <dgm:pt modelId="{54B2B193-B039-4CD6-BA9B-144DD1996936}" type="pres">
      <dgm:prSet presAssocID="{AE2F5CB4-67D3-4A66-95E2-34E9F10176E4}" presName="Name19" presStyleLbl="parChTrans1D2" presStyleIdx="2" presStyleCnt="4"/>
      <dgm:spPr/>
    </dgm:pt>
    <dgm:pt modelId="{C29DE7ED-A937-4131-B8DF-E1C6C0D948AC}" type="pres">
      <dgm:prSet presAssocID="{E79740EA-5C53-4EDC-BEEC-4045BE6EFA1E}" presName="Name21" presStyleCnt="0"/>
      <dgm:spPr/>
    </dgm:pt>
    <dgm:pt modelId="{66B59036-1B59-47F5-AF8D-9F7EA166F246}" type="pres">
      <dgm:prSet presAssocID="{E79740EA-5C53-4EDC-BEEC-4045BE6EFA1E}" presName="level2Shape" presStyleLbl="node2" presStyleIdx="2" presStyleCnt="4"/>
      <dgm:spPr/>
    </dgm:pt>
    <dgm:pt modelId="{4348134C-14DF-4EFE-B335-3DFB43C2600C}" type="pres">
      <dgm:prSet presAssocID="{E79740EA-5C53-4EDC-BEEC-4045BE6EFA1E}" presName="hierChild3" presStyleCnt="0"/>
      <dgm:spPr/>
    </dgm:pt>
    <dgm:pt modelId="{71AB40DC-A0DC-4A96-8B8C-E52679B31401}" type="pres">
      <dgm:prSet presAssocID="{910959B2-1F26-4761-BC66-3A96EC6F5F15}" presName="Name19" presStyleLbl="parChTrans1D2" presStyleIdx="3" presStyleCnt="4"/>
      <dgm:spPr/>
    </dgm:pt>
    <dgm:pt modelId="{0239EACF-2772-4F6E-8EF0-89EBB0E8BE58}" type="pres">
      <dgm:prSet presAssocID="{ED8A1C43-AB4D-42FA-82E2-2278080EA380}" presName="Name21" presStyleCnt="0"/>
      <dgm:spPr/>
    </dgm:pt>
    <dgm:pt modelId="{9CA98437-08B2-4B38-896E-5A6EC20A499D}" type="pres">
      <dgm:prSet presAssocID="{ED8A1C43-AB4D-42FA-82E2-2278080EA380}" presName="level2Shape" presStyleLbl="node2" presStyleIdx="3" presStyleCnt="4"/>
      <dgm:spPr/>
    </dgm:pt>
    <dgm:pt modelId="{F21973B5-7A82-4D72-BD5C-7A3868CE1900}" type="pres">
      <dgm:prSet presAssocID="{ED8A1C43-AB4D-42FA-82E2-2278080EA380}" presName="hierChild3" presStyleCnt="0"/>
      <dgm:spPr/>
    </dgm:pt>
    <dgm:pt modelId="{F4BF86CD-B1F9-47E0-80D0-98AF976CD52C}" type="pres">
      <dgm:prSet presAssocID="{0B0BBC68-9942-4C9C-815C-3966CBF9D4CF}" presName="bgShapesFlow" presStyleCnt="0"/>
      <dgm:spPr/>
    </dgm:pt>
  </dgm:ptLst>
  <dgm:cxnLst>
    <dgm:cxn modelId="{5A034B18-41E7-4E55-8FBA-A67732C355CB}" type="presOf" srcId="{ED8A1C43-AB4D-42FA-82E2-2278080EA380}" destId="{9CA98437-08B2-4B38-896E-5A6EC20A499D}" srcOrd="0" destOrd="0" presId="urn:microsoft.com/office/officeart/2005/8/layout/hierarchy6"/>
    <dgm:cxn modelId="{1E4B6F38-F5BE-44FE-8C49-DAE5B773D1B0}" type="presOf" srcId="{B0065CEF-3A14-4380-9DF5-869330686064}" destId="{1D03DE6F-32CC-4BFF-AB87-E17BA8B586E5}" srcOrd="0" destOrd="0" presId="urn:microsoft.com/office/officeart/2005/8/layout/hierarchy6"/>
    <dgm:cxn modelId="{E6478860-EE9D-47E3-893D-E3EFBBFA55C8}" srcId="{62E6AF1F-BEDA-45FD-B682-B78C0968784A}" destId="{E79740EA-5C53-4EDC-BEEC-4045BE6EFA1E}" srcOrd="2" destOrd="0" parTransId="{AE2F5CB4-67D3-4A66-95E2-34E9F10176E4}" sibTransId="{03F8DDBC-D192-4000-B9BD-C4C36ECBF646}"/>
    <dgm:cxn modelId="{30267646-906C-4F50-A33B-3FC36F3D288D}" srcId="{0B0BBC68-9942-4C9C-815C-3966CBF9D4CF}" destId="{62E6AF1F-BEDA-45FD-B682-B78C0968784A}" srcOrd="0" destOrd="0" parTransId="{BC78E64A-3CBE-4AB6-9D56-1A58B8053464}" sibTransId="{1467DB01-A726-4D25-8736-659DCE1703EC}"/>
    <dgm:cxn modelId="{22558572-82A3-4E81-A778-C73C6E0D52A5}" srcId="{62E6AF1F-BEDA-45FD-B682-B78C0968784A}" destId="{ED8A1C43-AB4D-42FA-82E2-2278080EA380}" srcOrd="3" destOrd="0" parTransId="{910959B2-1F26-4761-BC66-3A96EC6F5F15}" sibTransId="{FDEA45DC-688D-49C8-A58D-1CE540E45E20}"/>
    <dgm:cxn modelId="{56F15E88-4086-46FE-9FEB-2B5060655811}" srcId="{62E6AF1F-BEDA-45FD-B682-B78C0968784A}" destId="{A982DE9D-C583-4B03-BC4A-08FE3841C7C1}" srcOrd="0" destOrd="0" parTransId="{7D90DDE8-769B-49DA-B078-94684B1BA667}" sibTransId="{A0156B6D-4E41-490A-B64F-2238ABAA820F}"/>
    <dgm:cxn modelId="{2A80038E-38D3-4783-B468-1AFA3330AA32}" type="presOf" srcId="{7D90DDE8-769B-49DA-B078-94684B1BA667}" destId="{D41CC273-9639-4349-8CC9-0C94E16050FE}" srcOrd="0" destOrd="0" presId="urn:microsoft.com/office/officeart/2005/8/layout/hierarchy6"/>
    <dgm:cxn modelId="{B600E790-2C54-4B4A-B3AC-BAD2337B045E}" srcId="{62E6AF1F-BEDA-45FD-B682-B78C0968784A}" destId="{29EFB159-D399-47A3-930A-D9168791A445}" srcOrd="1" destOrd="0" parTransId="{B0065CEF-3A14-4380-9DF5-869330686064}" sibTransId="{66E26145-1062-48ED-A264-26EFE51B0226}"/>
    <dgm:cxn modelId="{A929D1AF-A05D-4D6B-BE98-45E8458EDD6F}" type="presOf" srcId="{62E6AF1F-BEDA-45FD-B682-B78C0968784A}" destId="{CD34A2FF-FA65-4760-B5E3-902D9316ED5F}" srcOrd="0" destOrd="0" presId="urn:microsoft.com/office/officeart/2005/8/layout/hierarchy6"/>
    <dgm:cxn modelId="{C19013B7-9DAC-4063-8FF6-1C387DD50A73}" type="presOf" srcId="{E79740EA-5C53-4EDC-BEEC-4045BE6EFA1E}" destId="{66B59036-1B59-47F5-AF8D-9F7EA166F246}" srcOrd="0" destOrd="0" presId="urn:microsoft.com/office/officeart/2005/8/layout/hierarchy6"/>
    <dgm:cxn modelId="{9D959CBA-A570-4214-B174-76AF41D2BC40}" type="presOf" srcId="{A982DE9D-C583-4B03-BC4A-08FE3841C7C1}" destId="{7ED1887F-0518-416C-84D4-3083B5FB920E}" srcOrd="0" destOrd="0" presId="urn:microsoft.com/office/officeart/2005/8/layout/hierarchy6"/>
    <dgm:cxn modelId="{988DEDBA-99C0-4FD5-A1EE-6423811F1E69}" type="presOf" srcId="{29EFB159-D399-47A3-930A-D9168791A445}" destId="{F7672BE6-0C78-4F52-99D1-F278439727EE}" srcOrd="0" destOrd="0" presId="urn:microsoft.com/office/officeart/2005/8/layout/hierarchy6"/>
    <dgm:cxn modelId="{E45817D2-7EE7-4B38-9081-837205F8307D}" type="presOf" srcId="{910959B2-1F26-4761-BC66-3A96EC6F5F15}" destId="{71AB40DC-A0DC-4A96-8B8C-E52679B31401}" srcOrd="0" destOrd="0" presId="urn:microsoft.com/office/officeart/2005/8/layout/hierarchy6"/>
    <dgm:cxn modelId="{F873B6D7-10CB-4848-ACC4-9D14E76FAE6B}" type="presOf" srcId="{AE2F5CB4-67D3-4A66-95E2-34E9F10176E4}" destId="{54B2B193-B039-4CD6-BA9B-144DD1996936}" srcOrd="0" destOrd="0" presId="urn:microsoft.com/office/officeart/2005/8/layout/hierarchy6"/>
    <dgm:cxn modelId="{7E405FDD-D420-43A2-9668-B2A60DD5A6FF}" type="presOf" srcId="{0B0BBC68-9942-4C9C-815C-3966CBF9D4CF}" destId="{EA2DFB08-3B24-4886-AEEE-A3CFE6EEAF23}" srcOrd="0" destOrd="0" presId="urn:microsoft.com/office/officeart/2005/8/layout/hierarchy6"/>
    <dgm:cxn modelId="{067B4CDB-2EFA-4826-8964-D791542AED0D}" type="presParOf" srcId="{EA2DFB08-3B24-4886-AEEE-A3CFE6EEAF23}" destId="{28D34685-CB30-4B35-B230-808B9664BFD5}" srcOrd="0" destOrd="0" presId="urn:microsoft.com/office/officeart/2005/8/layout/hierarchy6"/>
    <dgm:cxn modelId="{2B3F1EF5-EEF9-49E0-8002-8AA0CA3E2E74}" type="presParOf" srcId="{28D34685-CB30-4B35-B230-808B9664BFD5}" destId="{417589B2-3068-43ED-8F54-F4F925E7852D}" srcOrd="0" destOrd="0" presId="urn:microsoft.com/office/officeart/2005/8/layout/hierarchy6"/>
    <dgm:cxn modelId="{A002A74D-9DBF-4F09-AE72-551133443192}" type="presParOf" srcId="{417589B2-3068-43ED-8F54-F4F925E7852D}" destId="{AC802532-E499-4EA7-A1EE-D69904CF4B58}" srcOrd="0" destOrd="0" presId="urn:microsoft.com/office/officeart/2005/8/layout/hierarchy6"/>
    <dgm:cxn modelId="{8AF6C9A3-5A5C-413D-9AC2-F3480EC98C8F}" type="presParOf" srcId="{AC802532-E499-4EA7-A1EE-D69904CF4B58}" destId="{CD34A2FF-FA65-4760-B5E3-902D9316ED5F}" srcOrd="0" destOrd="0" presId="urn:microsoft.com/office/officeart/2005/8/layout/hierarchy6"/>
    <dgm:cxn modelId="{7EE7A027-EFC3-4BBB-AA85-C57B4B35294D}" type="presParOf" srcId="{AC802532-E499-4EA7-A1EE-D69904CF4B58}" destId="{757DD719-3C0A-4288-9F5C-1C1A5F62DDCF}" srcOrd="1" destOrd="0" presId="urn:microsoft.com/office/officeart/2005/8/layout/hierarchy6"/>
    <dgm:cxn modelId="{304C8BDC-4445-4FF9-9EFE-980DB865EBEA}" type="presParOf" srcId="{757DD719-3C0A-4288-9F5C-1C1A5F62DDCF}" destId="{D41CC273-9639-4349-8CC9-0C94E16050FE}" srcOrd="0" destOrd="0" presId="urn:microsoft.com/office/officeart/2005/8/layout/hierarchy6"/>
    <dgm:cxn modelId="{44184F27-3D8D-4689-A88B-274242AAAC83}" type="presParOf" srcId="{757DD719-3C0A-4288-9F5C-1C1A5F62DDCF}" destId="{6020F9FD-D9EB-439F-83B3-063BD95F1F22}" srcOrd="1" destOrd="0" presId="urn:microsoft.com/office/officeart/2005/8/layout/hierarchy6"/>
    <dgm:cxn modelId="{AA742507-3CC8-4FA9-9D54-F1AF46C0FAC9}" type="presParOf" srcId="{6020F9FD-D9EB-439F-83B3-063BD95F1F22}" destId="{7ED1887F-0518-416C-84D4-3083B5FB920E}" srcOrd="0" destOrd="0" presId="urn:microsoft.com/office/officeart/2005/8/layout/hierarchy6"/>
    <dgm:cxn modelId="{23D957B4-BB75-4B3D-AF46-A7A4A86D609F}" type="presParOf" srcId="{6020F9FD-D9EB-439F-83B3-063BD95F1F22}" destId="{A528A41E-2D9E-4D03-B466-79278F1004CE}" srcOrd="1" destOrd="0" presId="urn:microsoft.com/office/officeart/2005/8/layout/hierarchy6"/>
    <dgm:cxn modelId="{FE9F791D-DF69-4461-867A-4C37993FC510}" type="presParOf" srcId="{757DD719-3C0A-4288-9F5C-1C1A5F62DDCF}" destId="{1D03DE6F-32CC-4BFF-AB87-E17BA8B586E5}" srcOrd="2" destOrd="0" presId="urn:microsoft.com/office/officeart/2005/8/layout/hierarchy6"/>
    <dgm:cxn modelId="{FE22B381-3435-4F34-83E0-FED0FDCCB574}" type="presParOf" srcId="{757DD719-3C0A-4288-9F5C-1C1A5F62DDCF}" destId="{5ECA3F7C-BC2B-49E2-919D-B8C5D7667979}" srcOrd="3" destOrd="0" presId="urn:microsoft.com/office/officeart/2005/8/layout/hierarchy6"/>
    <dgm:cxn modelId="{AD65E85E-A658-43FB-9AF6-1EC109D75C4B}" type="presParOf" srcId="{5ECA3F7C-BC2B-49E2-919D-B8C5D7667979}" destId="{F7672BE6-0C78-4F52-99D1-F278439727EE}" srcOrd="0" destOrd="0" presId="urn:microsoft.com/office/officeart/2005/8/layout/hierarchy6"/>
    <dgm:cxn modelId="{5D8023CA-4A93-45E5-B3B4-4364FDB29BB5}" type="presParOf" srcId="{5ECA3F7C-BC2B-49E2-919D-B8C5D7667979}" destId="{E700DF41-0DCC-4D16-B29F-0F2FAB976851}" srcOrd="1" destOrd="0" presId="urn:microsoft.com/office/officeart/2005/8/layout/hierarchy6"/>
    <dgm:cxn modelId="{A9EB90AE-8AE6-4D66-B309-64BE15B7A0F9}" type="presParOf" srcId="{757DD719-3C0A-4288-9F5C-1C1A5F62DDCF}" destId="{54B2B193-B039-4CD6-BA9B-144DD1996936}" srcOrd="4" destOrd="0" presId="urn:microsoft.com/office/officeart/2005/8/layout/hierarchy6"/>
    <dgm:cxn modelId="{DA2A8AA2-3BF6-4B02-A5A3-EAADF3CB2FAB}" type="presParOf" srcId="{757DD719-3C0A-4288-9F5C-1C1A5F62DDCF}" destId="{C29DE7ED-A937-4131-B8DF-E1C6C0D948AC}" srcOrd="5" destOrd="0" presId="urn:microsoft.com/office/officeart/2005/8/layout/hierarchy6"/>
    <dgm:cxn modelId="{77E9F175-FAF4-4F20-B3EF-6655FDD47399}" type="presParOf" srcId="{C29DE7ED-A937-4131-B8DF-E1C6C0D948AC}" destId="{66B59036-1B59-47F5-AF8D-9F7EA166F246}" srcOrd="0" destOrd="0" presId="urn:microsoft.com/office/officeart/2005/8/layout/hierarchy6"/>
    <dgm:cxn modelId="{D3E77B3B-1DEA-4E38-A39B-97C11CD89DA3}" type="presParOf" srcId="{C29DE7ED-A937-4131-B8DF-E1C6C0D948AC}" destId="{4348134C-14DF-4EFE-B335-3DFB43C2600C}" srcOrd="1" destOrd="0" presId="urn:microsoft.com/office/officeart/2005/8/layout/hierarchy6"/>
    <dgm:cxn modelId="{D8B0CF87-F169-4ED5-858D-949C66F746C9}" type="presParOf" srcId="{757DD719-3C0A-4288-9F5C-1C1A5F62DDCF}" destId="{71AB40DC-A0DC-4A96-8B8C-E52679B31401}" srcOrd="6" destOrd="0" presId="urn:microsoft.com/office/officeart/2005/8/layout/hierarchy6"/>
    <dgm:cxn modelId="{8D56E792-34E5-4DA8-89DC-819701ABFD84}" type="presParOf" srcId="{757DD719-3C0A-4288-9F5C-1C1A5F62DDCF}" destId="{0239EACF-2772-4F6E-8EF0-89EBB0E8BE58}" srcOrd="7" destOrd="0" presId="urn:microsoft.com/office/officeart/2005/8/layout/hierarchy6"/>
    <dgm:cxn modelId="{3F60423C-1CD2-461E-9A52-DD8F1D71858F}" type="presParOf" srcId="{0239EACF-2772-4F6E-8EF0-89EBB0E8BE58}" destId="{9CA98437-08B2-4B38-896E-5A6EC20A499D}" srcOrd="0" destOrd="0" presId="urn:microsoft.com/office/officeart/2005/8/layout/hierarchy6"/>
    <dgm:cxn modelId="{339E817D-660B-47DE-B8B0-08249BD8C932}" type="presParOf" srcId="{0239EACF-2772-4F6E-8EF0-89EBB0E8BE58}" destId="{F21973B5-7A82-4D72-BD5C-7A3868CE1900}" srcOrd="1" destOrd="0" presId="urn:microsoft.com/office/officeart/2005/8/layout/hierarchy6"/>
    <dgm:cxn modelId="{AB29CAE6-E6A0-4445-9B23-28768D9EC73F}" type="presParOf" srcId="{EA2DFB08-3B24-4886-AEEE-A3CFE6EEAF23}" destId="{F4BF86CD-B1F9-47E0-80D0-98AF976CD52C}"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77CD77C8-80D0-4E31-8157-6B56C10A782F}">
      <dgm:prSet/>
      <dgm:spPr/>
      <dgm:t>
        <a:bodyPr/>
        <a:lstStyle/>
        <a:p>
          <a:r>
            <a:rPr lang="en-US" dirty="0" err="1"/>
            <a:t>মিশ্র</a:t>
          </a:r>
          <a:r>
            <a:rPr lang="en-US" dirty="0"/>
            <a:t> ও </a:t>
          </a:r>
          <a:r>
            <a:rPr lang="en-US" dirty="0" err="1"/>
            <a:t>সমন্বিত</a:t>
          </a:r>
          <a:r>
            <a:rPr lang="en-US" dirty="0"/>
            <a:t> </a:t>
          </a:r>
          <a:r>
            <a:rPr lang="en-US" dirty="0" err="1"/>
            <a:t>পদ্ধতি</a:t>
          </a:r>
          <a:endParaRPr lang="en-US" dirty="0"/>
        </a:p>
      </dgm:t>
    </dgm:pt>
    <dgm:pt modelId="{D4ED9F68-A33C-4BE6-BD22-3BB0D5448A15}" type="parTrans" cxnId="{B5306B9A-206F-4E91-B7CA-92FC80E71775}">
      <dgm:prSet/>
      <dgm:spPr/>
      <dgm:t>
        <a:bodyPr/>
        <a:lstStyle/>
        <a:p>
          <a:endParaRPr lang="en-US"/>
        </a:p>
      </dgm:t>
    </dgm:pt>
    <dgm:pt modelId="{B994B3A5-A518-4E1C-956F-D07627D3C540}" type="sibTrans" cxnId="{B5306B9A-206F-4E91-B7CA-92FC80E71775}">
      <dgm:prSet/>
      <dgm:spPr/>
      <dgm:t>
        <a:bodyPr/>
        <a:lstStyle/>
        <a:p>
          <a:endParaRPr lang="en-US"/>
        </a:p>
      </dgm:t>
    </dgm:pt>
    <dgm:pt modelId="{41418EFD-E7AD-4FDD-8BCD-DFE803115365}">
      <dgm:prSet/>
      <dgm:spPr/>
      <dgm:t>
        <a:bodyPr/>
        <a:lstStyle/>
        <a:p>
          <a:r>
            <a:rPr lang="en-US" dirty="0" err="1"/>
            <a:t>সমন্বিত</a:t>
          </a:r>
          <a:r>
            <a:rPr lang="en-US" dirty="0"/>
            <a:t> </a:t>
          </a:r>
        </a:p>
      </dgm:t>
    </dgm:pt>
    <dgm:pt modelId="{57F7A6F1-2188-476F-84C2-64FDEE920230}" type="parTrans" cxnId="{EDC073C1-35F5-4B5B-A5D6-A379441A3BB9}">
      <dgm:prSet/>
      <dgm:spPr/>
      <dgm:t>
        <a:bodyPr/>
        <a:lstStyle/>
        <a:p>
          <a:endParaRPr lang="en-US"/>
        </a:p>
      </dgm:t>
    </dgm:pt>
    <dgm:pt modelId="{FDB658B6-9F6C-41B1-8143-4B5D54FE112A}" type="sibTrans" cxnId="{EDC073C1-35F5-4B5B-A5D6-A379441A3BB9}">
      <dgm:prSet/>
      <dgm:spPr/>
      <dgm:t>
        <a:bodyPr/>
        <a:lstStyle/>
        <a:p>
          <a:endParaRPr lang="en-US"/>
        </a:p>
      </dgm:t>
    </dgm:pt>
    <dgm:pt modelId="{F9DF38D5-1A6A-4F30-8F73-677B33973E9B}">
      <dgm:prSet/>
      <dgm:spPr/>
      <dgm:t>
        <a:bodyPr/>
        <a:lstStyle/>
        <a:p>
          <a:r>
            <a:rPr lang="en-US" dirty="0" err="1"/>
            <a:t>সমন্বিত</a:t>
          </a:r>
          <a:r>
            <a:rPr lang="en-US" dirty="0"/>
            <a:t> </a:t>
          </a:r>
          <a:r>
            <a:rPr lang="en-US" dirty="0" err="1"/>
            <a:t>হাঁস</a:t>
          </a:r>
          <a:r>
            <a:rPr lang="en-US" dirty="0"/>
            <a:t> </a:t>
          </a:r>
          <a:r>
            <a:rPr lang="en-US" dirty="0" err="1"/>
            <a:t>মাছ</a:t>
          </a:r>
          <a:endParaRPr lang="en-US" dirty="0"/>
        </a:p>
      </dgm:t>
    </dgm:pt>
    <dgm:pt modelId="{0EFFB327-7777-4F5F-B9FC-5F6826A8CCEA}" type="parTrans" cxnId="{F84C937C-E5B9-4CF4-972E-1FB38819D28D}">
      <dgm:prSet/>
      <dgm:spPr/>
      <dgm:t>
        <a:bodyPr/>
        <a:lstStyle/>
        <a:p>
          <a:endParaRPr lang="en-US"/>
        </a:p>
      </dgm:t>
    </dgm:pt>
    <dgm:pt modelId="{011DB076-F945-4776-8BD1-A363F588DA0F}" type="sibTrans" cxnId="{F84C937C-E5B9-4CF4-972E-1FB38819D28D}">
      <dgm:prSet/>
      <dgm:spPr/>
      <dgm:t>
        <a:bodyPr/>
        <a:lstStyle/>
        <a:p>
          <a:endParaRPr lang="en-US"/>
        </a:p>
      </dgm:t>
    </dgm:pt>
    <dgm:pt modelId="{1045C169-8169-4C9F-8B66-9EC4045D0FD1}">
      <dgm:prSet/>
      <dgm:spPr/>
      <dgm:t>
        <a:bodyPr/>
        <a:lstStyle/>
        <a:p>
          <a:r>
            <a:rPr lang="en-US" dirty="0" err="1"/>
            <a:t>সমন্বিত</a:t>
          </a:r>
          <a:r>
            <a:rPr lang="en-US" dirty="0"/>
            <a:t> </a:t>
          </a:r>
          <a:r>
            <a:rPr lang="en-US" dirty="0" err="1"/>
            <a:t>ধান</a:t>
          </a:r>
          <a:r>
            <a:rPr lang="en-US" dirty="0"/>
            <a:t> </a:t>
          </a:r>
          <a:r>
            <a:rPr lang="en-US" dirty="0" err="1"/>
            <a:t>মাছ</a:t>
          </a:r>
          <a:endParaRPr lang="en-US" dirty="0"/>
        </a:p>
      </dgm:t>
    </dgm:pt>
    <dgm:pt modelId="{B9820E73-AE35-468D-A8C2-52899DE83526}" type="parTrans" cxnId="{E508E8D5-92F1-4F9C-8CD8-C80B33AADE5F}">
      <dgm:prSet/>
      <dgm:spPr/>
      <dgm:t>
        <a:bodyPr/>
        <a:lstStyle/>
        <a:p>
          <a:endParaRPr lang="en-US"/>
        </a:p>
      </dgm:t>
    </dgm:pt>
    <dgm:pt modelId="{06E0DA17-9722-4BD6-B7F8-153BC1EA3F79}" type="sibTrans" cxnId="{E508E8D5-92F1-4F9C-8CD8-C80B33AADE5F}">
      <dgm:prSet/>
      <dgm:spPr/>
      <dgm:t>
        <a:bodyPr/>
        <a:lstStyle/>
        <a:p>
          <a:endParaRPr lang="en-US"/>
        </a:p>
      </dgm:t>
    </dgm:pt>
    <dgm:pt modelId="{EA2DFB08-3B24-4886-AEEE-A3CFE6EEAF23}" type="pres">
      <dgm:prSet presAssocID="{0B0BBC68-9942-4C9C-815C-3966CBF9D4CF}" presName="mainComposite" presStyleCnt="0">
        <dgm:presLayoutVars>
          <dgm:chPref val="1"/>
          <dgm:dir/>
          <dgm:animOne val="branch"/>
          <dgm:animLvl val="lvl"/>
          <dgm:resizeHandles val="exact"/>
        </dgm:presLayoutVars>
      </dgm:prSet>
      <dgm:spPr/>
    </dgm:pt>
    <dgm:pt modelId="{28D34685-CB30-4B35-B230-808B9664BFD5}" type="pres">
      <dgm:prSet presAssocID="{0B0BBC68-9942-4C9C-815C-3966CBF9D4CF}" presName="hierFlow" presStyleCnt="0"/>
      <dgm:spPr/>
    </dgm:pt>
    <dgm:pt modelId="{417589B2-3068-43ED-8F54-F4F925E7852D}" type="pres">
      <dgm:prSet presAssocID="{0B0BBC68-9942-4C9C-815C-3966CBF9D4CF}" presName="hierChild1" presStyleCnt="0">
        <dgm:presLayoutVars>
          <dgm:chPref val="1"/>
          <dgm:animOne val="branch"/>
          <dgm:animLvl val="lvl"/>
        </dgm:presLayoutVars>
      </dgm:prSet>
      <dgm:spPr/>
    </dgm:pt>
    <dgm:pt modelId="{ED851FD4-2A19-44AC-8A28-827DA286C135}" type="pres">
      <dgm:prSet presAssocID="{77CD77C8-80D0-4E31-8157-6B56C10A782F}" presName="Name14" presStyleCnt="0"/>
      <dgm:spPr/>
    </dgm:pt>
    <dgm:pt modelId="{58729394-24C3-49E3-B718-9C2C7D132A20}" type="pres">
      <dgm:prSet presAssocID="{77CD77C8-80D0-4E31-8157-6B56C10A782F}" presName="level1Shape" presStyleLbl="node0" presStyleIdx="0" presStyleCnt="1">
        <dgm:presLayoutVars>
          <dgm:chPref val="3"/>
        </dgm:presLayoutVars>
      </dgm:prSet>
      <dgm:spPr/>
    </dgm:pt>
    <dgm:pt modelId="{441C85DF-EE3B-4FC4-91AB-428604D04190}" type="pres">
      <dgm:prSet presAssocID="{77CD77C8-80D0-4E31-8157-6B56C10A782F}" presName="hierChild2" presStyleCnt="0"/>
      <dgm:spPr/>
    </dgm:pt>
    <dgm:pt modelId="{61A785D1-3087-453A-B99A-3B971CD9D5FF}" type="pres">
      <dgm:prSet presAssocID="{57F7A6F1-2188-476F-84C2-64FDEE920230}" presName="Name19" presStyleLbl="parChTrans1D2" presStyleIdx="0" presStyleCnt="3"/>
      <dgm:spPr/>
    </dgm:pt>
    <dgm:pt modelId="{FA905E14-7ED8-400B-8071-56E60A3764FE}" type="pres">
      <dgm:prSet presAssocID="{41418EFD-E7AD-4FDD-8BCD-DFE803115365}" presName="Name21" presStyleCnt="0"/>
      <dgm:spPr/>
    </dgm:pt>
    <dgm:pt modelId="{58E20333-371E-4B07-8D68-4B1987C3D33C}" type="pres">
      <dgm:prSet presAssocID="{41418EFD-E7AD-4FDD-8BCD-DFE803115365}" presName="level2Shape" presStyleLbl="node2" presStyleIdx="0" presStyleCnt="3"/>
      <dgm:spPr/>
    </dgm:pt>
    <dgm:pt modelId="{B3C86FED-06C2-4B80-9F20-65C759A5AE58}" type="pres">
      <dgm:prSet presAssocID="{41418EFD-E7AD-4FDD-8BCD-DFE803115365}" presName="hierChild3" presStyleCnt="0"/>
      <dgm:spPr/>
    </dgm:pt>
    <dgm:pt modelId="{E42CE635-C0E8-432C-96CB-B4D3C57423C6}" type="pres">
      <dgm:prSet presAssocID="{0EFFB327-7777-4F5F-B9FC-5F6826A8CCEA}" presName="Name19" presStyleLbl="parChTrans1D2" presStyleIdx="1" presStyleCnt="3"/>
      <dgm:spPr/>
    </dgm:pt>
    <dgm:pt modelId="{71332B7C-D10E-4034-A126-3735F114B500}" type="pres">
      <dgm:prSet presAssocID="{F9DF38D5-1A6A-4F30-8F73-677B33973E9B}" presName="Name21" presStyleCnt="0"/>
      <dgm:spPr/>
    </dgm:pt>
    <dgm:pt modelId="{139FD1B8-1060-4F2A-AF2E-51B188B4C1FC}" type="pres">
      <dgm:prSet presAssocID="{F9DF38D5-1A6A-4F30-8F73-677B33973E9B}" presName="level2Shape" presStyleLbl="node2" presStyleIdx="1" presStyleCnt="3"/>
      <dgm:spPr/>
    </dgm:pt>
    <dgm:pt modelId="{094093FE-8B99-416B-9238-8EB6F3B8D190}" type="pres">
      <dgm:prSet presAssocID="{F9DF38D5-1A6A-4F30-8F73-677B33973E9B}" presName="hierChild3" presStyleCnt="0"/>
      <dgm:spPr/>
    </dgm:pt>
    <dgm:pt modelId="{84CC4129-33F6-4519-B242-DB0508C49AA7}" type="pres">
      <dgm:prSet presAssocID="{B9820E73-AE35-468D-A8C2-52899DE83526}" presName="Name19" presStyleLbl="parChTrans1D2" presStyleIdx="2" presStyleCnt="3"/>
      <dgm:spPr/>
    </dgm:pt>
    <dgm:pt modelId="{ED657AE4-D2D2-4593-BE1D-1CD26C1DA38F}" type="pres">
      <dgm:prSet presAssocID="{1045C169-8169-4C9F-8B66-9EC4045D0FD1}" presName="Name21" presStyleCnt="0"/>
      <dgm:spPr/>
    </dgm:pt>
    <dgm:pt modelId="{41C4522D-2B7B-42F6-82ED-CE5FD41342C8}" type="pres">
      <dgm:prSet presAssocID="{1045C169-8169-4C9F-8B66-9EC4045D0FD1}" presName="level2Shape" presStyleLbl="node2" presStyleIdx="2" presStyleCnt="3"/>
      <dgm:spPr/>
    </dgm:pt>
    <dgm:pt modelId="{C869FD7F-D473-423A-8825-5006D6AA762F}" type="pres">
      <dgm:prSet presAssocID="{1045C169-8169-4C9F-8B66-9EC4045D0FD1}" presName="hierChild3" presStyleCnt="0"/>
      <dgm:spPr/>
    </dgm:pt>
    <dgm:pt modelId="{F4BF86CD-B1F9-47E0-80D0-98AF976CD52C}" type="pres">
      <dgm:prSet presAssocID="{0B0BBC68-9942-4C9C-815C-3966CBF9D4CF}" presName="bgShapesFlow" presStyleCnt="0"/>
      <dgm:spPr/>
    </dgm:pt>
  </dgm:ptLst>
  <dgm:cxnLst>
    <dgm:cxn modelId="{DF917504-2BEB-4DB1-BFB4-30F488D02938}" type="presOf" srcId="{F9DF38D5-1A6A-4F30-8F73-677B33973E9B}" destId="{139FD1B8-1060-4F2A-AF2E-51B188B4C1FC}" srcOrd="0" destOrd="0" presId="urn:microsoft.com/office/officeart/2005/8/layout/hierarchy6"/>
    <dgm:cxn modelId="{13148C3D-F885-4904-88AF-0DA2F7800F4D}" type="presOf" srcId="{57F7A6F1-2188-476F-84C2-64FDEE920230}" destId="{61A785D1-3087-453A-B99A-3B971CD9D5FF}" srcOrd="0" destOrd="0" presId="urn:microsoft.com/office/officeart/2005/8/layout/hierarchy6"/>
    <dgm:cxn modelId="{F50A6376-31EB-4DA5-A321-94C2CF2918C0}" type="presOf" srcId="{B9820E73-AE35-468D-A8C2-52899DE83526}" destId="{84CC4129-33F6-4519-B242-DB0508C49AA7}" srcOrd="0" destOrd="0" presId="urn:microsoft.com/office/officeart/2005/8/layout/hierarchy6"/>
    <dgm:cxn modelId="{F84C937C-E5B9-4CF4-972E-1FB38819D28D}" srcId="{77CD77C8-80D0-4E31-8157-6B56C10A782F}" destId="{F9DF38D5-1A6A-4F30-8F73-677B33973E9B}" srcOrd="1" destOrd="0" parTransId="{0EFFB327-7777-4F5F-B9FC-5F6826A8CCEA}" sibTransId="{011DB076-F945-4776-8BD1-A363F588DA0F}"/>
    <dgm:cxn modelId="{B5306B9A-206F-4E91-B7CA-92FC80E71775}" srcId="{0B0BBC68-9942-4C9C-815C-3966CBF9D4CF}" destId="{77CD77C8-80D0-4E31-8157-6B56C10A782F}" srcOrd="0" destOrd="0" parTransId="{D4ED9F68-A33C-4BE6-BD22-3BB0D5448A15}" sibTransId="{B994B3A5-A518-4E1C-956F-D07627D3C540}"/>
    <dgm:cxn modelId="{AB6D5BAA-F969-4248-8DF3-6AB1E99F145B}" type="presOf" srcId="{0EFFB327-7777-4F5F-B9FC-5F6826A8CCEA}" destId="{E42CE635-C0E8-432C-96CB-B4D3C57423C6}" srcOrd="0" destOrd="0" presId="urn:microsoft.com/office/officeart/2005/8/layout/hierarchy6"/>
    <dgm:cxn modelId="{EDC073C1-35F5-4B5B-A5D6-A379441A3BB9}" srcId="{77CD77C8-80D0-4E31-8157-6B56C10A782F}" destId="{41418EFD-E7AD-4FDD-8BCD-DFE803115365}" srcOrd="0" destOrd="0" parTransId="{57F7A6F1-2188-476F-84C2-64FDEE920230}" sibTransId="{FDB658B6-9F6C-41B1-8143-4B5D54FE112A}"/>
    <dgm:cxn modelId="{999781D2-3B75-49DD-9372-41F74A661681}" type="presOf" srcId="{41418EFD-E7AD-4FDD-8BCD-DFE803115365}" destId="{58E20333-371E-4B07-8D68-4B1987C3D33C}" srcOrd="0" destOrd="0" presId="urn:microsoft.com/office/officeart/2005/8/layout/hierarchy6"/>
    <dgm:cxn modelId="{E508E8D5-92F1-4F9C-8CD8-C80B33AADE5F}" srcId="{77CD77C8-80D0-4E31-8157-6B56C10A782F}" destId="{1045C169-8169-4C9F-8B66-9EC4045D0FD1}" srcOrd="2" destOrd="0" parTransId="{B9820E73-AE35-468D-A8C2-52899DE83526}" sibTransId="{06E0DA17-9722-4BD6-B7F8-153BC1EA3F79}"/>
    <dgm:cxn modelId="{6BC41DD9-F6BB-4B08-8114-6075A1BF52E1}" type="presOf" srcId="{1045C169-8169-4C9F-8B66-9EC4045D0FD1}" destId="{41C4522D-2B7B-42F6-82ED-CE5FD41342C8}" srcOrd="0" destOrd="0" presId="urn:microsoft.com/office/officeart/2005/8/layout/hierarchy6"/>
    <dgm:cxn modelId="{7E405FDD-D420-43A2-9668-B2A60DD5A6FF}" type="presOf" srcId="{0B0BBC68-9942-4C9C-815C-3966CBF9D4CF}" destId="{EA2DFB08-3B24-4886-AEEE-A3CFE6EEAF23}" srcOrd="0" destOrd="0" presId="urn:microsoft.com/office/officeart/2005/8/layout/hierarchy6"/>
    <dgm:cxn modelId="{EFD2B8EE-74F1-4795-B73D-2878AE02FBB3}" type="presOf" srcId="{77CD77C8-80D0-4E31-8157-6B56C10A782F}" destId="{58729394-24C3-49E3-B718-9C2C7D132A20}" srcOrd="0" destOrd="0" presId="urn:microsoft.com/office/officeart/2005/8/layout/hierarchy6"/>
    <dgm:cxn modelId="{067B4CDB-2EFA-4826-8964-D791542AED0D}" type="presParOf" srcId="{EA2DFB08-3B24-4886-AEEE-A3CFE6EEAF23}" destId="{28D34685-CB30-4B35-B230-808B9664BFD5}" srcOrd="0" destOrd="0" presId="urn:microsoft.com/office/officeart/2005/8/layout/hierarchy6"/>
    <dgm:cxn modelId="{2B3F1EF5-EEF9-49E0-8002-8AA0CA3E2E74}" type="presParOf" srcId="{28D34685-CB30-4B35-B230-808B9664BFD5}" destId="{417589B2-3068-43ED-8F54-F4F925E7852D}" srcOrd="0" destOrd="0" presId="urn:microsoft.com/office/officeart/2005/8/layout/hierarchy6"/>
    <dgm:cxn modelId="{3FF5ED07-356B-442A-A04C-4455CF7E64AF}" type="presParOf" srcId="{417589B2-3068-43ED-8F54-F4F925E7852D}" destId="{ED851FD4-2A19-44AC-8A28-827DA286C135}" srcOrd="0" destOrd="0" presId="urn:microsoft.com/office/officeart/2005/8/layout/hierarchy6"/>
    <dgm:cxn modelId="{CCB5621B-2191-4FE3-9DE8-5D87DAD93CEB}" type="presParOf" srcId="{ED851FD4-2A19-44AC-8A28-827DA286C135}" destId="{58729394-24C3-49E3-B718-9C2C7D132A20}" srcOrd="0" destOrd="0" presId="urn:microsoft.com/office/officeart/2005/8/layout/hierarchy6"/>
    <dgm:cxn modelId="{2198957E-37C1-4BCC-AA8E-A0A7EC81ED10}" type="presParOf" srcId="{ED851FD4-2A19-44AC-8A28-827DA286C135}" destId="{441C85DF-EE3B-4FC4-91AB-428604D04190}" srcOrd="1" destOrd="0" presId="urn:microsoft.com/office/officeart/2005/8/layout/hierarchy6"/>
    <dgm:cxn modelId="{A0914A0B-E9ED-4631-86C6-DBD730BAE778}" type="presParOf" srcId="{441C85DF-EE3B-4FC4-91AB-428604D04190}" destId="{61A785D1-3087-453A-B99A-3B971CD9D5FF}" srcOrd="0" destOrd="0" presId="urn:microsoft.com/office/officeart/2005/8/layout/hierarchy6"/>
    <dgm:cxn modelId="{BA580114-42C5-411E-BF39-36603F1DE650}" type="presParOf" srcId="{441C85DF-EE3B-4FC4-91AB-428604D04190}" destId="{FA905E14-7ED8-400B-8071-56E60A3764FE}" srcOrd="1" destOrd="0" presId="urn:microsoft.com/office/officeart/2005/8/layout/hierarchy6"/>
    <dgm:cxn modelId="{931D54A6-B51D-48BA-BFC0-63EAE4F92B9A}" type="presParOf" srcId="{FA905E14-7ED8-400B-8071-56E60A3764FE}" destId="{58E20333-371E-4B07-8D68-4B1987C3D33C}" srcOrd="0" destOrd="0" presId="urn:microsoft.com/office/officeart/2005/8/layout/hierarchy6"/>
    <dgm:cxn modelId="{FECF4D88-BEA6-47CB-9EF4-02D577206981}" type="presParOf" srcId="{FA905E14-7ED8-400B-8071-56E60A3764FE}" destId="{B3C86FED-06C2-4B80-9F20-65C759A5AE58}" srcOrd="1" destOrd="0" presId="urn:microsoft.com/office/officeart/2005/8/layout/hierarchy6"/>
    <dgm:cxn modelId="{31D0155E-DA1B-491A-A2AA-6F2A086AC999}" type="presParOf" srcId="{441C85DF-EE3B-4FC4-91AB-428604D04190}" destId="{E42CE635-C0E8-432C-96CB-B4D3C57423C6}" srcOrd="2" destOrd="0" presId="urn:microsoft.com/office/officeart/2005/8/layout/hierarchy6"/>
    <dgm:cxn modelId="{334FE39A-2152-4B89-A3DB-ACD2390203A5}" type="presParOf" srcId="{441C85DF-EE3B-4FC4-91AB-428604D04190}" destId="{71332B7C-D10E-4034-A126-3735F114B500}" srcOrd="3" destOrd="0" presId="urn:microsoft.com/office/officeart/2005/8/layout/hierarchy6"/>
    <dgm:cxn modelId="{72FDD179-BFA2-4E40-97AE-DD77D6B5AD35}" type="presParOf" srcId="{71332B7C-D10E-4034-A126-3735F114B500}" destId="{139FD1B8-1060-4F2A-AF2E-51B188B4C1FC}" srcOrd="0" destOrd="0" presId="urn:microsoft.com/office/officeart/2005/8/layout/hierarchy6"/>
    <dgm:cxn modelId="{6303AAA0-C7CC-463A-99A8-33ACBB41DA26}" type="presParOf" srcId="{71332B7C-D10E-4034-A126-3735F114B500}" destId="{094093FE-8B99-416B-9238-8EB6F3B8D190}" srcOrd="1" destOrd="0" presId="urn:microsoft.com/office/officeart/2005/8/layout/hierarchy6"/>
    <dgm:cxn modelId="{5AE292A0-3F37-4F3D-9F49-A1EF4A11B0FA}" type="presParOf" srcId="{441C85DF-EE3B-4FC4-91AB-428604D04190}" destId="{84CC4129-33F6-4519-B242-DB0508C49AA7}" srcOrd="4" destOrd="0" presId="urn:microsoft.com/office/officeart/2005/8/layout/hierarchy6"/>
    <dgm:cxn modelId="{88F030DB-1240-409A-B31A-F0BC78F8B516}" type="presParOf" srcId="{441C85DF-EE3B-4FC4-91AB-428604D04190}" destId="{ED657AE4-D2D2-4593-BE1D-1CD26C1DA38F}" srcOrd="5" destOrd="0" presId="urn:microsoft.com/office/officeart/2005/8/layout/hierarchy6"/>
    <dgm:cxn modelId="{29A68ED9-6A60-44E2-A2D6-3C7549A3976C}" type="presParOf" srcId="{ED657AE4-D2D2-4593-BE1D-1CD26C1DA38F}" destId="{41C4522D-2B7B-42F6-82ED-CE5FD41342C8}" srcOrd="0" destOrd="0" presId="urn:microsoft.com/office/officeart/2005/8/layout/hierarchy6"/>
    <dgm:cxn modelId="{F5591E13-A423-4EE4-842F-D37F3157F855}" type="presParOf" srcId="{ED657AE4-D2D2-4593-BE1D-1CD26C1DA38F}" destId="{C869FD7F-D473-423A-8825-5006D6AA762F}" srcOrd="1" destOrd="0" presId="urn:microsoft.com/office/officeart/2005/8/layout/hierarchy6"/>
    <dgm:cxn modelId="{AB29CAE6-E6A0-4445-9B23-28768D9EC73F}" type="presParOf" srcId="{EA2DFB08-3B24-4886-AEEE-A3CFE6EEAF23}" destId="{F4BF86CD-B1F9-47E0-80D0-98AF976CD52C}"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6" loCatId="hierarchy" qsTypeId="urn:microsoft.com/office/officeart/2005/8/quickstyle/simple1" qsCatId="simple" csTypeId="urn:microsoft.com/office/officeart/2005/8/colors/accent1_2" csCatId="accent1" phldr="1"/>
      <dgm:spPr/>
      <dgm:t>
        <a:bodyPr/>
        <a:lstStyle/>
        <a:p>
          <a:endParaRPr lang="en-US"/>
        </a:p>
      </dgm:t>
    </dgm:pt>
    <dgm:pt modelId="{D556A32B-8F69-4100-80E0-B4F2579B6F8F}">
      <dgm:prSet/>
      <dgm:spPr/>
      <dgm:t>
        <a:bodyPr/>
        <a:lstStyle/>
        <a:p>
          <a:r>
            <a:rPr lang="en-US" dirty="0" err="1"/>
            <a:t>প্রজাতির</a:t>
          </a:r>
          <a:r>
            <a:rPr lang="en-US" dirty="0"/>
            <a:t> </a:t>
          </a:r>
          <a:r>
            <a:rPr lang="en-US" dirty="0" err="1"/>
            <a:t>সংখ্যার</a:t>
          </a:r>
          <a:r>
            <a:rPr lang="en-US" dirty="0"/>
            <a:t> </a:t>
          </a:r>
          <a:r>
            <a:rPr lang="en-US" dirty="0" err="1"/>
            <a:t>ভিত্তিতে</a:t>
          </a:r>
          <a:endParaRPr lang="en-US" dirty="0"/>
        </a:p>
      </dgm:t>
    </dgm:pt>
    <dgm:pt modelId="{CAA77C4B-7CD5-483F-892E-394465419CE9}" type="parTrans" cxnId="{A06826C9-EF90-49E9-ACAA-392073F68B84}">
      <dgm:prSet/>
      <dgm:spPr/>
      <dgm:t>
        <a:bodyPr/>
        <a:lstStyle/>
        <a:p>
          <a:endParaRPr lang="en-US"/>
        </a:p>
      </dgm:t>
    </dgm:pt>
    <dgm:pt modelId="{DC988131-4D65-4015-9C8E-FD0E4D8C90B3}" type="sibTrans" cxnId="{A06826C9-EF90-49E9-ACAA-392073F68B84}">
      <dgm:prSet/>
      <dgm:spPr/>
      <dgm:t>
        <a:bodyPr/>
        <a:lstStyle/>
        <a:p>
          <a:endParaRPr lang="en-US"/>
        </a:p>
      </dgm:t>
    </dgm:pt>
    <dgm:pt modelId="{683D2804-A827-44DA-A494-A15B4BA16C3A}">
      <dgm:prSet/>
      <dgm:spPr/>
      <dgm:t>
        <a:bodyPr/>
        <a:lstStyle/>
        <a:p>
          <a:r>
            <a:rPr lang="en-US" dirty="0" err="1"/>
            <a:t>একক</a:t>
          </a:r>
          <a:r>
            <a:rPr lang="en-US" dirty="0"/>
            <a:t> </a:t>
          </a:r>
          <a:r>
            <a:rPr lang="en-US" dirty="0" err="1"/>
            <a:t>চাষ</a:t>
          </a:r>
          <a:endParaRPr lang="en-US" dirty="0"/>
        </a:p>
      </dgm:t>
    </dgm:pt>
    <dgm:pt modelId="{C77B27C6-FE0E-40D7-B060-C6BDF3FC99BB}" type="parTrans" cxnId="{145A3870-6151-46C1-8530-E2F59D932B8B}">
      <dgm:prSet/>
      <dgm:spPr/>
      <dgm:t>
        <a:bodyPr/>
        <a:lstStyle/>
        <a:p>
          <a:endParaRPr lang="en-US"/>
        </a:p>
      </dgm:t>
    </dgm:pt>
    <dgm:pt modelId="{EB87362C-0033-417C-B045-ECB0C5D930F9}" type="sibTrans" cxnId="{145A3870-6151-46C1-8530-E2F59D932B8B}">
      <dgm:prSet/>
      <dgm:spPr/>
      <dgm:t>
        <a:bodyPr/>
        <a:lstStyle/>
        <a:p>
          <a:endParaRPr lang="en-US"/>
        </a:p>
      </dgm:t>
    </dgm:pt>
    <dgm:pt modelId="{196790E9-4961-4BC7-9A91-4406E2923B0E}">
      <dgm:prSet/>
      <dgm:spPr/>
      <dgm:t>
        <a:bodyPr/>
        <a:lstStyle/>
        <a:p>
          <a:r>
            <a:rPr lang="en-US" dirty="0" err="1"/>
            <a:t>মিশ্র</a:t>
          </a:r>
          <a:r>
            <a:rPr lang="en-US" dirty="0"/>
            <a:t> </a:t>
          </a:r>
          <a:r>
            <a:rPr lang="en-US" dirty="0" err="1"/>
            <a:t>কার্প</a:t>
          </a:r>
          <a:r>
            <a:rPr lang="en-US" dirty="0"/>
            <a:t> </a:t>
          </a:r>
          <a:r>
            <a:rPr lang="en-US" dirty="0" err="1"/>
            <a:t>চাষ</a:t>
          </a:r>
          <a:endParaRPr lang="en-US" dirty="0"/>
        </a:p>
      </dgm:t>
    </dgm:pt>
    <dgm:pt modelId="{88F5DCD5-BF36-4F97-B850-CE4C645ACC07}" type="parTrans" cxnId="{1AB28650-F05A-47F3-BA6C-72B7482ABCCA}">
      <dgm:prSet/>
      <dgm:spPr/>
      <dgm:t>
        <a:bodyPr/>
        <a:lstStyle/>
        <a:p>
          <a:endParaRPr lang="en-US"/>
        </a:p>
      </dgm:t>
    </dgm:pt>
    <dgm:pt modelId="{DCCA877A-AC08-461E-85F9-7989319B71CD}" type="sibTrans" cxnId="{1AB28650-F05A-47F3-BA6C-72B7482ABCCA}">
      <dgm:prSet/>
      <dgm:spPr/>
      <dgm:t>
        <a:bodyPr/>
        <a:lstStyle/>
        <a:p>
          <a:endParaRPr lang="en-US"/>
        </a:p>
      </dgm:t>
    </dgm:pt>
    <dgm:pt modelId="{5D9E11F5-CDB8-49F4-BD8E-E938CE842C77}">
      <dgm:prSet/>
      <dgm:spPr/>
      <dgm:t>
        <a:bodyPr/>
        <a:lstStyle/>
        <a:p>
          <a:r>
            <a:rPr lang="en-US" dirty="0" err="1"/>
            <a:t>মিশ্র</a:t>
          </a:r>
          <a:r>
            <a:rPr lang="en-US" dirty="0"/>
            <a:t> </a:t>
          </a:r>
          <a:r>
            <a:rPr lang="en-US" dirty="0" err="1"/>
            <a:t>চিংড়ী</a:t>
          </a:r>
          <a:r>
            <a:rPr lang="en-US" dirty="0"/>
            <a:t> </a:t>
          </a:r>
          <a:r>
            <a:rPr lang="en-US" dirty="0" err="1"/>
            <a:t>মাছ</a:t>
          </a:r>
          <a:r>
            <a:rPr lang="en-US" dirty="0"/>
            <a:t> </a:t>
          </a:r>
          <a:r>
            <a:rPr lang="en-US" dirty="0" err="1"/>
            <a:t>চাষ</a:t>
          </a:r>
          <a:endParaRPr lang="en-US" dirty="0"/>
        </a:p>
      </dgm:t>
    </dgm:pt>
    <dgm:pt modelId="{5CAEEC06-D284-4384-AB7F-F574717801FD}" type="parTrans" cxnId="{9D01D634-619F-4A50-86AD-E38A40DE3AEE}">
      <dgm:prSet/>
      <dgm:spPr/>
      <dgm:t>
        <a:bodyPr/>
        <a:lstStyle/>
        <a:p>
          <a:endParaRPr lang="en-US"/>
        </a:p>
      </dgm:t>
    </dgm:pt>
    <dgm:pt modelId="{1B644B89-31DF-4AB4-8343-3112F2589C6D}" type="sibTrans" cxnId="{9D01D634-619F-4A50-86AD-E38A40DE3AEE}">
      <dgm:prSet/>
      <dgm:spPr/>
      <dgm:t>
        <a:bodyPr/>
        <a:lstStyle/>
        <a:p>
          <a:endParaRPr lang="en-US"/>
        </a:p>
      </dgm:t>
    </dgm:pt>
    <dgm:pt modelId="{EA2DFB08-3B24-4886-AEEE-A3CFE6EEAF23}" type="pres">
      <dgm:prSet presAssocID="{0B0BBC68-9942-4C9C-815C-3966CBF9D4CF}" presName="mainComposite" presStyleCnt="0">
        <dgm:presLayoutVars>
          <dgm:chPref val="1"/>
          <dgm:dir/>
          <dgm:animOne val="branch"/>
          <dgm:animLvl val="lvl"/>
          <dgm:resizeHandles val="exact"/>
        </dgm:presLayoutVars>
      </dgm:prSet>
      <dgm:spPr/>
    </dgm:pt>
    <dgm:pt modelId="{28D34685-CB30-4B35-B230-808B9664BFD5}" type="pres">
      <dgm:prSet presAssocID="{0B0BBC68-9942-4C9C-815C-3966CBF9D4CF}" presName="hierFlow" presStyleCnt="0"/>
      <dgm:spPr/>
    </dgm:pt>
    <dgm:pt modelId="{417589B2-3068-43ED-8F54-F4F925E7852D}" type="pres">
      <dgm:prSet presAssocID="{0B0BBC68-9942-4C9C-815C-3966CBF9D4CF}" presName="hierChild1" presStyleCnt="0">
        <dgm:presLayoutVars>
          <dgm:chPref val="1"/>
          <dgm:animOne val="branch"/>
          <dgm:animLvl val="lvl"/>
        </dgm:presLayoutVars>
      </dgm:prSet>
      <dgm:spPr/>
    </dgm:pt>
    <dgm:pt modelId="{BB40D6AA-B738-4CD3-B30D-91804A8F32D7}" type="pres">
      <dgm:prSet presAssocID="{D556A32B-8F69-4100-80E0-B4F2579B6F8F}" presName="Name14" presStyleCnt="0"/>
      <dgm:spPr/>
    </dgm:pt>
    <dgm:pt modelId="{43D23FE3-15C1-4A71-AE50-ED3EBDFDB751}" type="pres">
      <dgm:prSet presAssocID="{D556A32B-8F69-4100-80E0-B4F2579B6F8F}" presName="level1Shape" presStyleLbl="node0" presStyleIdx="0" presStyleCnt="1">
        <dgm:presLayoutVars>
          <dgm:chPref val="3"/>
        </dgm:presLayoutVars>
      </dgm:prSet>
      <dgm:spPr/>
    </dgm:pt>
    <dgm:pt modelId="{A3D8DA67-316F-49E7-A17A-94171F5AC2A5}" type="pres">
      <dgm:prSet presAssocID="{D556A32B-8F69-4100-80E0-B4F2579B6F8F}" presName="hierChild2" presStyleCnt="0"/>
      <dgm:spPr/>
    </dgm:pt>
    <dgm:pt modelId="{B0DA0303-839F-4DD4-824D-374B8A8F500F}" type="pres">
      <dgm:prSet presAssocID="{C77B27C6-FE0E-40D7-B060-C6BDF3FC99BB}" presName="Name19" presStyleLbl="parChTrans1D2" presStyleIdx="0" presStyleCnt="3"/>
      <dgm:spPr/>
    </dgm:pt>
    <dgm:pt modelId="{C599A68A-A288-4886-BA40-1883D5E610D8}" type="pres">
      <dgm:prSet presAssocID="{683D2804-A827-44DA-A494-A15B4BA16C3A}" presName="Name21" presStyleCnt="0"/>
      <dgm:spPr/>
    </dgm:pt>
    <dgm:pt modelId="{D77DADA7-E2AF-4A35-9527-64BE4314BEEB}" type="pres">
      <dgm:prSet presAssocID="{683D2804-A827-44DA-A494-A15B4BA16C3A}" presName="level2Shape" presStyleLbl="node2" presStyleIdx="0" presStyleCnt="3"/>
      <dgm:spPr/>
    </dgm:pt>
    <dgm:pt modelId="{0474E06B-52CA-4539-8A04-F9363316B4DC}" type="pres">
      <dgm:prSet presAssocID="{683D2804-A827-44DA-A494-A15B4BA16C3A}" presName="hierChild3" presStyleCnt="0"/>
      <dgm:spPr/>
    </dgm:pt>
    <dgm:pt modelId="{D535D848-3EFB-4738-9FB4-E7FFA2FB9CCA}" type="pres">
      <dgm:prSet presAssocID="{88F5DCD5-BF36-4F97-B850-CE4C645ACC07}" presName="Name19" presStyleLbl="parChTrans1D2" presStyleIdx="1" presStyleCnt="3"/>
      <dgm:spPr/>
    </dgm:pt>
    <dgm:pt modelId="{4564597E-BA75-4C5C-A94F-33E93CA48F77}" type="pres">
      <dgm:prSet presAssocID="{196790E9-4961-4BC7-9A91-4406E2923B0E}" presName="Name21" presStyleCnt="0"/>
      <dgm:spPr/>
    </dgm:pt>
    <dgm:pt modelId="{FA46B6D3-CEFD-4C6F-A158-648A19545CFE}" type="pres">
      <dgm:prSet presAssocID="{196790E9-4961-4BC7-9A91-4406E2923B0E}" presName="level2Shape" presStyleLbl="node2" presStyleIdx="1" presStyleCnt="3"/>
      <dgm:spPr/>
    </dgm:pt>
    <dgm:pt modelId="{28C29E8F-AB0C-4D12-BF7E-3BC217640436}" type="pres">
      <dgm:prSet presAssocID="{196790E9-4961-4BC7-9A91-4406E2923B0E}" presName="hierChild3" presStyleCnt="0"/>
      <dgm:spPr/>
    </dgm:pt>
    <dgm:pt modelId="{6C9A44CF-635C-4268-8F4D-C93717C9B3E4}" type="pres">
      <dgm:prSet presAssocID="{5CAEEC06-D284-4384-AB7F-F574717801FD}" presName="Name19" presStyleLbl="parChTrans1D2" presStyleIdx="2" presStyleCnt="3"/>
      <dgm:spPr/>
    </dgm:pt>
    <dgm:pt modelId="{7353F324-2A56-4B68-A4A6-9F9CD8502937}" type="pres">
      <dgm:prSet presAssocID="{5D9E11F5-CDB8-49F4-BD8E-E938CE842C77}" presName="Name21" presStyleCnt="0"/>
      <dgm:spPr/>
    </dgm:pt>
    <dgm:pt modelId="{E52F88B3-3DF8-4201-8064-0091BCAE91BE}" type="pres">
      <dgm:prSet presAssocID="{5D9E11F5-CDB8-49F4-BD8E-E938CE842C77}" presName="level2Shape" presStyleLbl="node2" presStyleIdx="2" presStyleCnt="3"/>
      <dgm:spPr/>
    </dgm:pt>
    <dgm:pt modelId="{05E7CA80-F94E-43D4-BFE6-5E27E5558107}" type="pres">
      <dgm:prSet presAssocID="{5D9E11F5-CDB8-49F4-BD8E-E938CE842C77}" presName="hierChild3" presStyleCnt="0"/>
      <dgm:spPr/>
    </dgm:pt>
    <dgm:pt modelId="{F4BF86CD-B1F9-47E0-80D0-98AF976CD52C}" type="pres">
      <dgm:prSet presAssocID="{0B0BBC68-9942-4C9C-815C-3966CBF9D4CF}" presName="bgShapesFlow" presStyleCnt="0"/>
      <dgm:spPr/>
    </dgm:pt>
  </dgm:ptLst>
  <dgm:cxnLst>
    <dgm:cxn modelId="{9D01D634-619F-4A50-86AD-E38A40DE3AEE}" srcId="{D556A32B-8F69-4100-80E0-B4F2579B6F8F}" destId="{5D9E11F5-CDB8-49F4-BD8E-E938CE842C77}" srcOrd="2" destOrd="0" parTransId="{5CAEEC06-D284-4384-AB7F-F574717801FD}" sibTransId="{1B644B89-31DF-4AB4-8343-3112F2589C6D}"/>
    <dgm:cxn modelId="{F9135C46-47F7-41DE-983D-E36A35046CF0}" type="presOf" srcId="{88F5DCD5-BF36-4F97-B850-CE4C645ACC07}" destId="{D535D848-3EFB-4738-9FB4-E7FFA2FB9CCA}" srcOrd="0" destOrd="0" presId="urn:microsoft.com/office/officeart/2005/8/layout/hierarchy6"/>
    <dgm:cxn modelId="{145A3870-6151-46C1-8530-E2F59D932B8B}" srcId="{D556A32B-8F69-4100-80E0-B4F2579B6F8F}" destId="{683D2804-A827-44DA-A494-A15B4BA16C3A}" srcOrd="0" destOrd="0" parTransId="{C77B27C6-FE0E-40D7-B060-C6BDF3FC99BB}" sibTransId="{EB87362C-0033-417C-B045-ECB0C5D930F9}"/>
    <dgm:cxn modelId="{1AB28650-F05A-47F3-BA6C-72B7482ABCCA}" srcId="{D556A32B-8F69-4100-80E0-B4F2579B6F8F}" destId="{196790E9-4961-4BC7-9A91-4406E2923B0E}" srcOrd="1" destOrd="0" parTransId="{88F5DCD5-BF36-4F97-B850-CE4C645ACC07}" sibTransId="{DCCA877A-AC08-461E-85F9-7989319B71CD}"/>
    <dgm:cxn modelId="{83516882-5742-4314-9882-F504E5576DAB}" type="presOf" srcId="{196790E9-4961-4BC7-9A91-4406E2923B0E}" destId="{FA46B6D3-CEFD-4C6F-A158-648A19545CFE}" srcOrd="0" destOrd="0" presId="urn:microsoft.com/office/officeart/2005/8/layout/hierarchy6"/>
    <dgm:cxn modelId="{D7E23E8D-1A0D-4598-891C-D56BEBD9B9DE}" type="presOf" srcId="{5D9E11F5-CDB8-49F4-BD8E-E938CE842C77}" destId="{E52F88B3-3DF8-4201-8064-0091BCAE91BE}" srcOrd="0" destOrd="0" presId="urn:microsoft.com/office/officeart/2005/8/layout/hierarchy6"/>
    <dgm:cxn modelId="{4DD9E090-89D1-4C76-B20D-1CED483AF378}" type="presOf" srcId="{D556A32B-8F69-4100-80E0-B4F2579B6F8F}" destId="{43D23FE3-15C1-4A71-AE50-ED3EBDFDB751}" srcOrd="0" destOrd="0" presId="urn:microsoft.com/office/officeart/2005/8/layout/hierarchy6"/>
    <dgm:cxn modelId="{A06826C9-EF90-49E9-ACAA-392073F68B84}" srcId="{0B0BBC68-9942-4C9C-815C-3966CBF9D4CF}" destId="{D556A32B-8F69-4100-80E0-B4F2579B6F8F}" srcOrd="0" destOrd="0" parTransId="{CAA77C4B-7CD5-483F-892E-394465419CE9}" sibTransId="{DC988131-4D65-4015-9C8E-FD0E4D8C90B3}"/>
    <dgm:cxn modelId="{2B72A6D9-C55D-4240-BB08-B7C381A46E2B}" type="presOf" srcId="{5CAEEC06-D284-4384-AB7F-F574717801FD}" destId="{6C9A44CF-635C-4268-8F4D-C93717C9B3E4}" srcOrd="0" destOrd="0" presId="urn:microsoft.com/office/officeart/2005/8/layout/hierarchy6"/>
    <dgm:cxn modelId="{7E405FDD-D420-43A2-9668-B2A60DD5A6FF}" type="presOf" srcId="{0B0BBC68-9942-4C9C-815C-3966CBF9D4CF}" destId="{EA2DFB08-3B24-4886-AEEE-A3CFE6EEAF23}" srcOrd="0" destOrd="0" presId="urn:microsoft.com/office/officeart/2005/8/layout/hierarchy6"/>
    <dgm:cxn modelId="{44AC86E4-1329-4B1C-BF5E-4B16030873D7}" type="presOf" srcId="{C77B27C6-FE0E-40D7-B060-C6BDF3FC99BB}" destId="{B0DA0303-839F-4DD4-824D-374B8A8F500F}" srcOrd="0" destOrd="0" presId="urn:microsoft.com/office/officeart/2005/8/layout/hierarchy6"/>
    <dgm:cxn modelId="{E38673F7-E8EF-4B95-BF03-76AED9F2204A}" type="presOf" srcId="{683D2804-A827-44DA-A494-A15B4BA16C3A}" destId="{D77DADA7-E2AF-4A35-9527-64BE4314BEEB}" srcOrd="0" destOrd="0" presId="urn:microsoft.com/office/officeart/2005/8/layout/hierarchy6"/>
    <dgm:cxn modelId="{067B4CDB-2EFA-4826-8964-D791542AED0D}" type="presParOf" srcId="{EA2DFB08-3B24-4886-AEEE-A3CFE6EEAF23}" destId="{28D34685-CB30-4B35-B230-808B9664BFD5}" srcOrd="0" destOrd="0" presId="urn:microsoft.com/office/officeart/2005/8/layout/hierarchy6"/>
    <dgm:cxn modelId="{2B3F1EF5-EEF9-49E0-8002-8AA0CA3E2E74}" type="presParOf" srcId="{28D34685-CB30-4B35-B230-808B9664BFD5}" destId="{417589B2-3068-43ED-8F54-F4F925E7852D}" srcOrd="0" destOrd="0" presId="urn:microsoft.com/office/officeart/2005/8/layout/hierarchy6"/>
    <dgm:cxn modelId="{D7FE1B7D-B180-4849-B45A-40FC8DC9A6AC}" type="presParOf" srcId="{417589B2-3068-43ED-8F54-F4F925E7852D}" destId="{BB40D6AA-B738-4CD3-B30D-91804A8F32D7}" srcOrd="0" destOrd="0" presId="urn:microsoft.com/office/officeart/2005/8/layout/hierarchy6"/>
    <dgm:cxn modelId="{EBC5C049-12AF-4E84-8DD6-653B972FA9B3}" type="presParOf" srcId="{BB40D6AA-B738-4CD3-B30D-91804A8F32D7}" destId="{43D23FE3-15C1-4A71-AE50-ED3EBDFDB751}" srcOrd="0" destOrd="0" presId="urn:microsoft.com/office/officeart/2005/8/layout/hierarchy6"/>
    <dgm:cxn modelId="{3C446599-1776-40A8-9498-166E2F262C78}" type="presParOf" srcId="{BB40D6AA-B738-4CD3-B30D-91804A8F32D7}" destId="{A3D8DA67-316F-49E7-A17A-94171F5AC2A5}" srcOrd="1" destOrd="0" presId="urn:microsoft.com/office/officeart/2005/8/layout/hierarchy6"/>
    <dgm:cxn modelId="{2DE167BA-44D3-4DB2-89A2-B2700AC3D73E}" type="presParOf" srcId="{A3D8DA67-316F-49E7-A17A-94171F5AC2A5}" destId="{B0DA0303-839F-4DD4-824D-374B8A8F500F}" srcOrd="0" destOrd="0" presId="urn:microsoft.com/office/officeart/2005/8/layout/hierarchy6"/>
    <dgm:cxn modelId="{0A722D65-D4A1-47EB-91BD-B1E9A154A3AC}" type="presParOf" srcId="{A3D8DA67-316F-49E7-A17A-94171F5AC2A5}" destId="{C599A68A-A288-4886-BA40-1883D5E610D8}" srcOrd="1" destOrd="0" presId="urn:microsoft.com/office/officeart/2005/8/layout/hierarchy6"/>
    <dgm:cxn modelId="{61FBDC26-9D16-4BBE-8C99-97E652009C61}" type="presParOf" srcId="{C599A68A-A288-4886-BA40-1883D5E610D8}" destId="{D77DADA7-E2AF-4A35-9527-64BE4314BEEB}" srcOrd="0" destOrd="0" presId="urn:microsoft.com/office/officeart/2005/8/layout/hierarchy6"/>
    <dgm:cxn modelId="{F15A7EE3-D73F-4B93-939F-094F35A97AE1}" type="presParOf" srcId="{C599A68A-A288-4886-BA40-1883D5E610D8}" destId="{0474E06B-52CA-4539-8A04-F9363316B4DC}" srcOrd="1" destOrd="0" presId="urn:microsoft.com/office/officeart/2005/8/layout/hierarchy6"/>
    <dgm:cxn modelId="{FEDB9EF0-1E59-4B93-B471-96711471D12A}" type="presParOf" srcId="{A3D8DA67-316F-49E7-A17A-94171F5AC2A5}" destId="{D535D848-3EFB-4738-9FB4-E7FFA2FB9CCA}" srcOrd="2" destOrd="0" presId="urn:microsoft.com/office/officeart/2005/8/layout/hierarchy6"/>
    <dgm:cxn modelId="{54E7A948-1146-435C-B6C1-B816CD311632}" type="presParOf" srcId="{A3D8DA67-316F-49E7-A17A-94171F5AC2A5}" destId="{4564597E-BA75-4C5C-A94F-33E93CA48F77}" srcOrd="3" destOrd="0" presId="urn:microsoft.com/office/officeart/2005/8/layout/hierarchy6"/>
    <dgm:cxn modelId="{C984F507-E8AD-4A90-AAFA-B3D955531919}" type="presParOf" srcId="{4564597E-BA75-4C5C-A94F-33E93CA48F77}" destId="{FA46B6D3-CEFD-4C6F-A158-648A19545CFE}" srcOrd="0" destOrd="0" presId="urn:microsoft.com/office/officeart/2005/8/layout/hierarchy6"/>
    <dgm:cxn modelId="{A371C693-F557-42FE-A236-F87088608942}" type="presParOf" srcId="{4564597E-BA75-4C5C-A94F-33E93CA48F77}" destId="{28C29E8F-AB0C-4D12-BF7E-3BC217640436}" srcOrd="1" destOrd="0" presId="urn:microsoft.com/office/officeart/2005/8/layout/hierarchy6"/>
    <dgm:cxn modelId="{63BB4018-1745-4A03-B466-BA089A3F0650}" type="presParOf" srcId="{A3D8DA67-316F-49E7-A17A-94171F5AC2A5}" destId="{6C9A44CF-635C-4268-8F4D-C93717C9B3E4}" srcOrd="4" destOrd="0" presId="urn:microsoft.com/office/officeart/2005/8/layout/hierarchy6"/>
    <dgm:cxn modelId="{D422EDD3-8EAA-4E97-98CB-0B6379A2D3BC}" type="presParOf" srcId="{A3D8DA67-316F-49E7-A17A-94171F5AC2A5}" destId="{7353F324-2A56-4B68-A4A6-9F9CD8502937}" srcOrd="5" destOrd="0" presId="urn:microsoft.com/office/officeart/2005/8/layout/hierarchy6"/>
    <dgm:cxn modelId="{5FBAF4E5-6C67-49BC-8E9A-F009AA081905}" type="presParOf" srcId="{7353F324-2A56-4B68-A4A6-9F9CD8502937}" destId="{E52F88B3-3DF8-4201-8064-0091BCAE91BE}" srcOrd="0" destOrd="0" presId="urn:microsoft.com/office/officeart/2005/8/layout/hierarchy6"/>
    <dgm:cxn modelId="{F519D247-4F48-46D3-9DC1-D27C87C2F9C2}" type="presParOf" srcId="{7353F324-2A56-4B68-A4A6-9F9CD8502937}" destId="{05E7CA80-F94E-43D4-BFE6-5E27E5558107}" srcOrd="1" destOrd="0" presId="urn:microsoft.com/office/officeart/2005/8/layout/hierarchy6"/>
    <dgm:cxn modelId="{AB29CAE6-E6A0-4445-9B23-28768D9EC73F}" type="presParOf" srcId="{EA2DFB08-3B24-4886-AEEE-A3CFE6EEAF23}" destId="{F4BF86CD-B1F9-47E0-80D0-98AF976CD52C}"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B0BBC68-9942-4C9C-815C-3966CBF9D4CF}"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484C2998-1287-4791-A47D-B0B0268082C0}">
      <dgm:prSet/>
      <dgm:spPr/>
      <dgm:t>
        <a:bodyPr/>
        <a:lstStyle/>
        <a:p>
          <a:r>
            <a:rPr lang="en-US" dirty="0" err="1"/>
            <a:t>ভৌত</a:t>
          </a:r>
          <a:r>
            <a:rPr lang="en-US" dirty="0"/>
            <a:t> </a:t>
          </a:r>
          <a:r>
            <a:rPr lang="en-US" dirty="0" err="1"/>
            <a:t>গুনাগুণ</a:t>
          </a:r>
          <a:endParaRPr lang="en-US" dirty="0"/>
        </a:p>
      </dgm:t>
    </dgm:pt>
    <dgm:pt modelId="{3E445C7D-E9AA-42CD-8C41-C288769683BF}" type="parTrans" cxnId="{2E8F6055-86A5-4FB0-A2FE-AA74F5414460}">
      <dgm:prSet/>
      <dgm:spPr/>
      <dgm:t>
        <a:bodyPr/>
        <a:lstStyle/>
        <a:p>
          <a:endParaRPr lang="en-US"/>
        </a:p>
      </dgm:t>
    </dgm:pt>
    <dgm:pt modelId="{4A6D7C62-33D2-4776-B6A8-47A07FFC7F2A}" type="sibTrans" cxnId="{2E8F6055-86A5-4FB0-A2FE-AA74F5414460}">
      <dgm:prSet/>
      <dgm:spPr/>
      <dgm:t>
        <a:bodyPr/>
        <a:lstStyle/>
        <a:p>
          <a:endParaRPr lang="en-US"/>
        </a:p>
      </dgm:t>
    </dgm:pt>
    <dgm:pt modelId="{3810912B-E2B0-4E60-969D-DF083D312D4F}">
      <dgm:prSet/>
      <dgm:spPr/>
      <dgm:t>
        <a:bodyPr/>
        <a:lstStyle/>
        <a:p>
          <a:r>
            <a:rPr lang="en-US" dirty="0" err="1"/>
            <a:t>রাসায়নিক</a:t>
          </a:r>
          <a:r>
            <a:rPr lang="en-US" dirty="0"/>
            <a:t> </a:t>
          </a:r>
          <a:r>
            <a:rPr lang="en-US" dirty="0" err="1"/>
            <a:t>গুণাগুণ</a:t>
          </a:r>
          <a:endParaRPr lang="en-US" dirty="0"/>
        </a:p>
      </dgm:t>
    </dgm:pt>
    <dgm:pt modelId="{F3B96DD3-017A-4392-910B-9208D20DB548}" type="parTrans" cxnId="{F554B0B2-C9B4-4218-A623-6E5012763580}">
      <dgm:prSet/>
      <dgm:spPr/>
      <dgm:t>
        <a:bodyPr/>
        <a:lstStyle/>
        <a:p>
          <a:endParaRPr lang="en-US"/>
        </a:p>
      </dgm:t>
    </dgm:pt>
    <dgm:pt modelId="{CEEA91C7-D4EB-4DC4-969B-31B951A44842}" type="sibTrans" cxnId="{F554B0B2-C9B4-4218-A623-6E5012763580}">
      <dgm:prSet/>
      <dgm:spPr/>
      <dgm:t>
        <a:bodyPr/>
        <a:lstStyle/>
        <a:p>
          <a:endParaRPr lang="en-US"/>
        </a:p>
      </dgm:t>
    </dgm:pt>
    <dgm:pt modelId="{8E1101E3-75D6-443B-83F3-50E0112C7A63}">
      <dgm:prSet/>
      <dgm:spPr/>
      <dgm:t>
        <a:bodyPr/>
        <a:lstStyle/>
        <a:p>
          <a:r>
            <a:rPr lang="en-US" dirty="0" err="1"/>
            <a:t>গভীরতা</a:t>
          </a:r>
          <a:endParaRPr lang="en-US" dirty="0"/>
        </a:p>
      </dgm:t>
    </dgm:pt>
    <dgm:pt modelId="{1155FB13-DB19-464C-90AB-0CDB0C489554}" type="parTrans" cxnId="{423B66A7-618D-4997-A11A-B1F92545D703}">
      <dgm:prSet/>
      <dgm:spPr/>
      <dgm:t>
        <a:bodyPr/>
        <a:lstStyle/>
        <a:p>
          <a:endParaRPr lang="en-US"/>
        </a:p>
      </dgm:t>
    </dgm:pt>
    <dgm:pt modelId="{E2FF0C74-92EF-4FE8-BE20-2091668BA09D}" type="sibTrans" cxnId="{423B66A7-618D-4997-A11A-B1F92545D703}">
      <dgm:prSet/>
      <dgm:spPr/>
      <dgm:t>
        <a:bodyPr/>
        <a:lstStyle/>
        <a:p>
          <a:endParaRPr lang="en-US"/>
        </a:p>
      </dgm:t>
    </dgm:pt>
    <dgm:pt modelId="{D6E1F12A-28CD-4BAB-AB21-F7654D898C1B}">
      <dgm:prSet/>
      <dgm:spPr/>
      <dgm:t>
        <a:bodyPr/>
        <a:lstStyle/>
        <a:p>
          <a:r>
            <a:rPr lang="en-US" dirty="0" err="1"/>
            <a:t>তাপমাত্রা</a:t>
          </a:r>
          <a:endParaRPr lang="en-US" dirty="0"/>
        </a:p>
      </dgm:t>
    </dgm:pt>
    <dgm:pt modelId="{6754A32B-4C11-4A15-A119-44C50ECCD4A1}" type="parTrans" cxnId="{A5DA34EB-04C2-42D9-AC9D-2C856B3B869A}">
      <dgm:prSet/>
      <dgm:spPr/>
      <dgm:t>
        <a:bodyPr/>
        <a:lstStyle/>
        <a:p>
          <a:endParaRPr lang="en-US"/>
        </a:p>
      </dgm:t>
    </dgm:pt>
    <dgm:pt modelId="{C72333AA-1CFA-49C3-B34E-9CF5C2576183}" type="sibTrans" cxnId="{A5DA34EB-04C2-42D9-AC9D-2C856B3B869A}">
      <dgm:prSet/>
      <dgm:spPr/>
      <dgm:t>
        <a:bodyPr/>
        <a:lstStyle/>
        <a:p>
          <a:endParaRPr lang="en-US"/>
        </a:p>
      </dgm:t>
    </dgm:pt>
    <dgm:pt modelId="{7C6972CA-93E3-464F-B7AD-1E597BEBB061}">
      <dgm:prSet/>
      <dgm:spPr/>
      <dgm:t>
        <a:bodyPr/>
        <a:lstStyle/>
        <a:p>
          <a:r>
            <a:rPr lang="en-US" dirty="0" err="1"/>
            <a:t>সূর্যালোক</a:t>
          </a:r>
          <a:endParaRPr lang="en-US" dirty="0"/>
        </a:p>
      </dgm:t>
    </dgm:pt>
    <dgm:pt modelId="{AE24EB7C-2815-4EE9-A990-B5897D055FA6}" type="parTrans" cxnId="{BAD923FD-C6D8-4FD8-A040-0E9D48518258}">
      <dgm:prSet/>
      <dgm:spPr/>
      <dgm:t>
        <a:bodyPr/>
        <a:lstStyle/>
        <a:p>
          <a:endParaRPr lang="en-US"/>
        </a:p>
      </dgm:t>
    </dgm:pt>
    <dgm:pt modelId="{44B2DCC7-0FFC-4147-942C-647FD2087C55}" type="sibTrans" cxnId="{BAD923FD-C6D8-4FD8-A040-0E9D48518258}">
      <dgm:prSet/>
      <dgm:spPr/>
      <dgm:t>
        <a:bodyPr/>
        <a:lstStyle/>
        <a:p>
          <a:endParaRPr lang="en-US"/>
        </a:p>
      </dgm:t>
    </dgm:pt>
    <dgm:pt modelId="{1AD87C57-F6DB-4861-808A-293739FBD34E}">
      <dgm:prSet/>
      <dgm:spPr/>
      <dgm:t>
        <a:bodyPr/>
        <a:lstStyle/>
        <a:p>
          <a:r>
            <a:rPr lang="en-US" dirty="0" err="1"/>
            <a:t>পানির</a:t>
          </a:r>
          <a:r>
            <a:rPr lang="en-US" dirty="0"/>
            <a:t> </a:t>
          </a:r>
          <a:r>
            <a:rPr lang="en-US" dirty="0" err="1"/>
            <a:t>ঘোলাত্ব</a:t>
          </a:r>
          <a:endParaRPr lang="en-US" dirty="0"/>
        </a:p>
      </dgm:t>
    </dgm:pt>
    <dgm:pt modelId="{823A7042-1454-4293-8C6E-880A636BFDE8}" type="parTrans" cxnId="{C9866A4D-A326-404E-8403-E46398EEB154}">
      <dgm:prSet/>
      <dgm:spPr/>
      <dgm:t>
        <a:bodyPr/>
        <a:lstStyle/>
        <a:p>
          <a:endParaRPr lang="en-US"/>
        </a:p>
      </dgm:t>
    </dgm:pt>
    <dgm:pt modelId="{8763592B-B823-4F78-BF42-D120B745A1D1}" type="sibTrans" cxnId="{C9866A4D-A326-404E-8403-E46398EEB154}">
      <dgm:prSet/>
      <dgm:spPr/>
      <dgm:t>
        <a:bodyPr/>
        <a:lstStyle/>
        <a:p>
          <a:endParaRPr lang="en-US"/>
        </a:p>
      </dgm:t>
    </dgm:pt>
    <dgm:pt modelId="{F5A50066-7596-4C9A-821A-CD0C528D663A}">
      <dgm:prSet/>
      <dgm:spPr/>
      <dgm:t>
        <a:bodyPr/>
        <a:lstStyle/>
        <a:p>
          <a:r>
            <a:rPr lang="en-US" dirty="0" err="1"/>
            <a:t>অক্সিজেন</a:t>
          </a:r>
          <a:endParaRPr lang="en-US" dirty="0"/>
        </a:p>
      </dgm:t>
    </dgm:pt>
    <dgm:pt modelId="{44127FCF-91FC-4F50-B0FD-B05741D78EA5}" type="parTrans" cxnId="{648A4FDE-E594-4D7C-AF24-99089A8EE3ED}">
      <dgm:prSet/>
      <dgm:spPr/>
      <dgm:t>
        <a:bodyPr/>
        <a:lstStyle/>
        <a:p>
          <a:endParaRPr lang="en-US"/>
        </a:p>
      </dgm:t>
    </dgm:pt>
    <dgm:pt modelId="{FEFB4137-6572-47A0-BC8F-D7D8AC0B1A2B}" type="sibTrans" cxnId="{648A4FDE-E594-4D7C-AF24-99089A8EE3ED}">
      <dgm:prSet/>
      <dgm:spPr/>
      <dgm:t>
        <a:bodyPr/>
        <a:lstStyle/>
        <a:p>
          <a:endParaRPr lang="en-US"/>
        </a:p>
      </dgm:t>
    </dgm:pt>
    <dgm:pt modelId="{63D8BD00-CD9B-4066-B15A-78DCA946FAA3}">
      <dgm:prSet/>
      <dgm:spPr/>
      <dgm:t>
        <a:bodyPr/>
        <a:lstStyle/>
        <a:p>
          <a:r>
            <a:rPr lang="en-US" dirty="0" err="1"/>
            <a:t>কার্বন</a:t>
          </a:r>
          <a:r>
            <a:rPr lang="en-US" dirty="0"/>
            <a:t> </a:t>
          </a:r>
          <a:r>
            <a:rPr lang="en-US" dirty="0" err="1"/>
            <a:t>ডাই</a:t>
          </a:r>
          <a:r>
            <a:rPr lang="en-US" dirty="0"/>
            <a:t> </a:t>
          </a:r>
          <a:r>
            <a:rPr lang="en-US" dirty="0" err="1"/>
            <a:t>অক্সাইড</a:t>
          </a:r>
          <a:endParaRPr lang="en-US" dirty="0"/>
        </a:p>
      </dgm:t>
    </dgm:pt>
    <dgm:pt modelId="{8EF7FBA1-041B-4197-B292-E94DAC81FBE2}" type="parTrans" cxnId="{4C32B99D-257D-4C13-9B88-815AA951F141}">
      <dgm:prSet/>
      <dgm:spPr/>
      <dgm:t>
        <a:bodyPr/>
        <a:lstStyle/>
        <a:p>
          <a:endParaRPr lang="en-US"/>
        </a:p>
      </dgm:t>
    </dgm:pt>
    <dgm:pt modelId="{826F92D0-EB32-4E52-B65B-24DDDD461F3A}" type="sibTrans" cxnId="{4C32B99D-257D-4C13-9B88-815AA951F141}">
      <dgm:prSet/>
      <dgm:spPr/>
      <dgm:t>
        <a:bodyPr/>
        <a:lstStyle/>
        <a:p>
          <a:endParaRPr lang="en-US"/>
        </a:p>
      </dgm:t>
    </dgm:pt>
    <dgm:pt modelId="{E54183B9-9A6D-4227-9D80-50C72D9B603E}">
      <dgm:prSet/>
      <dgm:spPr/>
      <dgm:t>
        <a:bodyPr/>
        <a:lstStyle/>
        <a:p>
          <a:r>
            <a:rPr lang="en-US" dirty="0" err="1"/>
            <a:t>এমোনিয়া</a:t>
          </a:r>
          <a:endParaRPr lang="en-US" dirty="0"/>
        </a:p>
      </dgm:t>
    </dgm:pt>
    <dgm:pt modelId="{A6BDDAEB-98AB-4C3E-B1DE-22931F098C42}" type="parTrans" cxnId="{F481F939-98E3-4EFA-86D1-B39EBCCC222F}">
      <dgm:prSet/>
      <dgm:spPr/>
      <dgm:t>
        <a:bodyPr/>
        <a:lstStyle/>
        <a:p>
          <a:endParaRPr lang="en-US"/>
        </a:p>
      </dgm:t>
    </dgm:pt>
    <dgm:pt modelId="{02215B22-D5E6-4518-AE42-EC33DD1F31E7}" type="sibTrans" cxnId="{F481F939-98E3-4EFA-86D1-B39EBCCC222F}">
      <dgm:prSet/>
      <dgm:spPr/>
      <dgm:t>
        <a:bodyPr/>
        <a:lstStyle/>
        <a:p>
          <a:endParaRPr lang="en-US"/>
        </a:p>
      </dgm:t>
    </dgm:pt>
    <dgm:pt modelId="{2935692E-9D14-4916-AF71-B33A628F8CCB}">
      <dgm:prSet/>
      <dgm:spPr/>
      <dgm:t>
        <a:bodyPr/>
        <a:lstStyle/>
        <a:p>
          <a:r>
            <a:rPr lang="en-US" dirty="0" err="1"/>
            <a:t>নাইট্রাইট</a:t>
          </a:r>
          <a:endParaRPr lang="en-US" dirty="0"/>
        </a:p>
      </dgm:t>
    </dgm:pt>
    <dgm:pt modelId="{3585D08D-B821-49CE-89CE-6635FD21D70B}" type="parTrans" cxnId="{6E488448-947A-48FE-AE00-D72A8B8B71EE}">
      <dgm:prSet/>
      <dgm:spPr/>
      <dgm:t>
        <a:bodyPr/>
        <a:lstStyle/>
        <a:p>
          <a:endParaRPr lang="en-US"/>
        </a:p>
      </dgm:t>
    </dgm:pt>
    <dgm:pt modelId="{F0A0B276-E769-4D83-BF99-1A09E3AEDF66}" type="sibTrans" cxnId="{6E488448-947A-48FE-AE00-D72A8B8B71EE}">
      <dgm:prSet/>
      <dgm:spPr/>
      <dgm:t>
        <a:bodyPr/>
        <a:lstStyle/>
        <a:p>
          <a:endParaRPr lang="en-US"/>
        </a:p>
      </dgm:t>
    </dgm:pt>
    <dgm:pt modelId="{B6D4CA4F-B8DA-4D4F-8DFE-CDC6EB8EC630}">
      <dgm:prSet/>
      <dgm:spPr/>
      <dgm:t>
        <a:bodyPr/>
        <a:lstStyle/>
        <a:p>
          <a:r>
            <a:rPr lang="en-US" dirty="0" err="1"/>
            <a:t>নাইট্রেট</a:t>
          </a:r>
          <a:endParaRPr lang="en-US" dirty="0"/>
        </a:p>
      </dgm:t>
    </dgm:pt>
    <dgm:pt modelId="{6CAB2FF6-A484-4904-8204-9BD44DD657C8}" type="parTrans" cxnId="{99771D89-EEB6-4607-9720-9DC84E69D2BB}">
      <dgm:prSet/>
      <dgm:spPr/>
      <dgm:t>
        <a:bodyPr/>
        <a:lstStyle/>
        <a:p>
          <a:endParaRPr lang="en-US"/>
        </a:p>
      </dgm:t>
    </dgm:pt>
    <dgm:pt modelId="{C9A73D01-4A26-4472-8046-E98C5D8308A6}" type="sibTrans" cxnId="{99771D89-EEB6-4607-9720-9DC84E69D2BB}">
      <dgm:prSet/>
      <dgm:spPr/>
      <dgm:t>
        <a:bodyPr/>
        <a:lstStyle/>
        <a:p>
          <a:endParaRPr lang="en-US"/>
        </a:p>
      </dgm:t>
    </dgm:pt>
    <dgm:pt modelId="{674BF3C4-1403-45AF-917D-CA5E1324743C}">
      <dgm:prSet/>
      <dgm:spPr/>
      <dgm:t>
        <a:bodyPr/>
        <a:lstStyle/>
        <a:p>
          <a:r>
            <a:rPr lang="en-US" dirty="0" err="1"/>
            <a:t>হাইড্রোজেন</a:t>
          </a:r>
          <a:r>
            <a:rPr lang="en-US" dirty="0"/>
            <a:t> </a:t>
          </a:r>
          <a:r>
            <a:rPr lang="en-US" dirty="0" err="1"/>
            <a:t>সালফাইড</a:t>
          </a:r>
          <a:endParaRPr lang="en-US" dirty="0"/>
        </a:p>
      </dgm:t>
    </dgm:pt>
    <dgm:pt modelId="{C11EEE97-CCC5-4F0A-937B-5B8FE9F97892}" type="parTrans" cxnId="{D9668A52-1170-45D1-83D8-05E5C2AE2326}">
      <dgm:prSet/>
      <dgm:spPr/>
      <dgm:t>
        <a:bodyPr/>
        <a:lstStyle/>
        <a:p>
          <a:endParaRPr lang="en-US"/>
        </a:p>
      </dgm:t>
    </dgm:pt>
    <dgm:pt modelId="{639F3209-5B4D-4585-83F7-A11E6039EFA2}" type="sibTrans" cxnId="{D9668A52-1170-45D1-83D8-05E5C2AE2326}">
      <dgm:prSet/>
      <dgm:spPr/>
      <dgm:t>
        <a:bodyPr/>
        <a:lstStyle/>
        <a:p>
          <a:endParaRPr lang="en-US"/>
        </a:p>
      </dgm:t>
    </dgm:pt>
    <dgm:pt modelId="{5D726180-E81E-4CF1-89D6-2F3EE9BEE387}" type="pres">
      <dgm:prSet presAssocID="{0B0BBC68-9942-4C9C-815C-3966CBF9D4CF}" presName="hierChild1" presStyleCnt="0">
        <dgm:presLayoutVars>
          <dgm:orgChart val="1"/>
          <dgm:chPref val="1"/>
          <dgm:dir/>
          <dgm:animOne val="branch"/>
          <dgm:animLvl val="lvl"/>
          <dgm:resizeHandles/>
        </dgm:presLayoutVars>
      </dgm:prSet>
      <dgm:spPr/>
    </dgm:pt>
    <dgm:pt modelId="{3B5195EF-EFBF-4297-944F-23364DCCE028}" type="pres">
      <dgm:prSet presAssocID="{484C2998-1287-4791-A47D-B0B0268082C0}" presName="hierRoot1" presStyleCnt="0">
        <dgm:presLayoutVars>
          <dgm:hierBranch val="init"/>
        </dgm:presLayoutVars>
      </dgm:prSet>
      <dgm:spPr/>
    </dgm:pt>
    <dgm:pt modelId="{58DD90D3-C9D8-460A-A5D4-68923EB8581E}" type="pres">
      <dgm:prSet presAssocID="{484C2998-1287-4791-A47D-B0B0268082C0}" presName="rootComposite1" presStyleCnt="0"/>
      <dgm:spPr/>
    </dgm:pt>
    <dgm:pt modelId="{FCDA801E-9032-4331-BFE0-DD445C9F218A}" type="pres">
      <dgm:prSet presAssocID="{484C2998-1287-4791-A47D-B0B0268082C0}" presName="rootText1" presStyleLbl="node0" presStyleIdx="0" presStyleCnt="2">
        <dgm:presLayoutVars>
          <dgm:chPref val="3"/>
        </dgm:presLayoutVars>
      </dgm:prSet>
      <dgm:spPr/>
    </dgm:pt>
    <dgm:pt modelId="{9F590948-8AD9-4880-BBBE-D8AA8B61F8FA}" type="pres">
      <dgm:prSet presAssocID="{484C2998-1287-4791-A47D-B0B0268082C0}" presName="rootConnector1" presStyleLbl="node1" presStyleIdx="0" presStyleCnt="0"/>
      <dgm:spPr/>
    </dgm:pt>
    <dgm:pt modelId="{6ABEA86A-E035-4115-AB17-093FEB1A6E0B}" type="pres">
      <dgm:prSet presAssocID="{484C2998-1287-4791-A47D-B0B0268082C0}" presName="hierChild2" presStyleCnt="0"/>
      <dgm:spPr/>
    </dgm:pt>
    <dgm:pt modelId="{D371936E-25A6-40AA-885D-D2AC9E7BAEBC}" type="pres">
      <dgm:prSet presAssocID="{1155FB13-DB19-464C-90AB-0CDB0C489554}" presName="Name37" presStyleLbl="parChTrans1D2" presStyleIdx="0" presStyleCnt="10"/>
      <dgm:spPr/>
    </dgm:pt>
    <dgm:pt modelId="{04EE5FDA-0E3B-48DB-833D-DA1CFA412D7B}" type="pres">
      <dgm:prSet presAssocID="{8E1101E3-75D6-443B-83F3-50E0112C7A63}" presName="hierRoot2" presStyleCnt="0">
        <dgm:presLayoutVars>
          <dgm:hierBranch val="init"/>
        </dgm:presLayoutVars>
      </dgm:prSet>
      <dgm:spPr/>
    </dgm:pt>
    <dgm:pt modelId="{340EE4C6-086F-442F-BC6D-9974E0FD3538}" type="pres">
      <dgm:prSet presAssocID="{8E1101E3-75D6-443B-83F3-50E0112C7A63}" presName="rootComposite" presStyleCnt="0"/>
      <dgm:spPr/>
    </dgm:pt>
    <dgm:pt modelId="{B19852FC-37C2-4F99-8E21-DE141783C190}" type="pres">
      <dgm:prSet presAssocID="{8E1101E3-75D6-443B-83F3-50E0112C7A63}" presName="rootText" presStyleLbl="node2" presStyleIdx="0" presStyleCnt="10">
        <dgm:presLayoutVars>
          <dgm:chPref val="3"/>
        </dgm:presLayoutVars>
      </dgm:prSet>
      <dgm:spPr/>
    </dgm:pt>
    <dgm:pt modelId="{D17B5877-2E03-4108-A97F-93B53BDC6C6D}" type="pres">
      <dgm:prSet presAssocID="{8E1101E3-75D6-443B-83F3-50E0112C7A63}" presName="rootConnector" presStyleLbl="node2" presStyleIdx="0" presStyleCnt="10"/>
      <dgm:spPr/>
    </dgm:pt>
    <dgm:pt modelId="{1E4405F0-9637-4A4F-A6C3-514A89BA3263}" type="pres">
      <dgm:prSet presAssocID="{8E1101E3-75D6-443B-83F3-50E0112C7A63}" presName="hierChild4" presStyleCnt="0"/>
      <dgm:spPr/>
    </dgm:pt>
    <dgm:pt modelId="{17040F2A-55F5-4FB6-A348-046E4B23D34A}" type="pres">
      <dgm:prSet presAssocID="{8E1101E3-75D6-443B-83F3-50E0112C7A63}" presName="hierChild5" presStyleCnt="0"/>
      <dgm:spPr/>
    </dgm:pt>
    <dgm:pt modelId="{D94E9538-5571-41A2-828F-1057A53E19A4}" type="pres">
      <dgm:prSet presAssocID="{6754A32B-4C11-4A15-A119-44C50ECCD4A1}" presName="Name37" presStyleLbl="parChTrans1D2" presStyleIdx="1" presStyleCnt="10"/>
      <dgm:spPr/>
    </dgm:pt>
    <dgm:pt modelId="{E366A580-CA33-42A4-97A3-130D26EB29D7}" type="pres">
      <dgm:prSet presAssocID="{D6E1F12A-28CD-4BAB-AB21-F7654D898C1B}" presName="hierRoot2" presStyleCnt="0">
        <dgm:presLayoutVars>
          <dgm:hierBranch val="init"/>
        </dgm:presLayoutVars>
      </dgm:prSet>
      <dgm:spPr/>
    </dgm:pt>
    <dgm:pt modelId="{3819CCFD-BC30-427E-B41E-4555779C3069}" type="pres">
      <dgm:prSet presAssocID="{D6E1F12A-28CD-4BAB-AB21-F7654D898C1B}" presName="rootComposite" presStyleCnt="0"/>
      <dgm:spPr/>
    </dgm:pt>
    <dgm:pt modelId="{FC30111A-7064-4523-A2FC-2DA8AAB299A0}" type="pres">
      <dgm:prSet presAssocID="{D6E1F12A-28CD-4BAB-AB21-F7654D898C1B}" presName="rootText" presStyleLbl="node2" presStyleIdx="1" presStyleCnt="10">
        <dgm:presLayoutVars>
          <dgm:chPref val="3"/>
        </dgm:presLayoutVars>
      </dgm:prSet>
      <dgm:spPr/>
    </dgm:pt>
    <dgm:pt modelId="{60A0A0BF-F910-4051-98D1-33F4D7F068FF}" type="pres">
      <dgm:prSet presAssocID="{D6E1F12A-28CD-4BAB-AB21-F7654D898C1B}" presName="rootConnector" presStyleLbl="node2" presStyleIdx="1" presStyleCnt="10"/>
      <dgm:spPr/>
    </dgm:pt>
    <dgm:pt modelId="{BDD5E2D1-7CF8-4295-947F-E83327D134DD}" type="pres">
      <dgm:prSet presAssocID="{D6E1F12A-28CD-4BAB-AB21-F7654D898C1B}" presName="hierChild4" presStyleCnt="0"/>
      <dgm:spPr/>
    </dgm:pt>
    <dgm:pt modelId="{7CDC94A2-D838-4380-AC40-3B95FD782F0D}" type="pres">
      <dgm:prSet presAssocID="{D6E1F12A-28CD-4BAB-AB21-F7654D898C1B}" presName="hierChild5" presStyleCnt="0"/>
      <dgm:spPr/>
    </dgm:pt>
    <dgm:pt modelId="{3A584311-01F8-4077-8E02-0D03A14F9DBC}" type="pres">
      <dgm:prSet presAssocID="{AE24EB7C-2815-4EE9-A990-B5897D055FA6}" presName="Name37" presStyleLbl="parChTrans1D2" presStyleIdx="2" presStyleCnt="10"/>
      <dgm:spPr/>
    </dgm:pt>
    <dgm:pt modelId="{BAE9E244-DE1E-47AB-A355-48B036A42E3A}" type="pres">
      <dgm:prSet presAssocID="{7C6972CA-93E3-464F-B7AD-1E597BEBB061}" presName="hierRoot2" presStyleCnt="0">
        <dgm:presLayoutVars>
          <dgm:hierBranch val="init"/>
        </dgm:presLayoutVars>
      </dgm:prSet>
      <dgm:spPr/>
    </dgm:pt>
    <dgm:pt modelId="{37B8B040-3F51-42F4-B46C-422F72833836}" type="pres">
      <dgm:prSet presAssocID="{7C6972CA-93E3-464F-B7AD-1E597BEBB061}" presName="rootComposite" presStyleCnt="0"/>
      <dgm:spPr/>
    </dgm:pt>
    <dgm:pt modelId="{11831776-98C0-4E50-92E0-353DD9EB26BA}" type="pres">
      <dgm:prSet presAssocID="{7C6972CA-93E3-464F-B7AD-1E597BEBB061}" presName="rootText" presStyleLbl="node2" presStyleIdx="2" presStyleCnt="10">
        <dgm:presLayoutVars>
          <dgm:chPref val="3"/>
        </dgm:presLayoutVars>
      </dgm:prSet>
      <dgm:spPr/>
    </dgm:pt>
    <dgm:pt modelId="{BA8246D8-3A4C-4BFF-AD06-5F3E2C832086}" type="pres">
      <dgm:prSet presAssocID="{7C6972CA-93E3-464F-B7AD-1E597BEBB061}" presName="rootConnector" presStyleLbl="node2" presStyleIdx="2" presStyleCnt="10"/>
      <dgm:spPr/>
    </dgm:pt>
    <dgm:pt modelId="{BF3B36E0-D2C3-445A-B574-487F4FE6391E}" type="pres">
      <dgm:prSet presAssocID="{7C6972CA-93E3-464F-B7AD-1E597BEBB061}" presName="hierChild4" presStyleCnt="0"/>
      <dgm:spPr/>
    </dgm:pt>
    <dgm:pt modelId="{7A5AEC27-20D6-4B52-8752-98B7C8530781}" type="pres">
      <dgm:prSet presAssocID="{7C6972CA-93E3-464F-B7AD-1E597BEBB061}" presName="hierChild5" presStyleCnt="0"/>
      <dgm:spPr/>
    </dgm:pt>
    <dgm:pt modelId="{050BB888-5469-4BEC-9306-B08444D76843}" type="pres">
      <dgm:prSet presAssocID="{823A7042-1454-4293-8C6E-880A636BFDE8}" presName="Name37" presStyleLbl="parChTrans1D2" presStyleIdx="3" presStyleCnt="10"/>
      <dgm:spPr/>
    </dgm:pt>
    <dgm:pt modelId="{D3C27890-03BF-4BA6-BA8A-99FC6A0A210E}" type="pres">
      <dgm:prSet presAssocID="{1AD87C57-F6DB-4861-808A-293739FBD34E}" presName="hierRoot2" presStyleCnt="0">
        <dgm:presLayoutVars>
          <dgm:hierBranch val="init"/>
        </dgm:presLayoutVars>
      </dgm:prSet>
      <dgm:spPr/>
    </dgm:pt>
    <dgm:pt modelId="{1CC93217-97D4-492E-B91B-0AD386683353}" type="pres">
      <dgm:prSet presAssocID="{1AD87C57-F6DB-4861-808A-293739FBD34E}" presName="rootComposite" presStyleCnt="0"/>
      <dgm:spPr/>
    </dgm:pt>
    <dgm:pt modelId="{75D35EE3-6661-4777-ACE3-F4787C1F48BB}" type="pres">
      <dgm:prSet presAssocID="{1AD87C57-F6DB-4861-808A-293739FBD34E}" presName="rootText" presStyleLbl="node2" presStyleIdx="3" presStyleCnt="10">
        <dgm:presLayoutVars>
          <dgm:chPref val="3"/>
        </dgm:presLayoutVars>
      </dgm:prSet>
      <dgm:spPr/>
    </dgm:pt>
    <dgm:pt modelId="{D85203B8-BB24-471C-9B11-623F28E921CF}" type="pres">
      <dgm:prSet presAssocID="{1AD87C57-F6DB-4861-808A-293739FBD34E}" presName="rootConnector" presStyleLbl="node2" presStyleIdx="3" presStyleCnt="10"/>
      <dgm:spPr/>
    </dgm:pt>
    <dgm:pt modelId="{C0BD7CA5-48B3-43DC-9A0F-F10FB61BBBD7}" type="pres">
      <dgm:prSet presAssocID="{1AD87C57-F6DB-4861-808A-293739FBD34E}" presName="hierChild4" presStyleCnt="0"/>
      <dgm:spPr/>
    </dgm:pt>
    <dgm:pt modelId="{1B172C2F-82DE-41E5-9A45-856B47A4CDBA}" type="pres">
      <dgm:prSet presAssocID="{1AD87C57-F6DB-4861-808A-293739FBD34E}" presName="hierChild5" presStyleCnt="0"/>
      <dgm:spPr/>
    </dgm:pt>
    <dgm:pt modelId="{F8DC0449-F5B5-4742-909C-2DF0F0F34DEA}" type="pres">
      <dgm:prSet presAssocID="{484C2998-1287-4791-A47D-B0B0268082C0}" presName="hierChild3" presStyleCnt="0"/>
      <dgm:spPr/>
    </dgm:pt>
    <dgm:pt modelId="{B2231F1B-B4DF-4BAE-9009-F181779DC7AE}" type="pres">
      <dgm:prSet presAssocID="{3810912B-E2B0-4E60-969D-DF083D312D4F}" presName="hierRoot1" presStyleCnt="0">
        <dgm:presLayoutVars>
          <dgm:hierBranch val="init"/>
        </dgm:presLayoutVars>
      </dgm:prSet>
      <dgm:spPr/>
    </dgm:pt>
    <dgm:pt modelId="{40E22086-5579-4B59-A36C-729EF4FCF279}" type="pres">
      <dgm:prSet presAssocID="{3810912B-E2B0-4E60-969D-DF083D312D4F}" presName="rootComposite1" presStyleCnt="0"/>
      <dgm:spPr/>
    </dgm:pt>
    <dgm:pt modelId="{5A6D9A22-1C9E-4504-8603-F90BA79D77C0}" type="pres">
      <dgm:prSet presAssocID="{3810912B-E2B0-4E60-969D-DF083D312D4F}" presName="rootText1" presStyleLbl="node0" presStyleIdx="1" presStyleCnt="2">
        <dgm:presLayoutVars>
          <dgm:chPref val="3"/>
        </dgm:presLayoutVars>
      </dgm:prSet>
      <dgm:spPr/>
    </dgm:pt>
    <dgm:pt modelId="{5459D180-0787-48C3-A9C0-78B23E5E06CF}" type="pres">
      <dgm:prSet presAssocID="{3810912B-E2B0-4E60-969D-DF083D312D4F}" presName="rootConnector1" presStyleLbl="node1" presStyleIdx="0" presStyleCnt="0"/>
      <dgm:spPr/>
    </dgm:pt>
    <dgm:pt modelId="{1371C614-CE12-4E7B-A11D-C5F15340099C}" type="pres">
      <dgm:prSet presAssocID="{3810912B-E2B0-4E60-969D-DF083D312D4F}" presName="hierChild2" presStyleCnt="0"/>
      <dgm:spPr/>
    </dgm:pt>
    <dgm:pt modelId="{06B920AD-1449-440C-8819-C1EC3DC9874D}" type="pres">
      <dgm:prSet presAssocID="{44127FCF-91FC-4F50-B0FD-B05741D78EA5}" presName="Name37" presStyleLbl="parChTrans1D2" presStyleIdx="4" presStyleCnt="10"/>
      <dgm:spPr/>
    </dgm:pt>
    <dgm:pt modelId="{FDE76350-E30D-4679-BA1B-457C290238E8}" type="pres">
      <dgm:prSet presAssocID="{F5A50066-7596-4C9A-821A-CD0C528D663A}" presName="hierRoot2" presStyleCnt="0">
        <dgm:presLayoutVars>
          <dgm:hierBranch val="init"/>
        </dgm:presLayoutVars>
      </dgm:prSet>
      <dgm:spPr/>
    </dgm:pt>
    <dgm:pt modelId="{18BBE641-D4FF-488A-B074-2513C2868B6C}" type="pres">
      <dgm:prSet presAssocID="{F5A50066-7596-4C9A-821A-CD0C528D663A}" presName="rootComposite" presStyleCnt="0"/>
      <dgm:spPr/>
    </dgm:pt>
    <dgm:pt modelId="{A96CD886-F5FA-4D76-9CF9-C2D9AD2CB18E}" type="pres">
      <dgm:prSet presAssocID="{F5A50066-7596-4C9A-821A-CD0C528D663A}" presName="rootText" presStyleLbl="node2" presStyleIdx="4" presStyleCnt="10">
        <dgm:presLayoutVars>
          <dgm:chPref val="3"/>
        </dgm:presLayoutVars>
      </dgm:prSet>
      <dgm:spPr/>
    </dgm:pt>
    <dgm:pt modelId="{FC815E28-643F-4E7A-BDF0-96A2E372F4E3}" type="pres">
      <dgm:prSet presAssocID="{F5A50066-7596-4C9A-821A-CD0C528D663A}" presName="rootConnector" presStyleLbl="node2" presStyleIdx="4" presStyleCnt="10"/>
      <dgm:spPr/>
    </dgm:pt>
    <dgm:pt modelId="{CCB32F75-4722-4F4B-8115-2B05E670F8E3}" type="pres">
      <dgm:prSet presAssocID="{F5A50066-7596-4C9A-821A-CD0C528D663A}" presName="hierChild4" presStyleCnt="0"/>
      <dgm:spPr/>
    </dgm:pt>
    <dgm:pt modelId="{2FBCCEE7-2206-43F0-AFA4-DC5FD2F71B7D}" type="pres">
      <dgm:prSet presAssocID="{F5A50066-7596-4C9A-821A-CD0C528D663A}" presName="hierChild5" presStyleCnt="0"/>
      <dgm:spPr/>
    </dgm:pt>
    <dgm:pt modelId="{9D285624-7909-42C4-AD08-4353BFDAE164}" type="pres">
      <dgm:prSet presAssocID="{8EF7FBA1-041B-4197-B292-E94DAC81FBE2}" presName="Name37" presStyleLbl="parChTrans1D2" presStyleIdx="5" presStyleCnt="10"/>
      <dgm:spPr/>
    </dgm:pt>
    <dgm:pt modelId="{F3102C46-1EE0-4F65-8073-12F527E8375B}" type="pres">
      <dgm:prSet presAssocID="{63D8BD00-CD9B-4066-B15A-78DCA946FAA3}" presName="hierRoot2" presStyleCnt="0">
        <dgm:presLayoutVars>
          <dgm:hierBranch val="init"/>
        </dgm:presLayoutVars>
      </dgm:prSet>
      <dgm:spPr/>
    </dgm:pt>
    <dgm:pt modelId="{D8E9E971-48B4-4105-A54E-8E45368BC51D}" type="pres">
      <dgm:prSet presAssocID="{63D8BD00-CD9B-4066-B15A-78DCA946FAA3}" presName="rootComposite" presStyleCnt="0"/>
      <dgm:spPr/>
    </dgm:pt>
    <dgm:pt modelId="{FB7FE644-BE4C-41B5-A950-67639908E44C}" type="pres">
      <dgm:prSet presAssocID="{63D8BD00-CD9B-4066-B15A-78DCA946FAA3}" presName="rootText" presStyleLbl="node2" presStyleIdx="5" presStyleCnt="10">
        <dgm:presLayoutVars>
          <dgm:chPref val="3"/>
        </dgm:presLayoutVars>
      </dgm:prSet>
      <dgm:spPr/>
    </dgm:pt>
    <dgm:pt modelId="{925707DD-9301-4341-B53A-8CAE28331573}" type="pres">
      <dgm:prSet presAssocID="{63D8BD00-CD9B-4066-B15A-78DCA946FAA3}" presName="rootConnector" presStyleLbl="node2" presStyleIdx="5" presStyleCnt="10"/>
      <dgm:spPr/>
    </dgm:pt>
    <dgm:pt modelId="{8A880802-3F71-4584-AD83-109AD7CA57D9}" type="pres">
      <dgm:prSet presAssocID="{63D8BD00-CD9B-4066-B15A-78DCA946FAA3}" presName="hierChild4" presStyleCnt="0"/>
      <dgm:spPr/>
    </dgm:pt>
    <dgm:pt modelId="{8D37CFC7-EA10-4C14-9648-F246FFDB409A}" type="pres">
      <dgm:prSet presAssocID="{63D8BD00-CD9B-4066-B15A-78DCA946FAA3}" presName="hierChild5" presStyleCnt="0"/>
      <dgm:spPr/>
    </dgm:pt>
    <dgm:pt modelId="{9733593D-42B0-4ACA-9C60-B52996DA3F9A}" type="pres">
      <dgm:prSet presAssocID="{A6BDDAEB-98AB-4C3E-B1DE-22931F098C42}" presName="Name37" presStyleLbl="parChTrans1D2" presStyleIdx="6" presStyleCnt="10"/>
      <dgm:spPr/>
    </dgm:pt>
    <dgm:pt modelId="{859F2894-BB11-4532-BBF1-12C0FFF4186B}" type="pres">
      <dgm:prSet presAssocID="{E54183B9-9A6D-4227-9D80-50C72D9B603E}" presName="hierRoot2" presStyleCnt="0">
        <dgm:presLayoutVars>
          <dgm:hierBranch val="init"/>
        </dgm:presLayoutVars>
      </dgm:prSet>
      <dgm:spPr/>
    </dgm:pt>
    <dgm:pt modelId="{464FCEF3-9DF7-489C-9E3B-8F8CF5CC76B4}" type="pres">
      <dgm:prSet presAssocID="{E54183B9-9A6D-4227-9D80-50C72D9B603E}" presName="rootComposite" presStyleCnt="0"/>
      <dgm:spPr/>
    </dgm:pt>
    <dgm:pt modelId="{B496C60C-BF22-4E58-82CB-4086EB563462}" type="pres">
      <dgm:prSet presAssocID="{E54183B9-9A6D-4227-9D80-50C72D9B603E}" presName="rootText" presStyleLbl="node2" presStyleIdx="6" presStyleCnt="10">
        <dgm:presLayoutVars>
          <dgm:chPref val="3"/>
        </dgm:presLayoutVars>
      </dgm:prSet>
      <dgm:spPr/>
    </dgm:pt>
    <dgm:pt modelId="{55B9869E-84D1-4ED8-BCE3-48E6FF56160C}" type="pres">
      <dgm:prSet presAssocID="{E54183B9-9A6D-4227-9D80-50C72D9B603E}" presName="rootConnector" presStyleLbl="node2" presStyleIdx="6" presStyleCnt="10"/>
      <dgm:spPr/>
    </dgm:pt>
    <dgm:pt modelId="{E38A80A0-044E-4103-92A1-242D2EAC8CDF}" type="pres">
      <dgm:prSet presAssocID="{E54183B9-9A6D-4227-9D80-50C72D9B603E}" presName="hierChild4" presStyleCnt="0"/>
      <dgm:spPr/>
    </dgm:pt>
    <dgm:pt modelId="{C3ACBF38-65B2-436D-9C2A-0429FFF7E0D9}" type="pres">
      <dgm:prSet presAssocID="{E54183B9-9A6D-4227-9D80-50C72D9B603E}" presName="hierChild5" presStyleCnt="0"/>
      <dgm:spPr/>
    </dgm:pt>
    <dgm:pt modelId="{904634A1-14B5-4764-A480-7B33CA5970A9}" type="pres">
      <dgm:prSet presAssocID="{3585D08D-B821-49CE-89CE-6635FD21D70B}" presName="Name37" presStyleLbl="parChTrans1D2" presStyleIdx="7" presStyleCnt="10"/>
      <dgm:spPr/>
    </dgm:pt>
    <dgm:pt modelId="{7A6E445A-4928-4B28-A751-818259EF040E}" type="pres">
      <dgm:prSet presAssocID="{2935692E-9D14-4916-AF71-B33A628F8CCB}" presName="hierRoot2" presStyleCnt="0">
        <dgm:presLayoutVars>
          <dgm:hierBranch val="init"/>
        </dgm:presLayoutVars>
      </dgm:prSet>
      <dgm:spPr/>
    </dgm:pt>
    <dgm:pt modelId="{1C9824F1-C1A0-4BE6-AF17-BFFB74314DF6}" type="pres">
      <dgm:prSet presAssocID="{2935692E-9D14-4916-AF71-B33A628F8CCB}" presName="rootComposite" presStyleCnt="0"/>
      <dgm:spPr/>
    </dgm:pt>
    <dgm:pt modelId="{B4A8F663-9D1D-40C6-9EAF-A1B8E73E9B9C}" type="pres">
      <dgm:prSet presAssocID="{2935692E-9D14-4916-AF71-B33A628F8CCB}" presName="rootText" presStyleLbl="node2" presStyleIdx="7" presStyleCnt="10">
        <dgm:presLayoutVars>
          <dgm:chPref val="3"/>
        </dgm:presLayoutVars>
      </dgm:prSet>
      <dgm:spPr/>
    </dgm:pt>
    <dgm:pt modelId="{6AD1E6D3-0E55-48B5-A0F4-43F39A275779}" type="pres">
      <dgm:prSet presAssocID="{2935692E-9D14-4916-AF71-B33A628F8CCB}" presName="rootConnector" presStyleLbl="node2" presStyleIdx="7" presStyleCnt="10"/>
      <dgm:spPr/>
    </dgm:pt>
    <dgm:pt modelId="{178A0414-68F1-4A1A-9491-38BABDA293C1}" type="pres">
      <dgm:prSet presAssocID="{2935692E-9D14-4916-AF71-B33A628F8CCB}" presName="hierChild4" presStyleCnt="0"/>
      <dgm:spPr/>
    </dgm:pt>
    <dgm:pt modelId="{D0BFCFFF-1CF4-49C9-BC31-4AF6C4A21E18}" type="pres">
      <dgm:prSet presAssocID="{2935692E-9D14-4916-AF71-B33A628F8CCB}" presName="hierChild5" presStyleCnt="0"/>
      <dgm:spPr/>
    </dgm:pt>
    <dgm:pt modelId="{FADD13FF-621E-49B6-B8A9-51DDA6ECD321}" type="pres">
      <dgm:prSet presAssocID="{6CAB2FF6-A484-4904-8204-9BD44DD657C8}" presName="Name37" presStyleLbl="parChTrans1D2" presStyleIdx="8" presStyleCnt="10"/>
      <dgm:spPr/>
    </dgm:pt>
    <dgm:pt modelId="{B79B453D-0C0F-4AD5-B528-751250A8CBA9}" type="pres">
      <dgm:prSet presAssocID="{B6D4CA4F-B8DA-4D4F-8DFE-CDC6EB8EC630}" presName="hierRoot2" presStyleCnt="0">
        <dgm:presLayoutVars>
          <dgm:hierBranch val="init"/>
        </dgm:presLayoutVars>
      </dgm:prSet>
      <dgm:spPr/>
    </dgm:pt>
    <dgm:pt modelId="{B4F6E1F5-DFEA-4A77-BF66-4D3C7DA944F2}" type="pres">
      <dgm:prSet presAssocID="{B6D4CA4F-B8DA-4D4F-8DFE-CDC6EB8EC630}" presName="rootComposite" presStyleCnt="0"/>
      <dgm:spPr/>
    </dgm:pt>
    <dgm:pt modelId="{CC09C226-0D8A-453F-8EFD-BC13740D66F5}" type="pres">
      <dgm:prSet presAssocID="{B6D4CA4F-B8DA-4D4F-8DFE-CDC6EB8EC630}" presName="rootText" presStyleLbl="node2" presStyleIdx="8" presStyleCnt="10">
        <dgm:presLayoutVars>
          <dgm:chPref val="3"/>
        </dgm:presLayoutVars>
      </dgm:prSet>
      <dgm:spPr/>
    </dgm:pt>
    <dgm:pt modelId="{BAC19EA8-9643-45CD-BF25-0AECCAB029FE}" type="pres">
      <dgm:prSet presAssocID="{B6D4CA4F-B8DA-4D4F-8DFE-CDC6EB8EC630}" presName="rootConnector" presStyleLbl="node2" presStyleIdx="8" presStyleCnt="10"/>
      <dgm:spPr/>
    </dgm:pt>
    <dgm:pt modelId="{1D276631-E729-48E4-A592-0C89F417C003}" type="pres">
      <dgm:prSet presAssocID="{B6D4CA4F-B8DA-4D4F-8DFE-CDC6EB8EC630}" presName="hierChild4" presStyleCnt="0"/>
      <dgm:spPr/>
    </dgm:pt>
    <dgm:pt modelId="{B1C4AC29-F815-4204-A4DE-A364B9E63D25}" type="pres">
      <dgm:prSet presAssocID="{B6D4CA4F-B8DA-4D4F-8DFE-CDC6EB8EC630}" presName="hierChild5" presStyleCnt="0"/>
      <dgm:spPr/>
    </dgm:pt>
    <dgm:pt modelId="{159F2E9A-5839-4C17-870D-831C20B77FD9}" type="pres">
      <dgm:prSet presAssocID="{C11EEE97-CCC5-4F0A-937B-5B8FE9F97892}" presName="Name37" presStyleLbl="parChTrans1D2" presStyleIdx="9" presStyleCnt="10"/>
      <dgm:spPr/>
    </dgm:pt>
    <dgm:pt modelId="{5BC39551-57ED-4BDF-B666-80CDA352E4A2}" type="pres">
      <dgm:prSet presAssocID="{674BF3C4-1403-45AF-917D-CA5E1324743C}" presName="hierRoot2" presStyleCnt="0">
        <dgm:presLayoutVars>
          <dgm:hierBranch val="init"/>
        </dgm:presLayoutVars>
      </dgm:prSet>
      <dgm:spPr/>
    </dgm:pt>
    <dgm:pt modelId="{D4D40D1C-5789-4388-9483-0A4B505503E4}" type="pres">
      <dgm:prSet presAssocID="{674BF3C4-1403-45AF-917D-CA5E1324743C}" presName="rootComposite" presStyleCnt="0"/>
      <dgm:spPr/>
    </dgm:pt>
    <dgm:pt modelId="{DB3FA815-B65C-45D6-B1CF-09FC462DEA3E}" type="pres">
      <dgm:prSet presAssocID="{674BF3C4-1403-45AF-917D-CA5E1324743C}" presName="rootText" presStyleLbl="node2" presStyleIdx="9" presStyleCnt="10">
        <dgm:presLayoutVars>
          <dgm:chPref val="3"/>
        </dgm:presLayoutVars>
      </dgm:prSet>
      <dgm:spPr/>
    </dgm:pt>
    <dgm:pt modelId="{585B00B6-C1F6-41EA-954B-658B915862CB}" type="pres">
      <dgm:prSet presAssocID="{674BF3C4-1403-45AF-917D-CA5E1324743C}" presName="rootConnector" presStyleLbl="node2" presStyleIdx="9" presStyleCnt="10"/>
      <dgm:spPr/>
    </dgm:pt>
    <dgm:pt modelId="{2163FBF7-28A6-4D5C-8501-6CAD0CADE1CF}" type="pres">
      <dgm:prSet presAssocID="{674BF3C4-1403-45AF-917D-CA5E1324743C}" presName="hierChild4" presStyleCnt="0"/>
      <dgm:spPr/>
    </dgm:pt>
    <dgm:pt modelId="{34A281E8-CFEC-47C5-A528-0CB606E704C6}" type="pres">
      <dgm:prSet presAssocID="{674BF3C4-1403-45AF-917D-CA5E1324743C}" presName="hierChild5" presStyleCnt="0"/>
      <dgm:spPr/>
    </dgm:pt>
    <dgm:pt modelId="{CF92558C-8091-45E1-B60B-CE7EF3BA0D0D}" type="pres">
      <dgm:prSet presAssocID="{3810912B-E2B0-4E60-969D-DF083D312D4F}" presName="hierChild3" presStyleCnt="0"/>
      <dgm:spPr/>
    </dgm:pt>
  </dgm:ptLst>
  <dgm:cxnLst>
    <dgm:cxn modelId="{702D7A02-9C4B-4A0C-B328-F99E1214FA9C}" type="presOf" srcId="{1155FB13-DB19-464C-90AB-0CDB0C489554}" destId="{D371936E-25A6-40AA-885D-D2AC9E7BAEBC}" srcOrd="0" destOrd="0" presId="urn:microsoft.com/office/officeart/2005/8/layout/orgChart1"/>
    <dgm:cxn modelId="{22645404-57A1-4E42-A73B-6F15A9C8437A}" type="presOf" srcId="{63D8BD00-CD9B-4066-B15A-78DCA946FAA3}" destId="{925707DD-9301-4341-B53A-8CAE28331573}" srcOrd="1" destOrd="0" presId="urn:microsoft.com/office/officeart/2005/8/layout/orgChart1"/>
    <dgm:cxn modelId="{96D68605-FFEB-43FE-B417-EC2FA74781DD}" type="presOf" srcId="{674BF3C4-1403-45AF-917D-CA5E1324743C}" destId="{585B00B6-C1F6-41EA-954B-658B915862CB}" srcOrd="1" destOrd="0" presId="urn:microsoft.com/office/officeart/2005/8/layout/orgChart1"/>
    <dgm:cxn modelId="{C925890E-2387-4E33-80C4-944ED6BEC2B9}" type="presOf" srcId="{3810912B-E2B0-4E60-969D-DF083D312D4F}" destId="{5A6D9A22-1C9E-4504-8603-F90BA79D77C0}" srcOrd="0" destOrd="0" presId="urn:microsoft.com/office/officeart/2005/8/layout/orgChart1"/>
    <dgm:cxn modelId="{F1880E1B-5AEE-4E90-B6A6-319A7F94F85B}" type="presOf" srcId="{44127FCF-91FC-4F50-B0FD-B05741D78EA5}" destId="{06B920AD-1449-440C-8819-C1EC3DC9874D}" srcOrd="0" destOrd="0" presId="urn:microsoft.com/office/officeart/2005/8/layout/orgChart1"/>
    <dgm:cxn modelId="{92E63221-71DD-44DA-87D7-26F4E8AC2A83}" type="presOf" srcId="{B6D4CA4F-B8DA-4D4F-8DFE-CDC6EB8EC630}" destId="{BAC19EA8-9643-45CD-BF25-0AECCAB029FE}" srcOrd="1" destOrd="0" presId="urn:microsoft.com/office/officeart/2005/8/layout/orgChart1"/>
    <dgm:cxn modelId="{78E12E31-F641-4F48-8C17-2E130787F3AE}" type="presOf" srcId="{E54183B9-9A6D-4227-9D80-50C72D9B603E}" destId="{55B9869E-84D1-4ED8-BCE3-48E6FF56160C}" srcOrd="1" destOrd="0" presId="urn:microsoft.com/office/officeart/2005/8/layout/orgChart1"/>
    <dgm:cxn modelId="{F481F939-98E3-4EFA-86D1-B39EBCCC222F}" srcId="{3810912B-E2B0-4E60-969D-DF083D312D4F}" destId="{E54183B9-9A6D-4227-9D80-50C72D9B603E}" srcOrd="2" destOrd="0" parTransId="{A6BDDAEB-98AB-4C3E-B1DE-22931F098C42}" sibTransId="{02215B22-D5E6-4518-AE42-EC33DD1F31E7}"/>
    <dgm:cxn modelId="{5E646761-6759-4635-A3AE-6C7F81399D70}" type="presOf" srcId="{1AD87C57-F6DB-4861-808A-293739FBD34E}" destId="{75D35EE3-6661-4777-ACE3-F4787C1F48BB}" srcOrd="0" destOrd="0" presId="urn:microsoft.com/office/officeart/2005/8/layout/orgChart1"/>
    <dgm:cxn modelId="{12526767-E763-4F52-8348-04251FBF477E}" type="presOf" srcId="{C11EEE97-CCC5-4F0A-937B-5B8FE9F97892}" destId="{159F2E9A-5839-4C17-870D-831C20B77FD9}" srcOrd="0" destOrd="0" presId="urn:microsoft.com/office/officeart/2005/8/layout/orgChart1"/>
    <dgm:cxn modelId="{6E488448-947A-48FE-AE00-D72A8B8B71EE}" srcId="{3810912B-E2B0-4E60-969D-DF083D312D4F}" destId="{2935692E-9D14-4916-AF71-B33A628F8CCB}" srcOrd="3" destOrd="0" parTransId="{3585D08D-B821-49CE-89CE-6635FD21D70B}" sibTransId="{F0A0B276-E769-4D83-BF99-1A09E3AEDF66}"/>
    <dgm:cxn modelId="{B2FAAC48-7CC7-4A88-8B8F-1B11B9FA14D3}" type="presOf" srcId="{823A7042-1454-4293-8C6E-880A636BFDE8}" destId="{050BB888-5469-4BEC-9306-B08444D76843}" srcOrd="0" destOrd="0" presId="urn:microsoft.com/office/officeart/2005/8/layout/orgChart1"/>
    <dgm:cxn modelId="{F17CA16A-48F0-4978-9A50-DD86285456A6}" type="presOf" srcId="{D6E1F12A-28CD-4BAB-AB21-F7654D898C1B}" destId="{60A0A0BF-F910-4051-98D1-33F4D7F068FF}" srcOrd="1" destOrd="0" presId="urn:microsoft.com/office/officeart/2005/8/layout/orgChart1"/>
    <dgm:cxn modelId="{D556376C-67CE-4650-A4C8-FE06918A95FB}" type="presOf" srcId="{63D8BD00-CD9B-4066-B15A-78DCA946FAA3}" destId="{FB7FE644-BE4C-41B5-A950-67639908E44C}" srcOrd="0" destOrd="0" presId="urn:microsoft.com/office/officeart/2005/8/layout/orgChart1"/>
    <dgm:cxn modelId="{C9866A4D-A326-404E-8403-E46398EEB154}" srcId="{484C2998-1287-4791-A47D-B0B0268082C0}" destId="{1AD87C57-F6DB-4861-808A-293739FBD34E}" srcOrd="3" destOrd="0" parTransId="{823A7042-1454-4293-8C6E-880A636BFDE8}" sibTransId="{8763592B-B823-4F78-BF42-D120B745A1D1}"/>
    <dgm:cxn modelId="{4A1DB350-7747-4488-B33D-DCFD243B6328}" type="presOf" srcId="{8E1101E3-75D6-443B-83F3-50E0112C7A63}" destId="{B19852FC-37C2-4F99-8E21-DE141783C190}" srcOrd="0" destOrd="0" presId="urn:microsoft.com/office/officeart/2005/8/layout/orgChart1"/>
    <dgm:cxn modelId="{DD6B7051-8F9F-4ACD-B93E-877EC7C9A6D5}" type="presOf" srcId="{8E1101E3-75D6-443B-83F3-50E0112C7A63}" destId="{D17B5877-2E03-4108-A97F-93B53BDC6C6D}" srcOrd="1" destOrd="0" presId="urn:microsoft.com/office/officeart/2005/8/layout/orgChart1"/>
    <dgm:cxn modelId="{D9668A52-1170-45D1-83D8-05E5C2AE2326}" srcId="{3810912B-E2B0-4E60-969D-DF083D312D4F}" destId="{674BF3C4-1403-45AF-917D-CA5E1324743C}" srcOrd="5" destOrd="0" parTransId="{C11EEE97-CCC5-4F0A-937B-5B8FE9F97892}" sibTransId="{639F3209-5B4D-4585-83F7-A11E6039EFA2}"/>
    <dgm:cxn modelId="{2E8F6055-86A5-4FB0-A2FE-AA74F5414460}" srcId="{0B0BBC68-9942-4C9C-815C-3966CBF9D4CF}" destId="{484C2998-1287-4791-A47D-B0B0268082C0}" srcOrd="0" destOrd="0" parTransId="{3E445C7D-E9AA-42CD-8C41-C288769683BF}" sibTransId="{4A6D7C62-33D2-4776-B6A8-47A07FFC7F2A}"/>
    <dgm:cxn modelId="{EF62C275-D609-40D3-B447-ECD5020FF7EC}" type="presOf" srcId="{6754A32B-4C11-4A15-A119-44C50ECCD4A1}" destId="{D94E9538-5571-41A2-828F-1057A53E19A4}" srcOrd="0" destOrd="0" presId="urn:microsoft.com/office/officeart/2005/8/layout/orgChart1"/>
    <dgm:cxn modelId="{A3588257-B362-4D77-BC60-2184B9A90356}" type="presOf" srcId="{8EF7FBA1-041B-4197-B292-E94DAC81FBE2}" destId="{9D285624-7909-42C4-AD08-4353BFDAE164}" srcOrd="0" destOrd="0" presId="urn:microsoft.com/office/officeart/2005/8/layout/orgChart1"/>
    <dgm:cxn modelId="{F3B9FB57-AA6E-4E0E-BEA8-4BC62EB1F5D1}" type="presOf" srcId="{674BF3C4-1403-45AF-917D-CA5E1324743C}" destId="{DB3FA815-B65C-45D6-B1CF-09FC462DEA3E}" srcOrd="0" destOrd="0" presId="urn:microsoft.com/office/officeart/2005/8/layout/orgChart1"/>
    <dgm:cxn modelId="{A3246F5A-CDB8-40D5-90E2-54CAF4557BCB}" type="presOf" srcId="{484C2998-1287-4791-A47D-B0B0268082C0}" destId="{FCDA801E-9032-4331-BFE0-DD445C9F218A}" srcOrd="0" destOrd="0" presId="urn:microsoft.com/office/officeart/2005/8/layout/orgChart1"/>
    <dgm:cxn modelId="{BFFDFC5A-D0FD-43DC-A35C-8B0D42E73CA4}" type="presOf" srcId="{6CAB2FF6-A484-4904-8204-9BD44DD657C8}" destId="{FADD13FF-621E-49B6-B8A9-51DDA6ECD321}" srcOrd="0" destOrd="0" presId="urn:microsoft.com/office/officeart/2005/8/layout/orgChart1"/>
    <dgm:cxn modelId="{E3E4E67D-5DD8-4C2E-8050-FDA06B3C91DB}" type="presOf" srcId="{0B0BBC68-9942-4C9C-815C-3966CBF9D4CF}" destId="{5D726180-E81E-4CF1-89D6-2F3EE9BEE387}" srcOrd="0" destOrd="0" presId="urn:microsoft.com/office/officeart/2005/8/layout/orgChart1"/>
    <dgm:cxn modelId="{AB007388-6AC8-42ED-B9D3-F306570D682A}" type="presOf" srcId="{B6D4CA4F-B8DA-4D4F-8DFE-CDC6EB8EC630}" destId="{CC09C226-0D8A-453F-8EFD-BC13740D66F5}" srcOrd="0" destOrd="0" presId="urn:microsoft.com/office/officeart/2005/8/layout/orgChart1"/>
    <dgm:cxn modelId="{99771D89-EEB6-4607-9720-9DC84E69D2BB}" srcId="{3810912B-E2B0-4E60-969D-DF083D312D4F}" destId="{B6D4CA4F-B8DA-4D4F-8DFE-CDC6EB8EC630}" srcOrd="4" destOrd="0" parTransId="{6CAB2FF6-A484-4904-8204-9BD44DD657C8}" sibTransId="{C9A73D01-4A26-4472-8046-E98C5D8308A6}"/>
    <dgm:cxn modelId="{4C32B99D-257D-4C13-9B88-815AA951F141}" srcId="{3810912B-E2B0-4E60-969D-DF083D312D4F}" destId="{63D8BD00-CD9B-4066-B15A-78DCA946FAA3}" srcOrd="1" destOrd="0" parTransId="{8EF7FBA1-041B-4197-B292-E94DAC81FBE2}" sibTransId="{826F92D0-EB32-4E52-B65B-24DDDD461F3A}"/>
    <dgm:cxn modelId="{423B66A7-618D-4997-A11A-B1F92545D703}" srcId="{484C2998-1287-4791-A47D-B0B0268082C0}" destId="{8E1101E3-75D6-443B-83F3-50E0112C7A63}" srcOrd="0" destOrd="0" parTransId="{1155FB13-DB19-464C-90AB-0CDB0C489554}" sibTransId="{E2FF0C74-92EF-4FE8-BE20-2091668BA09D}"/>
    <dgm:cxn modelId="{D425C7AA-96AF-4C4D-A15D-168A9DE023E8}" type="presOf" srcId="{2935692E-9D14-4916-AF71-B33A628F8CCB}" destId="{6AD1E6D3-0E55-48B5-A0F4-43F39A275779}" srcOrd="1" destOrd="0" presId="urn:microsoft.com/office/officeart/2005/8/layout/orgChart1"/>
    <dgm:cxn modelId="{F251FBB0-8940-4DA0-BDE8-9AF1FCF166D6}" type="presOf" srcId="{F5A50066-7596-4C9A-821A-CD0C528D663A}" destId="{A96CD886-F5FA-4D76-9CF9-C2D9AD2CB18E}" srcOrd="0" destOrd="0" presId="urn:microsoft.com/office/officeart/2005/8/layout/orgChart1"/>
    <dgm:cxn modelId="{F554B0B2-C9B4-4218-A623-6E5012763580}" srcId="{0B0BBC68-9942-4C9C-815C-3966CBF9D4CF}" destId="{3810912B-E2B0-4E60-969D-DF083D312D4F}" srcOrd="1" destOrd="0" parTransId="{F3B96DD3-017A-4392-910B-9208D20DB548}" sibTransId="{CEEA91C7-D4EB-4DC4-969B-31B951A44842}"/>
    <dgm:cxn modelId="{B1BF10B5-69F1-4555-BEA3-D901AF324576}" type="presOf" srcId="{7C6972CA-93E3-464F-B7AD-1E597BEBB061}" destId="{BA8246D8-3A4C-4BFF-AD06-5F3E2C832086}" srcOrd="1" destOrd="0" presId="urn:microsoft.com/office/officeart/2005/8/layout/orgChart1"/>
    <dgm:cxn modelId="{74F07CBA-02DF-48DA-A411-1FBEF1B32063}" type="presOf" srcId="{2935692E-9D14-4916-AF71-B33A628F8CCB}" destId="{B4A8F663-9D1D-40C6-9EAF-A1B8E73E9B9C}" srcOrd="0" destOrd="0" presId="urn:microsoft.com/office/officeart/2005/8/layout/orgChart1"/>
    <dgm:cxn modelId="{102282C1-B09D-43D5-B926-05001791136B}" type="presOf" srcId="{3585D08D-B821-49CE-89CE-6635FD21D70B}" destId="{904634A1-14B5-4764-A480-7B33CA5970A9}" srcOrd="0" destOrd="0" presId="urn:microsoft.com/office/officeart/2005/8/layout/orgChart1"/>
    <dgm:cxn modelId="{C95127C8-8CA6-4087-90A8-F700442AEC39}" type="presOf" srcId="{E54183B9-9A6D-4227-9D80-50C72D9B603E}" destId="{B496C60C-BF22-4E58-82CB-4086EB563462}" srcOrd="0" destOrd="0" presId="urn:microsoft.com/office/officeart/2005/8/layout/orgChart1"/>
    <dgm:cxn modelId="{53CFC2C8-C019-4C66-A702-BC0D0AA574A8}" type="presOf" srcId="{F5A50066-7596-4C9A-821A-CD0C528D663A}" destId="{FC815E28-643F-4E7A-BDF0-96A2E372F4E3}" srcOrd="1" destOrd="0" presId="urn:microsoft.com/office/officeart/2005/8/layout/orgChart1"/>
    <dgm:cxn modelId="{057081D1-DF6F-41CC-B04D-C6828BF0AA20}" type="presOf" srcId="{7C6972CA-93E3-464F-B7AD-1E597BEBB061}" destId="{11831776-98C0-4E50-92E0-353DD9EB26BA}" srcOrd="0" destOrd="0" presId="urn:microsoft.com/office/officeart/2005/8/layout/orgChart1"/>
    <dgm:cxn modelId="{456048D3-B376-461B-A663-683F20D1FB30}" type="presOf" srcId="{D6E1F12A-28CD-4BAB-AB21-F7654D898C1B}" destId="{FC30111A-7064-4523-A2FC-2DA8AAB299A0}" srcOrd="0" destOrd="0" presId="urn:microsoft.com/office/officeart/2005/8/layout/orgChart1"/>
    <dgm:cxn modelId="{194849D8-54BF-4B8E-A866-52CB9590E05F}" type="presOf" srcId="{484C2998-1287-4791-A47D-B0B0268082C0}" destId="{9F590948-8AD9-4880-BBBE-D8AA8B61F8FA}" srcOrd="1" destOrd="0" presId="urn:microsoft.com/office/officeart/2005/8/layout/orgChart1"/>
    <dgm:cxn modelId="{648A4FDE-E594-4D7C-AF24-99089A8EE3ED}" srcId="{3810912B-E2B0-4E60-969D-DF083D312D4F}" destId="{F5A50066-7596-4C9A-821A-CD0C528D663A}" srcOrd="0" destOrd="0" parTransId="{44127FCF-91FC-4F50-B0FD-B05741D78EA5}" sibTransId="{FEFB4137-6572-47A0-BC8F-D7D8AC0B1A2B}"/>
    <dgm:cxn modelId="{B259C9E6-5DB5-4DB4-AB90-EB6234F5B171}" type="presOf" srcId="{A6BDDAEB-98AB-4C3E-B1DE-22931F098C42}" destId="{9733593D-42B0-4ACA-9C60-B52996DA3F9A}" srcOrd="0" destOrd="0" presId="urn:microsoft.com/office/officeart/2005/8/layout/orgChart1"/>
    <dgm:cxn modelId="{A5DA34EB-04C2-42D9-AC9D-2C856B3B869A}" srcId="{484C2998-1287-4791-A47D-B0B0268082C0}" destId="{D6E1F12A-28CD-4BAB-AB21-F7654D898C1B}" srcOrd="1" destOrd="0" parTransId="{6754A32B-4C11-4A15-A119-44C50ECCD4A1}" sibTransId="{C72333AA-1CFA-49C3-B34E-9CF5C2576183}"/>
    <dgm:cxn modelId="{4B3F86F0-93DC-429F-98DC-D292480B50BC}" type="presOf" srcId="{AE24EB7C-2815-4EE9-A990-B5897D055FA6}" destId="{3A584311-01F8-4077-8E02-0D03A14F9DBC}" srcOrd="0" destOrd="0" presId="urn:microsoft.com/office/officeart/2005/8/layout/orgChart1"/>
    <dgm:cxn modelId="{363CE2F2-860A-46E8-AC6E-0A5C528D423B}" type="presOf" srcId="{3810912B-E2B0-4E60-969D-DF083D312D4F}" destId="{5459D180-0787-48C3-A9C0-78B23E5E06CF}" srcOrd="1" destOrd="0" presId="urn:microsoft.com/office/officeart/2005/8/layout/orgChart1"/>
    <dgm:cxn modelId="{D5DA31F9-C8C3-45D2-BC1C-325B29737CB8}" type="presOf" srcId="{1AD87C57-F6DB-4861-808A-293739FBD34E}" destId="{D85203B8-BB24-471C-9B11-623F28E921CF}" srcOrd="1" destOrd="0" presId="urn:microsoft.com/office/officeart/2005/8/layout/orgChart1"/>
    <dgm:cxn modelId="{BAD923FD-C6D8-4FD8-A040-0E9D48518258}" srcId="{484C2998-1287-4791-A47D-B0B0268082C0}" destId="{7C6972CA-93E3-464F-B7AD-1E597BEBB061}" srcOrd="2" destOrd="0" parTransId="{AE24EB7C-2815-4EE9-A990-B5897D055FA6}" sibTransId="{44B2DCC7-0FFC-4147-942C-647FD2087C55}"/>
    <dgm:cxn modelId="{4A9FD345-7E6E-4DAA-8E08-47E171171305}" type="presParOf" srcId="{5D726180-E81E-4CF1-89D6-2F3EE9BEE387}" destId="{3B5195EF-EFBF-4297-944F-23364DCCE028}" srcOrd="0" destOrd="0" presId="urn:microsoft.com/office/officeart/2005/8/layout/orgChart1"/>
    <dgm:cxn modelId="{3A85A65E-5769-40ED-B2DE-ADF752B6C64C}" type="presParOf" srcId="{3B5195EF-EFBF-4297-944F-23364DCCE028}" destId="{58DD90D3-C9D8-460A-A5D4-68923EB8581E}" srcOrd="0" destOrd="0" presId="urn:microsoft.com/office/officeart/2005/8/layout/orgChart1"/>
    <dgm:cxn modelId="{0F5D9CAD-FCAA-4D0C-BE3E-950891ACD535}" type="presParOf" srcId="{58DD90D3-C9D8-460A-A5D4-68923EB8581E}" destId="{FCDA801E-9032-4331-BFE0-DD445C9F218A}" srcOrd="0" destOrd="0" presId="urn:microsoft.com/office/officeart/2005/8/layout/orgChart1"/>
    <dgm:cxn modelId="{2ED7EE50-BE8F-4BCA-8B41-992D6A06456B}" type="presParOf" srcId="{58DD90D3-C9D8-460A-A5D4-68923EB8581E}" destId="{9F590948-8AD9-4880-BBBE-D8AA8B61F8FA}" srcOrd="1" destOrd="0" presId="urn:microsoft.com/office/officeart/2005/8/layout/orgChart1"/>
    <dgm:cxn modelId="{6B673900-C975-4AD8-A7D0-E4BAE866E4B1}" type="presParOf" srcId="{3B5195EF-EFBF-4297-944F-23364DCCE028}" destId="{6ABEA86A-E035-4115-AB17-093FEB1A6E0B}" srcOrd="1" destOrd="0" presId="urn:microsoft.com/office/officeart/2005/8/layout/orgChart1"/>
    <dgm:cxn modelId="{65327EA8-D537-4B2E-9FF5-2B8210DFE41E}" type="presParOf" srcId="{6ABEA86A-E035-4115-AB17-093FEB1A6E0B}" destId="{D371936E-25A6-40AA-885D-D2AC9E7BAEBC}" srcOrd="0" destOrd="0" presId="urn:microsoft.com/office/officeart/2005/8/layout/orgChart1"/>
    <dgm:cxn modelId="{B2581C8C-EF56-43CA-A4EE-C7F4E0BD8D18}" type="presParOf" srcId="{6ABEA86A-E035-4115-AB17-093FEB1A6E0B}" destId="{04EE5FDA-0E3B-48DB-833D-DA1CFA412D7B}" srcOrd="1" destOrd="0" presId="urn:microsoft.com/office/officeart/2005/8/layout/orgChart1"/>
    <dgm:cxn modelId="{D2BC191C-05FA-4F4F-8B0C-A40A94BD45F8}" type="presParOf" srcId="{04EE5FDA-0E3B-48DB-833D-DA1CFA412D7B}" destId="{340EE4C6-086F-442F-BC6D-9974E0FD3538}" srcOrd="0" destOrd="0" presId="urn:microsoft.com/office/officeart/2005/8/layout/orgChart1"/>
    <dgm:cxn modelId="{875FF70F-5C8A-446A-A8FC-A6FCA92C1D84}" type="presParOf" srcId="{340EE4C6-086F-442F-BC6D-9974E0FD3538}" destId="{B19852FC-37C2-4F99-8E21-DE141783C190}" srcOrd="0" destOrd="0" presId="urn:microsoft.com/office/officeart/2005/8/layout/orgChart1"/>
    <dgm:cxn modelId="{B08A9CDA-F891-4562-8D4C-5F4E1203493C}" type="presParOf" srcId="{340EE4C6-086F-442F-BC6D-9974E0FD3538}" destId="{D17B5877-2E03-4108-A97F-93B53BDC6C6D}" srcOrd="1" destOrd="0" presId="urn:microsoft.com/office/officeart/2005/8/layout/orgChart1"/>
    <dgm:cxn modelId="{9783341E-6460-4938-9129-251C9047BD30}" type="presParOf" srcId="{04EE5FDA-0E3B-48DB-833D-DA1CFA412D7B}" destId="{1E4405F0-9637-4A4F-A6C3-514A89BA3263}" srcOrd="1" destOrd="0" presId="urn:microsoft.com/office/officeart/2005/8/layout/orgChart1"/>
    <dgm:cxn modelId="{3FE8B12B-3465-46B2-89A1-9410F40A4667}" type="presParOf" srcId="{04EE5FDA-0E3B-48DB-833D-DA1CFA412D7B}" destId="{17040F2A-55F5-4FB6-A348-046E4B23D34A}" srcOrd="2" destOrd="0" presId="urn:microsoft.com/office/officeart/2005/8/layout/orgChart1"/>
    <dgm:cxn modelId="{55ABF5C4-79DD-4F6B-AC24-BE626E2099EA}" type="presParOf" srcId="{6ABEA86A-E035-4115-AB17-093FEB1A6E0B}" destId="{D94E9538-5571-41A2-828F-1057A53E19A4}" srcOrd="2" destOrd="0" presId="urn:microsoft.com/office/officeart/2005/8/layout/orgChart1"/>
    <dgm:cxn modelId="{2D15BD76-71E5-4D23-9269-FF74A261B203}" type="presParOf" srcId="{6ABEA86A-E035-4115-AB17-093FEB1A6E0B}" destId="{E366A580-CA33-42A4-97A3-130D26EB29D7}" srcOrd="3" destOrd="0" presId="urn:microsoft.com/office/officeart/2005/8/layout/orgChart1"/>
    <dgm:cxn modelId="{71EB235B-1A6E-43BD-8D8C-B42982AB1156}" type="presParOf" srcId="{E366A580-CA33-42A4-97A3-130D26EB29D7}" destId="{3819CCFD-BC30-427E-B41E-4555779C3069}" srcOrd="0" destOrd="0" presId="urn:microsoft.com/office/officeart/2005/8/layout/orgChart1"/>
    <dgm:cxn modelId="{32EEC69B-16A5-42BE-A309-43F55F4C7E11}" type="presParOf" srcId="{3819CCFD-BC30-427E-B41E-4555779C3069}" destId="{FC30111A-7064-4523-A2FC-2DA8AAB299A0}" srcOrd="0" destOrd="0" presId="urn:microsoft.com/office/officeart/2005/8/layout/orgChart1"/>
    <dgm:cxn modelId="{F3715F98-5561-474B-8050-CC8E56EA40ED}" type="presParOf" srcId="{3819CCFD-BC30-427E-B41E-4555779C3069}" destId="{60A0A0BF-F910-4051-98D1-33F4D7F068FF}" srcOrd="1" destOrd="0" presId="urn:microsoft.com/office/officeart/2005/8/layout/orgChart1"/>
    <dgm:cxn modelId="{A59D7DD5-9E40-4348-85E4-3B9684AA82E5}" type="presParOf" srcId="{E366A580-CA33-42A4-97A3-130D26EB29D7}" destId="{BDD5E2D1-7CF8-4295-947F-E83327D134DD}" srcOrd="1" destOrd="0" presId="urn:microsoft.com/office/officeart/2005/8/layout/orgChart1"/>
    <dgm:cxn modelId="{D42E3E20-9A4D-4D26-8E31-2D68FE2FD43E}" type="presParOf" srcId="{E366A580-CA33-42A4-97A3-130D26EB29D7}" destId="{7CDC94A2-D838-4380-AC40-3B95FD782F0D}" srcOrd="2" destOrd="0" presId="urn:microsoft.com/office/officeart/2005/8/layout/orgChart1"/>
    <dgm:cxn modelId="{57CEEB9E-31E1-44A8-A0E1-7D6099D131ED}" type="presParOf" srcId="{6ABEA86A-E035-4115-AB17-093FEB1A6E0B}" destId="{3A584311-01F8-4077-8E02-0D03A14F9DBC}" srcOrd="4" destOrd="0" presId="urn:microsoft.com/office/officeart/2005/8/layout/orgChart1"/>
    <dgm:cxn modelId="{AD878E96-E7E7-4292-88FF-2E0A9D3D0D56}" type="presParOf" srcId="{6ABEA86A-E035-4115-AB17-093FEB1A6E0B}" destId="{BAE9E244-DE1E-47AB-A355-48B036A42E3A}" srcOrd="5" destOrd="0" presId="urn:microsoft.com/office/officeart/2005/8/layout/orgChart1"/>
    <dgm:cxn modelId="{102E3BB8-8DF5-440A-864B-20B0852618E5}" type="presParOf" srcId="{BAE9E244-DE1E-47AB-A355-48B036A42E3A}" destId="{37B8B040-3F51-42F4-B46C-422F72833836}" srcOrd="0" destOrd="0" presId="urn:microsoft.com/office/officeart/2005/8/layout/orgChart1"/>
    <dgm:cxn modelId="{EFCB7C07-9B9B-41A4-ADF2-5F7D95275F3C}" type="presParOf" srcId="{37B8B040-3F51-42F4-B46C-422F72833836}" destId="{11831776-98C0-4E50-92E0-353DD9EB26BA}" srcOrd="0" destOrd="0" presId="urn:microsoft.com/office/officeart/2005/8/layout/orgChart1"/>
    <dgm:cxn modelId="{890F0FFD-8894-4D20-816F-E6748D00A5B9}" type="presParOf" srcId="{37B8B040-3F51-42F4-B46C-422F72833836}" destId="{BA8246D8-3A4C-4BFF-AD06-5F3E2C832086}" srcOrd="1" destOrd="0" presId="urn:microsoft.com/office/officeart/2005/8/layout/orgChart1"/>
    <dgm:cxn modelId="{B9E46F40-E79C-4D25-858F-3D1B37920625}" type="presParOf" srcId="{BAE9E244-DE1E-47AB-A355-48B036A42E3A}" destId="{BF3B36E0-D2C3-445A-B574-487F4FE6391E}" srcOrd="1" destOrd="0" presId="urn:microsoft.com/office/officeart/2005/8/layout/orgChart1"/>
    <dgm:cxn modelId="{6952AC7F-BE46-46F9-B735-C13C5C179F7A}" type="presParOf" srcId="{BAE9E244-DE1E-47AB-A355-48B036A42E3A}" destId="{7A5AEC27-20D6-4B52-8752-98B7C8530781}" srcOrd="2" destOrd="0" presId="urn:microsoft.com/office/officeart/2005/8/layout/orgChart1"/>
    <dgm:cxn modelId="{8AB61738-95C0-4185-89AA-42CAEEFEC53B}" type="presParOf" srcId="{6ABEA86A-E035-4115-AB17-093FEB1A6E0B}" destId="{050BB888-5469-4BEC-9306-B08444D76843}" srcOrd="6" destOrd="0" presId="urn:microsoft.com/office/officeart/2005/8/layout/orgChart1"/>
    <dgm:cxn modelId="{DEDDCCC0-5D90-4D8C-A833-5CE690B959D3}" type="presParOf" srcId="{6ABEA86A-E035-4115-AB17-093FEB1A6E0B}" destId="{D3C27890-03BF-4BA6-BA8A-99FC6A0A210E}" srcOrd="7" destOrd="0" presId="urn:microsoft.com/office/officeart/2005/8/layout/orgChart1"/>
    <dgm:cxn modelId="{AC404305-AC5A-4CF1-87EA-D5EBCE91FC89}" type="presParOf" srcId="{D3C27890-03BF-4BA6-BA8A-99FC6A0A210E}" destId="{1CC93217-97D4-492E-B91B-0AD386683353}" srcOrd="0" destOrd="0" presId="urn:microsoft.com/office/officeart/2005/8/layout/orgChart1"/>
    <dgm:cxn modelId="{7DE482CC-2EFB-456F-AF2E-F7E4468E2593}" type="presParOf" srcId="{1CC93217-97D4-492E-B91B-0AD386683353}" destId="{75D35EE3-6661-4777-ACE3-F4787C1F48BB}" srcOrd="0" destOrd="0" presId="urn:microsoft.com/office/officeart/2005/8/layout/orgChart1"/>
    <dgm:cxn modelId="{5DC8EA57-6161-4E47-8E8F-17EE0CAA72F0}" type="presParOf" srcId="{1CC93217-97D4-492E-B91B-0AD386683353}" destId="{D85203B8-BB24-471C-9B11-623F28E921CF}" srcOrd="1" destOrd="0" presId="urn:microsoft.com/office/officeart/2005/8/layout/orgChart1"/>
    <dgm:cxn modelId="{5AB230D0-67E6-47E8-81F8-C8266324B98C}" type="presParOf" srcId="{D3C27890-03BF-4BA6-BA8A-99FC6A0A210E}" destId="{C0BD7CA5-48B3-43DC-9A0F-F10FB61BBBD7}" srcOrd="1" destOrd="0" presId="urn:microsoft.com/office/officeart/2005/8/layout/orgChart1"/>
    <dgm:cxn modelId="{5386910E-D608-4C3D-9B3B-588F6129B960}" type="presParOf" srcId="{D3C27890-03BF-4BA6-BA8A-99FC6A0A210E}" destId="{1B172C2F-82DE-41E5-9A45-856B47A4CDBA}" srcOrd="2" destOrd="0" presId="urn:microsoft.com/office/officeart/2005/8/layout/orgChart1"/>
    <dgm:cxn modelId="{CFBF8D5F-59C6-44A1-8C62-CD3796D31DD4}" type="presParOf" srcId="{3B5195EF-EFBF-4297-944F-23364DCCE028}" destId="{F8DC0449-F5B5-4742-909C-2DF0F0F34DEA}" srcOrd="2" destOrd="0" presId="urn:microsoft.com/office/officeart/2005/8/layout/orgChart1"/>
    <dgm:cxn modelId="{01841B2E-284B-4F09-805F-A63D33642FB7}" type="presParOf" srcId="{5D726180-E81E-4CF1-89D6-2F3EE9BEE387}" destId="{B2231F1B-B4DF-4BAE-9009-F181779DC7AE}" srcOrd="1" destOrd="0" presId="urn:microsoft.com/office/officeart/2005/8/layout/orgChart1"/>
    <dgm:cxn modelId="{41EC647C-01BE-4286-B502-9A02541E73EA}" type="presParOf" srcId="{B2231F1B-B4DF-4BAE-9009-F181779DC7AE}" destId="{40E22086-5579-4B59-A36C-729EF4FCF279}" srcOrd="0" destOrd="0" presId="urn:microsoft.com/office/officeart/2005/8/layout/orgChart1"/>
    <dgm:cxn modelId="{E5A2A5E0-2FFA-4080-B5D6-490B7BA3FC31}" type="presParOf" srcId="{40E22086-5579-4B59-A36C-729EF4FCF279}" destId="{5A6D9A22-1C9E-4504-8603-F90BA79D77C0}" srcOrd="0" destOrd="0" presId="urn:microsoft.com/office/officeart/2005/8/layout/orgChart1"/>
    <dgm:cxn modelId="{52A5C0C2-3061-439B-843B-3CA0DE8D0C3B}" type="presParOf" srcId="{40E22086-5579-4B59-A36C-729EF4FCF279}" destId="{5459D180-0787-48C3-A9C0-78B23E5E06CF}" srcOrd="1" destOrd="0" presId="urn:microsoft.com/office/officeart/2005/8/layout/orgChart1"/>
    <dgm:cxn modelId="{ECEBB0BE-F6E9-4152-A897-95C9BD6BBE6B}" type="presParOf" srcId="{B2231F1B-B4DF-4BAE-9009-F181779DC7AE}" destId="{1371C614-CE12-4E7B-A11D-C5F15340099C}" srcOrd="1" destOrd="0" presId="urn:microsoft.com/office/officeart/2005/8/layout/orgChart1"/>
    <dgm:cxn modelId="{BDDB1192-21EC-4D81-B991-6B9EC33CA2D1}" type="presParOf" srcId="{1371C614-CE12-4E7B-A11D-C5F15340099C}" destId="{06B920AD-1449-440C-8819-C1EC3DC9874D}" srcOrd="0" destOrd="0" presId="urn:microsoft.com/office/officeart/2005/8/layout/orgChart1"/>
    <dgm:cxn modelId="{D0D0E6CC-8A6F-4A78-811A-39BAB18CEDBC}" type="presParOf" srcId="{1371C614-CE12-4E7B-A11D-C5F15340099C}" destId="{FDE76350-E30D-4679-BA1B-457C290238E8}" srcOrd="1" destOrd="0" presId="urn:microsoft.com/office/officeart/2005/8/layout/orgChart1"/>
    <dgm:cxn modelId="{F3B89304-8E56-4A6F-A4CD-B88F981962E9}" type="presParOf" srcId="{FDE76350-E30D-4679-BA1B-457C290238E8}" destId="{18BBE641-D4FF-488A-B074-2513C2868B6C}" srcOrd="0" destOrd="0" presId="urn:microsoft.com/office/officeart/2005/8/layout/orgChart1"/>
    <dgm:cxn modelId="{46CE00F0-548F-44DA-9042-FF95E0ACB67F}" type="presParOf" srcId="{18BBE641-D4FF-488A-B074-2513C2868B6C}" destId="{A96CD886-F5FA-4D76-9CF9-C2D9AD2CB18E}" srcOrd="0" destOrd="0" presId="urn:microsoft.com/office/officeart/2005/8/layout/orgChart1"/>
    <dgm:cxn modelId="{D64984E2-9F70-43C4-946B-996C35B32553}" type="presParOf" srcId="{18BBE641-D4FF-488A-B074-2513C2868B6C}" destId="{FC815E28-643F-4E7A-BDF0-96A2E372F4E3}" srcOrd="1" destOrd="0" presId="urn:microsoft.com/office/officeart/2005/8/layout/orgChart1"/>
    <dgm:cxn modelId="{AB1B9A56-0876-4AC8-B193-1A10030AD926}" type="presParOf" srcId="{FDE76350-E30D-4679-BA1B-457C290238E8}" destId="{CCB32F75-4722-4F4B-8115-2B05E670F8E3}" srcOrd="1" destOrd="0" presId="urn:microsoft.com/office/officeart/2005/8/layout/orgChart1"/>
    <dgm:cxn modelId="{CBCC4280-132C-4E7D-A7BC-CA16B75D4361}" type="presParOf" srcId="{FDE76350-E30D-4679-BA1B-457C290238E8}" destId="{2FBCCEE7-2206-43F0-AFA4-DC5FD2F71B7D}" srcOrd="2" destOrd="0" presId="urn:microsoft.com/office/officeart/2005/8/layout/orgChart1"/>
    <dgm:cxn modelId="{3495E125-E2D0-47A9-AA9D-2F7E176CEAC4}" type="presParOf" srcId="{1371C614-CE12-4E7B-A11D-C5F15340099C}" destId="{9D285624-7909-42C4-AD08-4353BFDAE164}" srcOrd="2" destOrd="0" presId="urn:microsoft.com/office/officeart/2005/8/layout/orgChart1"/>
    <dgm:cxn modelId="{62728F12-ACC6-4DF9-BDF1-A0CD1351AF69}" type="presParOf" srcId="{1371C614-CE12-4E7B-A11D-C5F15340099C}" destId="{F3102C46-1EE0-4F65-8073-12F527E8375B}" srcOrd="3" destOrd="0" presId="urn:microsoft.com/office/officeart/2005/8/layout/orgChart1"/>
    <dgm:cxn modelId="{C855D4C3-FE0F-4C69-9F31-0857B8A2BC49}" type="presParOf" srcId="{F3102C46-1EE0-4F65-8073-12F527E8375B}" destId="{D8E9E971-48B4-4105-A54E-8E45368BC51D}" srcOrd="0" destOrd="0" presId="urn:microsoft.com/office/officeart/2005/8/layout/orgChart1"/>
    <dgm:cxn modelId="{BAE74E24-C181-40BE-8147-5453CE7A7D1E}" type="presParOf" srcId="{D8E9E971-48B4-4105-A54E-8E45368BC51D}" destId="{FB7FE644-BE4C-41B5-A950-67639908E44C}" srcOrd="0" destOrd="0" presId="urn:microsoft.com/office/officeart/2005/8/layout/orgChart1"/>
    <dgm:cxn modelId="{CE8E8865-216D-4E37-A3D4-DA696AAE2546}" type="presParOf" srcId="{D8E9E971-48B4-4105-A54E-8E45368BC51D}" destId="{925707DD-9301-4341-B53A-8CAE28331573}" srcOrd="1" destOrd="0" presId="urn:microsoft.com/office/officeart/2005/8/layout/orgChart1"/>
    <dgm:cxn modelId="{98C60D9D-7353-4F4B-8993-01464C8403C0}" type="presParOf" srcId="{F3102C46-1EE0-4F65-8073-12F527E8375B}" destId="{8A880802-3F71-4584-AD83-109AD7CA57D9}" srcOrd="1" destOrd="0" presId="urn:microsoft.com/office/officeart/2005/8/layout/orgChart1"/>
    <dgm:cxn modelId="{CC7B06A7-A635-4D19-A2B8-FBA2C7744CDF}" type="presParOf" srcId="{F3102C46-1EE0-4F65-8073-12F527E8375B}" destId="{8D37CFC7-EA10-4C14-9648-F246FFDB409A}" srcOrd="2" destOrd="0" presId="urn:microsoft.com/office/officeart/2005/8/layout/orgChart1"/>
    <dgm:cxn modelId="{CBAD5C73-2ECE-4BDD-A095-B5DDF9ABB380}" type="presParOf" srcId="{1371C614-CE12-4E7B-A11D-C5F15340099C}" destId="{9733593D-42B0-4ACA-9C60-B52996DA3F9A}" srcOrd="4" destOrd="0" presId="urn:microsoft.com/office/officeart/2005/8/layout/orgChart1"/>
    <dgm:cxn modelId="{62FD5FBE-60A5-41E3-8EA8-1991AACC4240}" type="presParOf" srcId="{1371C614-CE12-4E7B-A11D-C5F15340099C}" destId="{859F2894-BB11-4532-BBF1-12C0FFF4186B}" srcOrd="5" destOrd="0" presId="urn:microsoft.com/office/officeart/2005/8/layout/orgChart1"/>
    <dgm:cxn modelId="{7F574597-5D6D-45E2-9568-3E1E11E15E5B}" type="presParOf" srcId="{859F2894-BB11-4532-BBF1-12C0FFF4186B}" destId="{464FCEF3-9DF7-489C-9E3B-8F8CF5CC76B4}" srcOrd="0" destOrd="0" presId="urn:microsoft.com/office/officeart/2005/8/layout/orgChart1"/>
    <dgm:cxn modelId="{A563DB81-F5EE-4059-B2DA-4079F31AF34E}" type="presParOf" srcId="{464FCEF3-9DF7-489C-9E3B-8F8CF5CC76B4}" destId="{B496C60C-BF22-4E58-82CB-4086EB563462}" srcOrd="0" destOrd="0" presId="urn:microsoft.com/office/officeart/2005/8/layout/orgChart1"/>
    <dgm:cxn modelId="{F5578A43-E3A6-4AFD-9D51-DDB945B72DF9}" type="presParOf" srcId="{464FCEF3-9DF7-489C-9E3B-8F8CF5CC76B4}" destId="{55B9869E-84D1-4ED8-BCE3-48E6FF56160C}" srcOrd="1" destOrd="0" presId="urn:microsoft.com/office/officeart/2005/8/layout/orgChart1"/>
    <dgm:cxn modelId="{A3004437-CD5F-4CFA-9F65-9952B55FD472}" type="presParOf" srcId="{859F2894-BB11-4532-BBF1-12C0FFF4186B}" destId="{E38A80A0-044E-4103-92A1-242D2EAC8CDF}" srcOrd="1" destOrd="0" presId="urn:microsoft.com/office/officeart/2005/8/layout/orgChart1"/>
    <dgm:cxn modelId="{77F4F6CF-89C1-49D1-B9B6-370F1FEF32CC}" type="presParOf" srcId="{859F2894-BB11-4532-BBF1-12C0FFF4186B}" destId="{C3ACBF38-65B2-436D-9C2A-0429FFF7E0D9}" srcOrd="2" destOrd="0" presId="urn:microsoft.com/office/officeart/2005/8/layout/orgChart1"/>
    <dgm:cxn modelId="{B65D85F4-343C-41DC-BDAA-523A004E8878}" type="presParOf" srcId="{1371C614-CE12-4E7B-A11D-C5F15340099C}" destId="{904634A1-14B5-4764-A480-7B33CA5970A9}" srcOrd="6" destOrd="0" presId="urn:microsoft.com/office/officeart/2005/8/layout/orgChart1"/>
    <dgm:cxn modelId="{B30888D3-850D-45C7-89D3-4177314D2BE9}" type="presParOf" srcId="{1371C614-CE12-4E7B-A11D-C5F15340099C}" destId="{7A6E445A-4928-4B28-A751-818259EF040E}" srcOrd="7" destOrd="0" presId="urn:microsoft.com/office/officeart/2005/8/layout/orgChart1"/>
    <dgm:cxn modelId="{6FE0FD79-A4E3-4B8B-9A40-FB6F692C0B57}" type="presParOf" srcId="{7A6E445A-4928-4B28-A751-818259EF040E}" destId="{1C9824F1-C1A0-4BE6-AF17-BFFB74314DF6}" srcOrd="0" destOrd="0" presId="urn:microsoft.com/office/officeart/2005/8/layout/orgChart1"/>
    <dgm:cxn modelId="{B75CA7D9-1708-44F9-B2CB-364DA0C7D4F3}" type="presParOf" srcId="{1C9824F1-C1A0-4BE6-AF17-BFFB74314DF6}" destId="{B4A8F663-9D1D-40C6-9EAF-A1B8E73E9B9C}" srcOrd="0" destOrd="0" presId="urn:microsoft.com/office/officeart/2005/8/layout/orgChart1"/>
    <dgm:cxn modelId="{87D9351E-066A-44F4-8A22-3CDC6F972F14}" type="presParOf" srcId="{1C9824F1-C1A0-4BE6-AF17-BFFB74314DF6}" destId="{6AD1E6D3-0E55-48B5-A0F4-43F39A275779}" srcOrd="1" destOrd="0" presId="urn:microsoft.com/office/officeart/2005/8/layout/orgChart1"/>
    <dgm:cxn modelId="{FB3BB42A-BF50-4208-A53C-FB3C6477D154}" type="presParOf" srcId="{7A6E445A-4928-4B28-A751-818259EF040E}" destId="{178A0414-68F1-4A1A-9491-38BABDA293C1}" srcOrd="1" destOrd="0" presId="urn:microsoft.com/office/officeart/2005/8/layout/orgChart1"/>
    <dgm:cxn modelId="{D30DD159-E475-4517-BD71-4553E59F487E}" type="presParOf" srcId="{7A6E445A-4928-4B28-A751-818259EF040E}" destId="{D0BFCFFF-1CF4-49C9-BC31-4AF6C4A21E18}" srcOrd="2" destOrd="0" presId="urn:microsoft.com/office/officeart/2005/8/layout/orgChart1"/>
    <dgm:cxn modelId="{C4DEFC54-3ED3-4267-94E2-28BFFBBE8A3A}" type="presParOf" srcId="{1371C614-CE12-4E7B-A11D-C5F15340099C}" destId="{FADD13FF-621E-49B6-B8A9-51DDA6ECD321}" srcOrd="8" destOrd="0" presId="urn:microsoft.com/office/officeart/2005/8/layout/orgChart1"/>
    <dgm:cxn modelId="{45D9E2E0-2124-4AE9-AE3C-D12AF2A763BA}" type="presParOf" srcId="{1371C614-CE12-4E7B-A11D-C5F15340099C}" destId="{B79B453D-0C0F-4AD5-B528-751250A8CBA9}" srcOrd="9" destOrd="0" presId="urn:microsoft.com/office/officeart/2005/8/layout/orgChart1"/>
    <dgm:cxn modelId="{4937E796-0210-4CDD-84D1-656A8DC0F203}" type="presParOf" srcId="{B79B453D-0C0F-4AD5-B528-751250A8CBA9}" destId="{B4F6E1F5-DFEA-4A77-BF66-4D3C7DA944F2}" srcOrd="0" destOrd="0" presId="urn:microsoft.com/office/officeart/2005/8/layout/orgChart1"/>
    <dgm:cxn modelId="{8FE63424-EEB8-4FB7-802B-4BC1089F6A4D}" type="presParOf" srcId="{B4F6E1F5-DFEA-4A77-BF66-4D3C7DA944F2}" destId="{CC09C226-0D8A-453F-8EFD-BC13740D66F5}" srcOrd="0" destOrd="0" presId="urn:microsoft.com/office/officeart/2005/8/layout/orgChart1"/>
    <dgm:cxn modelId="{1708834A-8BC7-4733-B11A-1D1523C6068A}" type="presParOf" srcId="{B4F6E1F5-DFEA-4A77-BF66-4D3C7DA944F2}" destId="{BAC19EA8-9643-45CD-BF25-0AECCAB029FE}" srcOrd="1" destOrd="0" presId="urn:microsoft.com/office/officeart/2005/8/layout/orgChart1"/>
    <dgm:cxn modelId="{82D2F43A-D23C-4F4F-8301-FAB84945BE7B}" type="presParOf" srcId="{B79B453D-0C0F-4AD5-B528-751250A8CBA9}" destId="{1D276631-E729-48E4-A592-0C89F417C003}" srcOrd="1" destOrd="0" presId="urn:microsoft.com/office/officeart/2005/8/layout/orgChart1"/>
    <dgm:cxn modelId="{3AA52D78-F887-4D31-A388-693A2718440B}" type="presParOf" srcId="{B79B453D-0C0F-4AD5-B528-751250A8CBA9}" destId="{B1C4AC29-F815-4204-A4DE-A364B9E63D25}" srcOrd="2" destOrd="0" presId="urn:microsoft.com/office/officeart/2005/8/layout/orgChart1"/>
    <dgm:cxn modelId="{7A7BFC20-9568-4D81-A086-F79ED2E52DC8}" type="presParOf" srcId="{1371C614-CE12-4E7B-A11D-C5F15340099C}" destId="{159F2E9A-5839-4C17-870D-831C20B77FD9}" srcOrd="10" destOrd="0" presId="urn:microsoft.com/office/officeart/2005/8/layout/orgChart1"/>
    <dgm:cxn modelId="{3DDFFEB4-8D97-440F-AFA3-FB2F1C7DE4E2}" type="presParOf" srcId="{1371C614-CE12-4E7B-A11D-C5F15340099C}" destId="{5BC39551-57ED-4BDF-B666-80CDA352E4A2}" srcOrd="11" destOrd="0" presId="urn:microsoft.com/office/officeart/2005/8/layout/orgChart1"/>
    <dgm:cxn modelId="{A6AC5084-CAC2-4B10-BAA9-EBB740DB2196}" type="presParOf" srcId="{5BC39551-57ED-4BDF-B666-80CDA352E4A2}" destId="{D4D40D1C-5789-4388-9483-0A4B505503E4}" srcOrd="0" destOrd="0" presId="urn:microsoft.com/office/officeart/2005/8/layout/orgChart1"/>
    <dgm:cxn modelId="{92A4EA89-BED9-4212-A8C8-995BE6AC86C7}" type="presParOf" srcId="{D4D40D1C-5789-4388-9483-0A4B505503E4}" destId="{DB3FA815-B65C-45D6-B1CF-09FC462DEA3E}" srcOrd="0" destOrd="0" presId="urn:microsoft.com/office/officeart/2005/8/layout/orgChart1"/>
    <dgm:cxn modelId="{4D1853DE-6868-4047-ACED-82F9AC78B1D8}" type="presParOf" srcId="{D4D40D1C-5789-4388-9483-0A4B505503E4}" destId="{585B00B6-C1F6-41EA-954B-658B915862CB}" srcOrd="1" destOrd="0" presId="urn:microsoft.com/office/officeart/2005/8/layout/orgChart1"/>
    <dgm:cxn modelId="{34BD5ECA-0571-4D18-A997-16BD2D246974}" type="presParOf" srcId="{5BC39551-57ED-4BDF-B666-80CDA352E4A2}" destId="{2163FBF7-28A6-4D5C-8501-6CAD0CADE1CF}" srcOrd="1" destOrd="0" presId="urn:microsoft.com/office/officeart/2005/8/layout/orgChart1"/>
    <dgm:cxn modelId="{81EC0DE3-144B-45A8-90E9-1AEC26F4A608}" type="presParOf" srcId="{5BC39551-57ED-4BDF-B666-80CDA352E4A2}" destId="{34A281E8-CFEC-47C5-A528-0CB606E704C6}" srcOrd="2" destOrd="0" presId="urn:microsoft.com/office/officeart/2005/8/layout/orgChart1"/>
    <dgm:cxn modelId="{E8364F3A-8E27-416B-8CF9-BCE4FF7E179C}" type="presParOf" srcId="{B2231F1B-B4DF-4BAE-9009-F181779DC7AE}" destId="{CF92558C-8091-45E1-B60B-CE7EF3BA0D0D}"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9FC0380F-66B2-4639-ADB7-EC2221CEDF4C}">
      <dgm:prSet phldrT="[Text]"/>
      <dgm:spPr/>
      <dgm:t>
        <a:bodyPr/>
        <a:lstStyle/>
        <a:p>
          <a:r>
            <a:rPr lang="bn-IN" dirty="0"/>
            <a:t>আমেরিকান শ্রেণী</a:t>
          </a:r>
          <a:endParaRPr lang="en-US" dirty="0"/>
        </a:p>
      </dgm:t>
    </dgm:pt>
    <dgm:pt modelId="{06EF3AE0-8F2D-4A51-888E-80F52EAC573C}" type="parTrans" cxnId="{F576F63D-66DF-4D65-BAA8-4457DE826F2C}">
      <dgm:prSet/>
      <dgm:spPr/>
      <dgm:t>
        <a:bodyPr/>
        <a:lstStyle/>
        <a:p>
          <a:endParaRPr lang="en-US"/>
        </a:p>
      </dgm:t>
    </dgm:pt>
    <dgm:pt modelId="{5CEEE8B7-9DB8-4B1C-B906-2D856F5C433C}" type="sibTrans" cxnId="{F576F63D-66DF-4D65-BAA8-4457DE826F2C}">
      <dgm:prSet/>
      <dgm:spPr/>
      <dgm:t>
        <a:bodyPr/>
        <a:lstStyle/>
        <a:p>
          <a:endParaRPr lang="en-US"/>
        </a:p>
      </dgm:t>
    </dgm:pt>
    <dgm:pt modelId="{909CFD97-2A90-4A24-8897-4D2525208B6F}">
      <dgm:prSet phldrT="[Text]"/>
      <dgm:spPr/>
      <dgm:t>
        <a:bodyPr/>
        <a:lstStyle/>
        <a:p>
          <a:r>
            <a:rPr lang="bn-IN" dirty="0"/>
            <a:t>ভূমধ্যসাগরীয় শ্রেণী</a:t>
          </a:r>
          <a:endParaRPr lang="en-US" dirty="0"/>
        </a:p>
      </dgm:t>
    </dgm:pt>
    <dgm:pt modelId="{963CF87D-669C-4C76-BE7B-DFD5F493862F}" type="parTrans" cxnId="{5EA2FA77-95E8-4A11-BE5B-165EB487120D}">
      <dgm:prSet/>
      <dgm:spPr/>
      <dgm:t>
        <a:bodyPr/>
        <a:lstStyle/>
        <a:p>
          <a:endParaRPr lang="en-US"/>
        </a:p>
      </dgm:t>
    </dgm:pt>
    <dgm:pt modelId="{B3E495A8-935A-4CA3-A259-3A994826EFB7}" type="sibTrans" cxnId="{5EA2FA77-95E8-4A11-BE5B-165EB487120D}">
      <dgm:prSet/>
      <dgm:spPr/>
      <dgm:t>
        <a:bodyPr/>
        <a:lstStyle/>
        <a:p>
          <a:endParaRPr lang="en-US"/>
        </a:p>
      </dgm:t>
    </dgm:pt>
    <dgm:pt modelId="{A1BE64ED-9C90-4696-ADEF-68884FD858BA}">
      <dgm:prSet phldrT="[Text]"/>
      <dgm:spPr/>
      <dgm:t>
        <a:bodyPr/>
        <a:lstStyle/>
        <a:p>
          <a:r>
            <a:rPr lang="bn-IN" dirty="0"/>
            <a:t>ইংলিশ শ্রেণী</a:t>
          </a:r>
          <a:endParaRPr lang="en-US" dirty="0"/>
        </a:p>
      </dgm:t>
    </dgm:pt>
    <dgm:pt modelId="{19DF06DB-3BF4-4484-8CA8-AD3D598B59FC}" type="parTrans" cxnId="{FAFB34B2-20EB-423F-928A-84D2FE07A7D4}">
      <dgm:prSet/>
      <dgm:spPr/>
      <dgm:t>
        <a:bodyPr/>
        <a:lstStyle/>
        <a:p>
          <a:endParaRPr lang="en-US"/>
        </a:p>
      </dgm:t>
    </dgm:pt>
    <dgm:pt modelId="{8B7F0804-DB34-482A-A1AD-0F9C5FDDB71A}" type="sibTrans" cxnId="{FAFB34B2-20EB-423F-928A-84D2FE07A7D4}">
      <dgm:prSet/>
      <dgm:spPr/>
      <dgm:t>
        <a:bodyPr/>
        <a:lstStyle/>
        <a:p>
          <a:endParaRPr lang="en-US"/>
        </a:p>
      </dgm:t>
    </dgm:pt>
    <dgm:pt modelId="{5C99F8B0-FE26-44B9-8183-D2C829A4AE8C}">
      <dgm:prSet phldrT="[Text]"/>
      <dgm:spPr/>
      <dgm:t>
        <a:bodyPr/>
        <a:lstStyle/>
        <a:p>
          <a:r>
            <a:rPr lang="bn-IN" dirty="0"/>
            <a:t>রোড আইল্যান্ড রেড</a:t>
          </a:r>
          <a:endParaRPr lang="en-US" dirty="0"/>
        </a:p>
      </dgm:t>
    </dgm:pt>
    <dgm:pt modelId="{AE158E4A-F280-4FEE-ADEE-AF043B401EFA}" type="parTrans" cxnId="{B0EADEEA-59D2-454C-BB12-67BD943E27CC}">
      <dgm:prSet/>
      <dgm:spPr/>
      <dgm:t>
        <a:bodyPr/>
        <a:lstStyle/>
        <a:p>
          <a:endParaRPr lang="en-US"/>
        </a:p>
      </dgm:t>
    </dgm:pt>
    <dgm:pt modelId="{65788E76-0F33-4BA3-9721-D6CDF4A92EE5}" type="sibTrans" cxnId="{B0EADEEA-59D2-454C-BB12-67BD943E27CC}">
      <dgm:prSet/>
      <dgm:spPr/>
      <dgm:t>
        <a:bodyPr/>
        <a:lstStyle/>
        <a:p>
          <a:endParaRPr lang="en-US"/>
        </a:p>
      </dgm:t>
    </dgm:pt>
    <dgm:pt modelId="{C26087D1-FA3C-472A-9DA3-52EDEC125D89}">
      <dgm:prSet phldrT="[Text]"/>
      <dgm:spPr/>
      <dgm:t>
        <a:bodyPr/>
        <a:lstStyle/>
        <a:p>
          <a:r>
            <a:rPr lang="bn-IN" dirty="0"/>
            <a:t>নিউ হ্যাম্পশায়ার</a:t>
          </a:r>
          <a:endParaRPr lang="en-US" dirty="0"/>
        </a:p>
      </dgm:t>
    </dgm:pt>
    <dgm:pt modelId="{C92E5DA7-047B-4E6F-A0F5-55E80934BA89}" type="parTrans" cxnId="{1F759AC6-D027-4E42-9865-0260FDE41309}">
      <dgm:prSet/>
      <dgm:spPr/>
      <dgm:t>
        <a:bodyPr/>
        <a:lstStyle/>
        <a:p>
          <a:endParaRPr lang="en-US"/>
        </a:p>
      </dgm:t>
    </dgm:pt>
    <dgm:pt modelId="{FFFF685B-E901-4A57-A33C-EA34C6EA4ACF}" type="sibTrans" cxnId="{1F759AC6-D027-4E42-9865-0260FDE41309}">
      <dgm:prSet/>
      <dgm:spPr/>
      <dgm:t>
        <a:bodyPr/>
        <a:lstStyle/>
        <a:p>
          <a:endParaRPr lang="en-US"/>
        </a:p>
      </dgm:t>
    </dgm:pt>
    <dgm:pt modelId="{C2C487F6-BD7D-4845-AD7D-488D64EAABE9}">
      <dgm:prSet phldrT="[Text]"/>
      <dgm:spPr/>
      <dgm:t>
        <a:bodyPr/>
        <a:lstStyle/>
        <a:p>
          <a:r>
            <a:rPr lang="bn-IN" dirty="0"/>
            <a:t>এশীয় শ্রেণী</a:t>
          </a:r>
          <a:endParaRPr lang="en-US" dirty="0"/>
        </a:p>
      </dgm:t>
    </dgm:pt>
    <dgm:pt modelId="{7502F724-9DE5-4AE7-BCA6-E2E0D4777B7A}" type="parTrans" cxnId="{BC21245A-5712-41E9-9965-807433F8E158}">
      <dgm:prSet/>
      <dgm:spPr/>
      <dgm:t>
        <a:bodyPr/>
        <a:lstStyle/>
        <a:p>
          <a:endParaRPr lang="en-US"/>
        </a:p>
      </dgm:t>
    </dgm:pt>
    <dgm:pt modelId="{1BD0220D-C052-488A-8455-0FF183E36F9E}" type="sibTrans" cxnId="{BC21245A-5712-41E9-9965-807433F8E158}">
      <dgm:prSet/>
      <dgm:spPr/>
      <dgm:t>
        <a:bodyPr/>
        <a:lstStyle/>
        <a:p>
          <a:endParaRPr lang="en-US"/>
        </a:p>
      </dgm:t>
    </dgm:pt>
    <dgm:pt modelId="{E033805F-5982-4547-B94E-F27CEDE9ACD4}">
      <dgm:prSet phldrT="[Text]"/>
      <dgm:spPr/>
      <dgm:t>
        <a:bodyPr/>
        <a:lstStyle/>
        <a:p>
          <a:r>
            <a:rPr lang="bn-IN" dirty="0"/>
            <a:t>লেগহর্ণ</a:t>
          </a:r>
          <a:endParaRPr lang="en-US" dirty="0"/>
        </a:p>
      </dgm:t>
    </dgm:pt>
    <dgm:pt modelId="{072FE05A-0655-41FB-B472-213C8744C389}" type="parTrans" cxnId="{44300AF5-6D46-4A37-B761-5A8E206C93B2}">
      <dgm:prSet/>
      <dgm:spPr/>
      <dgm:t>
        <a:bodyPr/>
        <a:lstStyle/>
        <a:p>
          <a:endParaRPr lang="en-US"/>
        </a:p>
      </dgm:t>
    </dgm:pt>
    <dgm:pt modelId="{33ED781B-B8BA-4132-A5CA-4661F7527F1F}" type="sibTrans" cxnId="{44300AF5-6D46-4A37-B761-5A8E206C93B2}">
      <dgm:prSet/>
      <dgm:spPr/>
      <dgm:t>
        <a:bodyPr/>
        <a:lstStyle/>
        <a:p>
          <a:endParaRPr lang="en-US"/>
        </a:p>
      </dgm:t>
    </dgm:pt>
    <dgm:pt modelId="{85FE0B03-CE22-4AC1-B625-E87ED5D6B8E6}">
      <dgm:prSet phldrT="[Text]"/>
      <dgm:spPr/>
      <dgm:t>
        <a:bodyPr/>
        <a:lstStyle/>
        <a:p>
          <a:r>
            <a:rPr lang="bn-IN" dirty="0"/>
            <a:t>ফাউমি</a:t>
          </a:r>
          <a:endParaRPr lang="en-US" dirty="0"/>
        </a:p>
      </dgm:t>
    </dgm:pt>
    <dgm:pt modelId="{42A1F195-56F6-4B1D-A20E-C1BC9745DF38}" type="parTrans" cxnId="{CA836135-7F11-4274-9011-46A6F4158943}">
      <dgm:prSet/>
      <dgm:spPr/>
      <dgm:t>
        <a:bodyPr/>
        <a:lstStyle/>
        <a:p>
          <a:endParaRPr lang="en-US"/>
        </a:p>
      </dgm:t>
    </dgm:pt>
    <dgm:pt modelId="{D08C8898-878E-4CB2-B53E-54811A395247}" type="sibTrans" cxnId="{CA836135-7F11-4274-9011-46A6F4158943}">
      <dgm:prSet/>
      <dgm:spPr/>
      <dgm:t>
        <a:bodyPr/>
        <a:lstStyle/>
        <a:p>
          <a:endParaRPr lang="en-US"/>
        </a:p>
      </dgm:t>
    </dgm:pt>
    <dgm:pt modelId="{0EB1F310-6157-4230-BB03-452904CB008F}">
      <dgm:prSet phldrT="[Text]"/>
      <dgm:spPr/>
      <dgm:t>
        <a:bodyPr/>
        <a:lstStyle/>
        <a:p>
          <a:r>
            <a:rPr lang="bn-IN" dirty="0"/>
            <a:t>অস্ট্রার্লপ</a:t>
          </a:r>
          <a:endParaRPr lang="en-US" dirty="0"/>
        </a:p>
      </dgm:t>
    </dgm:pt>
    <dgm:pt modelId="{B9E8D1A2-B5A8-4AA9-8729-16182D3182FA}" type="parTrans" cxnId="{2EC51C97-B7AF-445F-8068-9B367FF41461}">
      <dgm:prSet/>
      <dgm:spPr/>
      <dgm:t>
        <a:bodyPr/>
        <a:lstStyle/>
        <a:p>
          <a:endParaRPr lang="en-US"/>
        </a:p>
      </dgm:t>
    </dgm:pt>
    <dgm:pt modelId="{58FA7989-0E1E-4FA0-AC31-B861122FDB79}" type="sibTrans" cxnId="{2EC51C97-B7AF-445F-8068-9B367FF41461}">
      <dgm:prSet/>
      <dgm:spPr/>
      <dgm:t>
        <a:bodyPr/>
        <a:lstStyle/>
        <a:p>
          <a:endParaRPr lang="en-US"/>
        </a:p>
      </dgm:t>
    </dgm:pt>
    <dgm:pt modelId="{E280AB9C-0E6E-48A6-B617-6429151788F0}">
      <dgm:prSet phldrT="[Text]"/>
      <dgm:spPr/>
      <dgm:t>
        <a:bodyPr/>
        <a:lstStyle/>
        <a:p>
          <a:r>
            <a:rPr lang="bn-IN" dirty="0"/>
            <a:t>কর্নিশ</a:t>
          </a:r>
          <a:endParaRPr lang="en-US" dirty="0"/>
        </a:p>
      </dgm:t>
    </dgm:pt>
    <dgm:pt modelId="{4125854F-EDEC-4A5F-8123-018C689943FD}" type="parTrans" cxnId="{DC2ED8D9-B8ED-4B3D-A749-6A39A1F2323B}">
      <dgm:prSet/>
      <dgm:spPr/>
      <dgm:t>
        <a:bodyPr/>
        <a:lstStyle/>
        <a:p>
          <a:endParaRPr lang="en-US"/>
        </a:p>
      </dgm:t>
    </dgm:pt>
    <dgm:pt modelId="{70C220D8-C360-4C77-9AD7-41554ED4344A}" type="sibTrans" cxnId="{DC2ED8D9-B8ED-4B3D-A749-6A39A1F2323B}">
      <dgm:prSet/>
      <dgm:spPr/>
      <dgm:t>
        <a:bodyPr/>
        <a:lstStyle/>
        <a:p>
          <a:endParaRPr lang="en-US"/>
        </a:p>
      </dgm:t>
    </dgm:pt>
    <dgm:pt modelId="{F2659B2F-8355-45D3-A7BD-2DB5C95E119D}">
      <dgm:prSet phldrT="[Text]"/>
      <dgm:spPr/>
      <dgm:t>
        <a:bodyPr/>
        <a:lstStyle/>
        <a:p>
          <a:r>
            <a:rPr lang="bn-IN" dirty="0"/>
            <a:t>ব্রাহমা</a:t>
          </a:r>
          <a:endParaRPr lang="en-US" dirty="0"/>
        </a:p>
      </dgm:t>
    </dgm:pt>
    <dgm:pt modelId="{9A62BDB8-ACB5-4D3D-9C8B-07EB8E27B650}" type="parTrans" cxnId="{AE9FA1B5-E526-40B9-957D-859F1BC7EC6F}">
      <dgm:prSet/>
      <dgm:spPr/>
      <dgm:t>
        <a:bodyPr/>
        <a:lstStyle/>
        <a:p>
          <a:endParaRPr lang="en-US"/>
        </a:p>
      </dgm:t>
    </dgm:pt>
    <dgm:pt modelId="{CED5EBFE-96E4-440B-AE17-3A6257AC80E7}" type="sibTrans" cxnId="{AE9FA1B5-E526-40B9-957D-859F1BC7EC6F}">
      <dgm:prSet/>
      <dgm:spPr/>
      <dgm:t>
        <a:bodyPr/>
        <a:lstStyle/>
        <a:p>
          <a:endParaRPr lang="en-US"/>
        </a:p>
      </dgm:t>
    </dgm:pt>
    <dgm:pt modelId="{19EB1D18-2ACC-49D4-B0BA-A82BD06E5B79}">
      <dgm:prSet phldrT="[Text]"/>
      <dgm:spPr/>
      <dgm:t>
        <a:bodyPr/>
        <a:lstStyle/>
        <a:p>
          <a:r>
            <a:rPr lang="bn-IN" dirty="0"/>
            <a:t>কোচিন</a:t>
          </a:r>
          <a:endParaRPr lang="en-US" dirty="0"/>
        </a:p>
      </dgm:t>
    </dgm:pt>
    <dgm:pt modelId="{F23756FB-9E11-4563-9511-4195AF7F0CA1}" type="parTrans" cxnId="{CDB9C896-4D85-4B45-85A5-699A6B9729B1}">
      <dgm:prSet/>
      <dgm:spPr/>
      <dgm:t>
        <a:bodyPr/>
        <a:lstStyle/>
        <a:p>
          <a:endParaRPr lang="en-US"/>
        </a:p>
      </dgm:t>
    </dgm:pt>
    <dgm:pt modelId="{B5A23CD5-C696-46F2-B144-EF19D52CA0D6}" type="sibTrans" cxnId="{CDB9C896-4D85-4B45-85A5-699A6B9729B1}">
      <dgm:prSet/>
      <dgm:spPr/>
      <dgm:t>
        <a:bodyPr/>
        <a:lstStyle/>
        <a:p>
          <a:endParaRPr lang="en-US"/>
        </a:p>
      </dgm:t>
    </dgm:pt>
    <dgm:pt modelId="{DBD833B1-1F4F-45AC-B833-CC2AB2BE0792}">
      <dgm:prSet phldrT="[Text]"/>
      <dgm:spPr/>
      <dgm:t>
        <a:bodyPr/>
        <a:lstStyle/>
        <a:p>
          <a:r>
            <a:rPr lang="bn-IN" dirty="0"/>
            <a:t>প্লাইমাউথ রক</a:t>
          </a:r>
          <a:endParaRPr lang="en-US" dirty="0"/>
        </a:p>
      </dgm:t>
    </dgm:pt>
    <dgm:pt modelId="{C388F59C-8B5A-4B6C-859A-FCC53E617561}" type="parTrans" cxnId="{F7B167D6-D409-496F-9AF9-68FE76562F44}">
      <dgm:prSet/>
      <dgm:spPr/>
      <dgm:t>
        <a:bodyPr/>
        <a:lstStyle/>
        <a:p>
          <a:endParaRPr lang="en-US"/>
        </a:p>
      </dgm:t>
    </dgm:pt>
    <dgm:pt modelId="{22BE58BB-EE72-4E21-B157-A40F3D3D3893}" type="sibTrans" cxnId="{F7B167D6-D409-496F-9AF9-68FE76562F44}">
      <dgm:prSet/>
      <dgm:spPr/>
      <dgm:t>
        <a:bodyPr/>
        <a:lstStyle/>
        <a:p>
          <a:endParaRPr lang="en-US"/>
        </a:p>
      </dgm:t>
    </dgm:pt>
    <dgm:pt modelId="{BDF7FD2A-65A4-45DF-91C8-D7F5088BDCDF}">
      <dgm:prSet phldrT="[Text]"/>
      <dgm:spPr/>
      <dgm:t>
        <a:bodyPr/>
        <a:lstStyle/>
        <a:p>
          <a:r>
            <a:rPr lang="bn-IN" dirty="0"/>
            <a:t>মিনর্কা</a:t>
          </a:r>
          <a:endParaRPr lang="en-US" dirty="0"/>
        </a:p>
      </dgm:t>
    </dgm:pt>
    <dgm:pt modelId="{538787AB-D5D6-417E-95BD-0E8158D02296}" type="parTrans" cxnId="{11CA6EBE-B20C-42AF-89BF-ED6DEF6297B7}">
      <dgm:prSet/>
      <dgm:spPr/>
      <dgm:t>
        <a:bodyPr/>
        <a:lstStyle/>
        <a:p>
          <a:endParaRPr lang="en-US"/>
        </a:p>
      </dgm:t>
    </dgm:pt>
    <dgm:pt modelId="{35870B13-3C3C-4763-B149-A4B0549A2DB9}" type="sibTrans" cxnId="{11CA6EBE-B20C-42AF-89BF-ED6DEF6297B7}">
      <dgm:prSet/>
      <dgm:spPr/>
      <dgm:t>
        <a:bodyPr/>
        <a:lstStyle/>
        <a:p>
          <a:endParaRPr lang="en-US"/>
        </a:p>
      </dgm:t>
    </dgm:pt>
    <dgm:pt modelId="{AD2C6084-D853-4C94-85D1-39CD540638FD}">
      <dgm:prSet phldrT="[Text]"/>
      <dgm:spPr/>
      <dgm:t>
        <a:bodyPr/>
        <a:lstStyle/>
        <a:p>
          <a:r>
            <a:rPr lang="bn-IN" dirty="0"/>
            <a:t>সাসেক্স</a:t>
          </a:r>
          <a:endParaRPr lang="en-US" dirty="0"/>
        </a:p>
      </dgm:t>
    </dgm:pt>
    <dgm:pt modelId="{9327A4EF-6829-4772-BFE4-55998403EB34}" type="parTrans" cxnId="{CAD820D3-2ECA-48C3-9E31-F2ECFD6B6AA8}">
      <dgm:prSet/>
      <dgm:spPr/>
      <dgm:t>
        <a:bodyPr/>
        <a:lstStyle/>
        <a:p>
          <a:endParaRPr lang="en-US"/>
        </a:p>
      </dgm:t>
    </dgm:pt>
    <dgm:pt modelId="{26A19D4E-5C03-498C-9196-0504CB63F7CD}" type="sibTrans" cxnId="{CAD820D3-2ECA-48C3-9E31-F2ECFD6B6AA8}">
      <dgm:prSet/>
      <dgm:spPr/>
      <dgm:t>
        <a:bodyPr/>
        <a:lstStyle/>
        <a:p>
          <a:endParaRPr lang="en-US"/>
        </a:p>
      </dgm:t>
    </dgm:pt>
    <dgm:pt modelId="{AE4B2F2F-F19F-4DAD-A379-C4A2F6A8CEE9}">
      <dgm:prSet phldrT="[Text]"/>
      <dgm:spPr/>
      <dgm:t>
        <a:bodyPr/>
        <a:lstStyle/>
        <a:p>
          <a:r>
            <a:rPr lang="bn-IN" dirty="0"/>
            <a:t>আসিল</a:t>
          </a:r>
          <a:endParaRPr lang="en-US" dirty="0"/>
        </a:p>
      </dgm:t>
    </dgm:pt>
    <dgm:pt modelId="{01335367-53FF-4452-AB79-FE18E69E2533}" type="parTrans" cxnId="{FAC0255B-7B63-4A56-8C89-A16557588537}">
      <dgm:prSet/>
      <dgm:spPr/>
      <dgm:t>
        <a:bodyPr/>
        <a:lstStyle/>
        <a:p>
          <a:endParaRPr lang="en-US"/>
        </a:p>
      </dgm:t>
    </dgm:pt>
    <dgm:pt modelId="{A881D334-8541-4846-AC64-B5D80105DCF2}" type="sibTrans" cxnId="{FAC0255B-7B63-4A56-8C89-A16557588537}">
      <dgm:prSet/>
      <dgm:spPr/>
      <dgm:t>
        <a:bodyPr/>
        <a:lstStyle/>
        <a:p>
          <a:endParaRPr lang="en-US"/>
        </a:p>
      </dgm:t>
    </dgm:pt>
    <dgm:pt modelId="{84D14323-3592-40D4-B43C-98A562786B7B}" type="pres">
      <dgm:prSet presAssocID="{0B0BBC68-9942-4C9C-815C-3966CBF9D4CF}" presName="diagram" presStyleCnt="0">
        <dgm:presLayoutVars>
          <dgm:chPref val="1"/>
          <dgm:dir/>
          <dgm:animOne val="branch"/>
          <dgm:animLvl val="lvl"/>
          <dgm:resizeHandles/>
        </dgm:presLayoutVars>
      </dgm:prSet>
      <dgm:spPr/>
    </dgm:pt>
    <dgm:pt modelId="{B247CC0D-BD53-4709-84C3-80FD80CE1391}" type="pres">
      <dgm:prSet presAssocID="{9FC0380F-66B2-4639-ADB7-EC2221CEDF4C}" presName="root" presStyleCnt="0"/>
      <dgm:spPr/>
    </dgm:pt>
    <dgm:pt modelId="{A4645294-C4EA-4C5B-87EB-B8AA888BD157}" type="pres">
      <dgm:prSet presAssocID="{9FC0380F-66B2-4639-ADB7-EC2221CEDF4C}" presName="rootComposite" presStyleCnt="0"/>
      <dgm:spPr/>
    </dgm:pt>
    <dgm:pt modelId="{5194786A-C93A-4B64-89EB-286BD2106319}" type="pres">
      <dgm:prSet presAssocID="{9FC0380F-66B2-4639-ADB7-EC2221CEDF4C}" presName="rootText" presStyleLbl="node1" presStyleIdx="0" presStyleCnt="4"/>
      <dgm:spPr/>
    </dgm:pt>
    <dgm:pt modelId="{249321BA-1CA9-40D6-9015-7D24CEC3E184}" type="pres">
      <dgm:prSet presAssocID="{9FC0380F-66B2-4639-ADB7-EC2221CEDF4C}" presName="rootConnector" presStyleLbl="node1" presStyleIdx="0" presStyleCnt="4"/>
      <dgm:spPr/>
    </dgm:pt>
    <dgm:pt modelId="{66122629-EE86-446C-ADF0-517A891B03F4}" type="pres">
      <dgm:prSet presAssocID="{9FC0380F-66B2-4639-ADB7-EC2221CEDF4C}" presName="childShape" presStyleCnt="0"/>
      <dgm:spPr/>
    </dgm:pt>
    <dgm:pt modelId="{87868605-DE5D-4BF3-B625-1D92F4B01179}" type="pres">
      <dgm:prSet presAssocID="{AE158E4A-F280-4FEE-ADEE-AF043B401EFA}" presName="Name13" presStyleLbl="parChTrans1D2" presStyleIdx="0" presStyleCnt="12"/>
      <dgm:spPr/>
    </dgm:pt>
    <dgm:pt modelId="{F474F939-E805-4286-A8DC-D9A69A8B1F94}" type="pres">
      <dgm:prSet presAssocID="{5C99F8B0-FE26-44B9-8183-D2C829A4AE8C}" presName="childText" presStyleLbl="bgAcc1" presStyleIdx="0" presStyleCnt="12">
        <dgm:presLayoutVars>
          <dgm:bulletEnabled val="1"/>
        </dgm:presLayoutVars>
      </dgm:prSet>
      <dgm:spPr/>
    </dgm:pt>
    <dgm:pt modelId="{71336DF8-C12E-4355-8399-740F06EA66A7}" type="pres">
      <dgm:prSet presAssocID="{C92E5DA7-047B-4E6F-A0F5-55E80934BA89}" presName="Name13" presStyleLbl="parChTrans1D2" presStyleIdx="1" presStyleCnt="12"/>
      <dgm:spPr/>
    </dgm:pt>
    <dgm:pt modelId="{C1765850-BB40-4BA5-A151-EDBCD82997C6}" type="pres">
      <dgm:prSet presAssocID="{C26087D1-FA3C-472A-9DA3-52EDEC125D89}" presName="childText" presStyleLbl="bgAcc1" presStyleIdx="1" presStyleCnt="12">
        <dgm:presLayoutVars>
          <dgm:bulletEnabled val="1"/>
        </dgm:presLayoutVars>
      </dgm:prSet>
      <dgm:spPr/>
    </dgm:pt>
    <dgm:pt modelId="{4F7A7FFB-906B-4D02-B2DC-B95E18FDC006}" type="pres">
      <dgm:prSet presAssocID="{C388F59C-8B5A-4B6C-859A-FCC53E617561}" presName="Name13" presStyleLbl="parChTrans1D2" presStyleIdx="2" presStyleCnt="12"/>
      <dgm:spPr/>
    </dgm:pt>
    <dgm:pt modelId="{87C7D5CE-792C-4578-9CE3-759B5230E298}" type="pres">
      <dgm:prSet presAssocID="{DBD833B1-1F4F-45AC-B833-CC2AB2BE0792}" presName="childText" presStyleLbl="bgAcc1" presStyleIdx="2" presStyleCnt="12">
        <dgm:presLayoutVars>
          <dgm:bulletEnabled val="1"/>
        </dgm:presLayoutVars>
      </dgm:prSet>
      <dgm:spPr/>
    </dgm:pt>
    <dgm:pt modelId="{2702FC5E-5171-408D-801D-E585595AA947}" type="pres">
      <dgm:prSet presAssocID="{909CFD97-2A90-4A24-8897-4D2525208B6F}" presName="root" presStyleCnt="0"/>
      <dgm:spPr/>
    </dgm:pt>
    <dgm:pt modelId="{A1B39554-08E8-4B41-84B0-D05ACFF9175A}" type="pres">
      <dgm:prSet presAssocID="{909CFD97-2A90-4A24-8897-4D2525208B6F}" presName="rootComposite" presStyleCnt="0"/>
      <dgm:spPr/>
    </dgm:pt>
    <dgm:pt modelId="{336840B7-B532-4C3B-AD13-D780C462781B}" type="pres">
      <dgm:prSet presAssocID="{909CFD97-2A90-4A24-8897-4D2525208B6F}" presName="rootText" presStyleLbl="node1" presStyleIdx="1" presStyleCnt="4"/>
      <dgm:spPr/>
    </dgm:pt>
    <dgm:pt modelId="{841D3B4D-E196-4635-83DA-52CAE90E7EA4}" type="pres">
      <dgm:prSet presAssocID="{909CFD97-2A90-4A24-8897-4D2525208B6F}" presName="rootConnector" presStyleLbl="node1" presStyleIdx="1" presStyleCnt="4"/>
      <dgm:spPr/>
    </dgm:pt>
    <dgm:pt modelId="{F4BF1D62-4D96-4495-8AB2-A61069CF5F99}" type="pres">
      <dgm:prSet presAssocID="{909CFD97-2A90-4A24-8897-4D2525208B6F}" presName="childShape" presStyleCnt="0"/>
      <dgm:spPr/>
    </dgm:pt>
    <dgm:pt modelId="{9528C1BA-B0B1-4B32-BFD2-16C55152C152}" type="pres">
      <dgm:prSet presAssocID="{072FE05A-0655-41FB-B472-213C8744C389}" presName="Name13" presStyleLbl="parChTrans1D2" presStyleIdx="3" presStyleCnt="12"/>
      <dgm:spPr/>
    </dgm:pt>
    <dgm:pt modelId="{F040B7D3-F052-490C-A88B-B29A78310F59}" type="pres">
      <dgm:prSet presAssocID="{E033805F-5982-4547-B94E-F27CEDE9ACD4}" presName="childText" presStyleLbl="bgAcc1" presStyleIdx="3" presStyleCnt="12">
        <dgm:presLayoutVars>
          <dgm:bulletEnabled val="1"/>
        </dgm:presLayoutVars>
      </dgm:prSet>
      <dgm:spPr/>
    </dgm:pt>
    <dgm:pt modelId="{5DE899CC-0652-4CDE-A686-36211241694F}" type="pres">
      <dgm:prSet presAssocID="{42A1F195-56F6-4B1D-A20E-C1BC9745DF38}" presName="Name13" presStyleLbl="parChTrans1D2" presStyleIdx="4" presStyleCnt="12"/>
      <dgm:spPr/>
    </dgm:pt>
    <dgm:pt modelId="{32FADC20-C895-428F-A80D-B60D49E5BA5E}" type="pres">
      <dgm:prSet presAssocID="{85FE0B03-CE22-4AC1-B625-E87ED5D6B8E6}" presName="childText" presStyleLbl="bgAcc1" presStyleIdx="4" presStyleCnt="12">
        <dgm:presLayoutVars>
          <dgm:bulletEnabled val="1"/>
        </dgm:presLayoutVars>
      </dgm:prSet>
      <dgm:spPr/>
    </dgm:pt>
    <dgm:pt modelId="{C865676B-C920-4B07-BC1C-ADDBAA701E34}" type="pres">
      <dgm:prSet presAssocID="{538787AB-D5D6-417E-95BD-0E8158D02296}" presName="Name13" presStyleLbl="parChTrans1D2" presStyleIdx="5" presStyleCnt="12"/>
      <dgm:spPr/>
    </dgm:pt>
    <dgm:pt modelId="{6D5F7B42-8DF0-418C-9C78-47E64D3F0ADF}" type="pres">
      <dgm:prSet presAssocID="{BDF7FD2A-65A4-45DF-91C8-D7F5088BDCDF}" presName="childText" presStyleLbl="bgAcc1" presStyleIdx="5" presStyleCnt="12">
        <dgm:presLayoutVars>
          <dgm:bulletEnabled val="1"/>
        </dgm:presLayoutVars>
      </dgm:prSet>
      <dgm:spPr/>
    </dgm:pt>
    <dgm:pt modelId="{9D1F4A24-42E1-4220-B454-C851CD1B665D}" type="pres">
      <dgm:prSet presAssocID="{A1BE64ED-9C90-4696-ADEF-68884FD858BA}" presName="root" presStyleCnt="0"/>
      <dgm:spPr/>
    </dgm:pt>
    <dgm:pt modelId="{99FCBBA9-9140-4818-A89E-7BF38E0D5829}" type="pres">
      <dgm:prSet presAssocID="{A1BE64ED-9C90-4696-ADEF-68884FD858BA}" presName="rootComposite" presStyleCnt="0"/>
      <dgm:spPr/>
    </dgm:pt>
    <dgm:pt modelId="{8009F096-A19D-4E7D-A401-B429C912BA75}" type="pres">
      <dgm:prSet presAssocID="{A1BE64ED-9C90-4696-ADEF-68884FD858BA}" presName="rootText" presStyleLbl="node1" presStyleIdx="2" presStyleCnt="4"/>
      <dgm:spPr/>
    </dgm:pt>
    <dgm:pt modelId="{519A6978-2D12-462C-B02D-0FF1C2971826}" type="pres">
      <dgm:prSet presAssocID="{A1BE64ED-9C90-4696-ADEF-68884FD858BA}" presName="rootConnector" presStyleLbl="node1" presStyleIdx="2" presStyleCnt="4"/>
      <dgm:spPr/>
    </dgm:pt>
    <dgm:pt modelId="{D2E6D5CD-540B-44FD-AEEE-9686A16D4F59}" type="pres">
      <dgm:prSet presAssocID="{A1BE64ED-9C90-4696-ADEF-68884FD858BA}" presName="childShape" presStyleCnt="0"/>
      <dgm:spPr/>
    </dgm:pt>
    <dgm:pt modelId="{307BA7A2-C709-4AC8-A50B-B1059F846314}" type="pres">
      <dgm:prSet presAssocID="{B9E8D1A2-B5A8-4AA9-8729-16182D3182FA}" presName="Name13" presStyleLbl="parChTrans1D2" presStyleIdx="6" presStyleCnt="12"/>
      <dgm:spPr/>
    </dgm:pt>
    <dgm:pt modelId="{403F98FD-FCDA-4653-B246-B99270784990}" type="pres">
      <dgm:prSet presAssocID="{0EB1F310-6157-4230-BB03-452904CB008F}" presName="childText" presStyleLbl="bgAcc1" presStyleIdx="6" presStyleCnt="12">
        <dgm:presLayoutVars>
          <dgm:bulletEnabled val="1"/>
        </dgm:presLayoutVars>
      </dgm:prSet>
      <dgm:spPr/>
    </dgm:pt>
    <dgm:pt modelId="{C425201B-9ACF-4947-A90D-573D75D752DA}" type="pres">
      <dgm:prSet presAssocID="{4125854F-EDEC-4A5F-8123-018C689943FD}" presName="Name13" presStyleLbl="parChTrans1D2" presStyleIdx="7" presStyleCnt="12"/>
      <dgm:spPr/>
    </dgm:pt>
    <dgm:pt modelId="{9CA298D4-53A6-4405-AF13-7D49DB6D591B}" type="pres">
      <dgm:prSet presAssocID="{E280AB9C-0E6E-48A6-B617-6429151788F0}" presName="childText" presStyleLbl="bgAcc1" presStyleIdx="7" presStyleCnt="12">
        <dgm:presLayoutVars>
          <dgm:bulletEnabled val="1"/>
        </dgm:presLayoutVars>
      </dgm:prSet>
      <dgm:spPr/>
    </dgm:pt>
    <dgm:pt modelId="{F69E006E-DBC8-4939-AD88-10AFE2A6DFBF}" type="pres">
      <dgm:prSet presAssocID="{9327A4EF-6829-4772-BFE4-55998403EB34}" presName="Name13" presStyleLbl="parChTrans1D2" presStyleIdx="8" presStyleCnt="12"/>
      <dgm:spPr/>
    </dgm:pt>
    <dgm:pt modelId="{1C30B183-2873-409C-A8E9-ACF55E60E346}" type="pres">
      <dgm:prSet presAssocID="{AD2C6084-D853-4C94-85D1-39CD540638FD}" presName="childText" presStyleLbl="bgAcc1" presStyleIdx="8" presStyleCnt="12">
        <dgm:presLayoutVars>
          <dgm:bulletEnabled val="1"/>
        </dgm:presLayoutVars>
      </dgm:prSet>
      <dgm:spPr/>
    </dgm:pt>
    <dgm:pt modelId="{849D2CC0-8C0D-4442-96CE-B3A42E7D210A}" type="pres">
      <dgm:prSet presAssocID="{C2C487F6-BD7D-4845-AD7D-488D64EAABE9}" presName="root" presStyleCnt="0"/>
      <dgm:spPr/>
    </dgm:pt>
    <dgm:pt modelId="{53FD639F-ADB0-4B73-8581-0A790E8A63F9}" type="pres">
      <dgm:prSet presAssocID="{C2C487F6-BD7D-4845-AD7D-488D64EAABE9}" presName="rootComposite" presStyleCnt="0"/>
      <dgm:spPr/>
    </dgm:pt>
    <dgm:pt modelId="{EBD98054-0A84-4CA4-9996-89ABEFA704B6}" type="pres">
      <dgm:prSet presAssocID="{C2C487F6-BD7D-4845-AD7D-488D64EAABE9}" presName="rootText" presStyleLbl="node1" presStyleIdx="3" presStyleCnt="4"/>
      <dgm:spPr/>
    </dgm:pt>
    <dgm:pt modelId="{12F29714-28C9-497C-A538-76DE9BE0BCDE}" type="pres">
      <dgm:prSet presAssocID="{C2C487F6-BD7D-4845-AD7D-488D64EAABE9}" presName="rootConnector" presStyleLbl="node1" presStyleIdx="3" presStyleCnt="4"/>
      <dgm:spPr/>
    </dgm:pt>
    <dgm:pt modelId="{2CBC65AF-ECFB-43E3-8315-D4A2FD7E388E}" type="pres">
      <dgm:prSet presAssocID="{C2C487F6-BD7D-4845-AD7D-488D64EAABE9}" presName="childShape" presStyleCnt="0"/>
      <dgm:spPr/>
    </dgm:pt>
    <dgm:pt modelId="{EF9CA835-611F-4DF7-824F-7C1F8E08509A}" type="pres">
      <dgm:prSet presAssocID="{9A62BDB8-ACB5-4D3D-9C8B-07EB8E27B650}" presName="Name13" presStyleLbl="parChTrans1D2" presStyleIdx="9" presStyleCnt="12"/>
      <dgm:spPr/>
    </dgm:pt>
    <dgm:pt modelId="{4177BB3F-E363-445E-BAD3-1415B0DF3741}" type="pres">
      <dgm:prSet presAssocID="{F2659B2F-8355-45D3-A7BD-2DB5C95E119D}" presName="childText" presStyleLbl="bgAcc1" presStyleIdx="9" presStyleCnt="12">
        <dgm:presLayoutVars>
          <dgm:bulletEnabled val="1"/>
        </dgm:presLayoutVars>
      </dgm:prSet>
      <dgm:spPr/>
    </dgm:pt>
    <dgm:pt modelId="{F676E694-6403-4471-83EF-440E64416601}" type="pres">
      <dgm:prSet presAssocID="{F23756FB-9E11-4563-9511-4195AF7F0CA1}" presName="Name13" presStyleLbl="parChTrans1D2" presStyleIdx="10" presStyleCnt="12"/>
      <dgm:spPr/>
    </dgm:pt>
    <dgm:pt modelId="{A36AD7DC-496D-4198-8E9A-5F7F02FD267E}" type="pres">
      <dgm:prSet presAssocID="{19EB1D18-2ACC-49D4-B0BA-A82BD06E5B79}" presName="childText" presStyleLbl="bgAcc1" presStyleIdx="10" presStyleCnt="12">
        <dgm:presLayoutVars>
          <dgm:bulletEnabled val="1"/>
        </dgm:presLayoutVars>
      </dgm:prSet>
      <dgm:spPr/>
    </dgm:pt>
    <dgm:pt modelId="{C83A2F5D-D2A3-4C21-B3CB-4A111211AED8}" type="pres">
      <dgm:prSet presAssocID="{01335367-53FF-4452-AB79-FE18E69E2533}" presName="Name13" presStyleLbl="parChTrans1D2" presStyleIdx="11" presStyleCnt="12"/>
      <dgm:spPr/>
    </dgm:pt>
    <dgm:pt modelId="{1DA62C3C-2D4B-4412-8BFF-A9C6E2D5B1B8}" type="pres">
      <dgm:prSet presAssocID="{AE4B2F2F-F19F-4DAD-A379-C4A2F6A8CEE9}" presName="childText" presStyleLbl="bgAcc1" presStyleIdx="11" presStyleCnt="12">
        <dgm:presLayoutVars>
          <dgm:bulletEnabled val="1"/>
        </dgm:presLayoutVars>
      </dgm:prSet>
      <dgm:spPr/>
    </dgm:pt>
  </dgm:ptLst>
  <dgm:cxnLst>
    <dgm:cxn modelId="{21313804-7BD0-4E6B-AF0B-0BCC908E97DB}" type="presOf" srcId="{E033805F-5982-4547-B94E-F27CEDE9ACD4}" destId="{F040B7D3-F052-490C-A88B-B29A78310F59}" srcOrd="0" destOrd="0" presId="urn:microsoft.com/office/officeart/2005/8/layout/hierarchy3"/>
    <dgm:cxn modelId="{70B3DB06-39C0-422C-8281-55DA60A15AEC}" type="presOf" srcId="{DBD833B1-1F4F-45AC-B833-CC2AB2BE0792}" destId="{87C7D5CE-792C-4578-9CE3-759B5230E298}" srcOrd="0" destOrd="0" presId="urn:microsoft.com/office/officeart/2005/8/layout/hierarchy3"/>
    <dgm:cxn modelId="{04B7D70C-083B-4C62-A214-E758DE07538A}" type="presOf" srcId="{C388F59C-8B5A-4B6C-859A-FCC53E617561}" destId="{4F7A7FFB-906B-4D02-B2DC-B95E18FDC006}" srcOrd="0" destOrd="0" presId="urn:microsoft.com/office/officeart/2005/8/layout/hierarchy3"/>
    <dgm:cxn modelId="{158C3A0D-A61C-4AFC-829B-2C4507C1A616}" type="presOf" srcId="{01335367-53FF-4452-AB79-FE18E69E2533}" destId="{C83A2F5D-D2A3-4C21-B3CB-4A111211AED8}" srcOrd="0" destOrd="0" presId="urn:microsoft.com/office/officeart/2005/8/layout/hierarchy3"/>
    <dgm:cxn modelId="{2CC2BF13-9BFB-4908-8CC7-2AF10591B436}" type="presOf" srcId="{C2C487F6-BD7D-4845-AD7D-488D64EAABE9}" destId="{EBD98054-0A84-4CA4-9996-89ABEFA704B6}" srcOrd="0" destOrd="0" presId="urn:microsoft.com/office/officeart/2005/8/layout/hierarchy3"/>
    <dgm:cxn modelId="{6967AF1C-5A8A-41DB-963D-85A2876248F1}" type="presOf" srcId="{42A1F195-56F6-4B1D-A20E-C1BC9745DF38}" destId="{5DE899CC-0652-4CDE-A686-36211241694F}" srcOrd="0" destOrd="0" presId="urn:microsoft.com/office/officeart/2005/8/layout/hierarchy3"/>
    <dgm:cxn modelId="{F66F9728-DA50-454A-A3DF-DEE881DE3A63}" type="presOf" srcId="{85FE0B03-CE22-4AC1-B625-E87ED5D6B8E6}" destId="{32FADC20-C895-428F-A80D-B60D49E5BA5E}" srcOrd="0" destOrd="0" presId="urn:microsoft.com/office/officeart/2005/8/layout/hierarchy3"/>
    <dgm:cxn modelId="{3F76AC29-6840-49DA-9CBD-85F5B5238200}" type="presOf" srcId="{C92E5DA7-047B-4E6F-A0F5-55E80934BA89}" destId="{71336DF8-C12E-4355-8399-740F06EA66A7}" srcOrd="0" destOrd="0" presId="urn:microsoft.com/office/officeart/2005/8/layout/hierarchy3"/>
    <dgm:cxn modelId="{090E6033-2DD3-4633-B8D7-796734706741}" type="presOf" srcId="{B9E8D1A2-B5A8-4AA9-8729-16182D3182FA}" destId="{307BA7A2-C709-4AC8-A50B-B1059F846314}" srcOrd="0" destOrd="0" presId="urn:microsoft.com/office/officeart/2005/8/layout/hierarchy3"/>
    <dgm:cxn modelId="{CA836135-7F11-4274-9011-46A6F4158943}" srcId="{909CFD97-2A90-4A24-8897-4D2525208B6F}" destId="{85FE0B03-CE22-4AC1-B625-E87ED5D6B8E6}" srcOrd="1" destOrd="0" parTransId="{42A1F195-56F6-4B1D-A20E-C1BC9745DF38}" sibTransId="{D08C8898-878E-4CB2-B53E-54811A395247}"/>
    <dgm:cxn modelId="{6D7D0337-F439-4536-87FE-790C864A9E25}" type="presOf" srcId="{072FE05A-0655-41FB-B472-213C8744C389}" destId="{9528C1BA-B0B1-4B32-BFD2-16C55152C152}" srcOrd="0" destOrd="0" presId="urn:microsoft.com/office/officeart/2005/8/layout/hierarchy3"/>
    <dgm:cxn modelId="{372E063C-84C4-4C14-9008-C485D6646A8C}" type="presOf" srcId="{AE4B2F2F-F19F-4DAD-A379-C4A2F6A8CEE9}" destId="{1DA62C3C-2D4B-4412-8BFF-A9C6E2D5B1B8}" srcOrd="0" destOrd="0" presId="urn:microsoft.com/office/officeart/2005/8/layout/hierarchy3"/>
    <dgm:cxn modelId="{F576F63D-66DF-4D65-BAA8-4457DE826F2C}" srcId="{0B0BBC68-9942-4C9C-815C-3966CBF9D4CF}" destId="{9FC0380F-66B2-4639-ADB7-EC2221CEDF4C}" srcOrd="0" destOrd="0" parTransId="{06EF3AE0-8F2D-4A51-888E-80F52EAC573C}" sibTransId="{5CEEE8B7-9DB8-4B1C-B906-2D856F5C433C}"/>
    <dgm:cxn modelId="{FAC0255B-7B63-4A56-8C89-A16557588537}" srcId="{C2C487F6-BD7D-4845-AD7D-488D64EAABE9}" destId="{AE4B2F2F-F19F-4DAD-A379-C4A2F6A8CEE9}" srcOrd="2" destOrd="0" parTransId="{01335367-53FF-4452-AB79-FE18E69E2533}" sibTransId="{A881D334-8541-4846-AC64-B5D80105DCF2}"/>
    <dgm:cxn modelId="{335F0C5D-0B06-42CA-AEAB-72ED67B3C7B3}" type="presOf" srcId="{909CFD97-2A90-4A24-8897-4D2525208B6F}" destId="{336840B7-B532-4C3B-AD13-D780C462781B}" srcOrd="0" destOrd="0" presId="urn:microsoft.com/office/officeart/2005/8/layout/hierarchy3"/>
    <dgm:cxn modelId="{2ED42063-8218-45B8-AD1D-6136C7F3864F}" type="presOf" srcId="{BDF7FD2A-65A4-45DF-91C8-D7F5088BDCDF}" destId="{6D5F7B42-8DF0-418C-9C78-47E64D3F0ADF}" srcOrd="0" destOrd="0" presId="urn:microsoft.com/office/officeart/2005/8/layout/hierarchy3"/>
    <dgm:cxn modelId="{AD0BDE43-E69C-4AF4-9500-AEBEB1A179D7}" type="presOf" srcId="{9FC0380F-66B2-4639-ADB7-EC2221CEDF4C}" destId="{249321BA-1CA9-40D6-9015-7D24CEC3E184}" srcOrd="1" destOrd="0" presId="urn:microsoft.com/office/officeart/2005/8/layout/hierarchy3"/>
    <dgm:cxn modelId="{CF9B7347-4BAF-4CB4-832A-34A892AB08A6}" type="presOf" srcId="{C26087D1-FA3C-472A-9DA3-52EDEC125D89}" destId="{C1765850-BB40-4BA5-A151-EDBCD82997C6}" srcOrd="0" destOrd="0" presId="urn:microsoft.com/office/officeart/2005/8/layout/hierarchy3"/>
    <dgm:cxn modelId="{D4A8726C-88BF-4216-B73D-4F9D15F3A784}" type="presOf" srcId="{AE158E4A-F280-4FEE-ADEE-AF043B401EFA}" destId="{87868605-DE5D-4BF3-B625-1D92F4B01179}" srcOrd="0" destOrd="0" presId="urn:microsoft.com/office/officeart/2005/8/layout/hierarchy3"/>
    <dgm:cxn modelId="{9D24994D-6350-430C-B3FA-F4D0A8DB18DD}" type="presOf" srcId="{538787AB-D5D6-417E-95BD-0E8158D02296}" destId="{C865676B-C920-4B07-BC1C-ADDBAA701E34}" srcOrd="0" destOrd="0" presId="urn:microsoft.com/office/officeart/2005/8/layout/hierarchy3"/>
    <dgm:cxn modelId="{91C88C51-5C90-4A35-B0EA-1E7FAC7F4789}" type="presOf" srcId="{F23756FB-9E11-4563-9511-4195AF7F0CA1}" destId="{F676E694-6403-4471-83EF-440E64416601}" srcOrd="0" destOrd="0" presId="urn:microsoft.com/office/officeart/2005/8/layout/hierarchy3"/>
    <dgm:cxn modelId="{34AB1252-331A-489A-86E3-F87583DCE91D}" type="presOf" srcId="{AD2C6084-D853-4C94-85D1-39CD540638FD}" destId="{1C30B183-2873-409C-A8E9-ACF55E60E346}" srcOrd="0" destOrd="0" presId="urn:microsoft.com/office/officeart/2005/8/layout/hierarchy3"/>
    <dgm:cxn modelId="{FBC8B973-A1BF-4C51-A314-E7EAE14BF758}" type="presOf" srcId="{9FC0380F-66B2-4639-ADB7-EC2221CEDF4C}" destId="{5194786A-C93A-4B64-89EB-286BD2106319}" srcOrd="0" destOrd="0" presId="urn:microsoft.com/office/officeart/2005/8/layout/hierarchy3"/>
    <dgm:cxn modelId="{0156F155-90EC-49FA-944A-CB60084E53C9}" type="presOf" srcId="{909CFD97-2A90-4A24-8897-4D2525208B6F}" destId="{841D3B4D-E196-4635-83DA-52CAE90E7EA4}" srcOrd="1" destOrd="0" presId="urn:microsoft.com/office/officeart/2005/8/layout/hierarchy3"/>
    <dgm:cxn modelId="{5EA2FA77-95E8-4A11-BE5B-165EB487120D}" srcId="{0B0BBC68-9942-4C9C-815C-3966CBF9D4CF}" destId="{909CFD97-2A90-4A24-8897-4D2525208B6F}" srcOrd="1" destOrd="0" parTransId="{963CF87D-669C-4C76-BE7B-DFD5F493862F}" sibTransId="{B3E495A8-935A-4CA3-A259-3A994826EFB7}"/>
    <dgm:cxn modelId="{C2F5C159-6F71-4566-913F-4F576209CBB4}" type="presOf" srcId="{0B0BBC68-9942-4C9C-815C-3966CBF9D4CF}" destId="{84D14323-3592-40D4-B43C-98A562786B7B}" srcOrd="0" destOrd="0" presId="urn:microsoft.com/office/officeart/2005/8/layout/hierarchy3"/>
    <dgm:cxn modelId="{BC21245A-5712-41E9-9965-807433F8E158}" srcId="{0B0BBC68-9942-4C9C-815C-3966CBF9D4CF}" destId="{C2C487F6-BD7D-4845-AD7D-488D64EAABE9}" srcOrd="3" destOrd="0" parTransId="{7502F724-9DE5-4AE7-BCA6-E2E0D4777B7A}" sibTransId="{1BD0220D-C052-488A-8455-0FF183E36F9E}"/>
    <dgm:cxn modelId="{C5BE467F-756D-4D86-808D-059D96B6ADCC}" type="presOf" srcId="{9327A4EF-6829-4772-BFE4-55998403EB34}" destId="{F69E006E-DBC8-4939-AD88-10AFE2A6DFBF}" srcOrd="0" destOrd="0" presId="urn:microsoft.com/office/officeart/2005/8/layout/hierarchy3"/>
    <dgm:cxn modelId="{E6737A80-6977-4BBA-9B04-BA33C8FC1167}" type="presOf" srcId="{A1BE64ED-9C90-4696-ADEF-68884FD858BA}" destId="{519A6978-2D12-462C-B02D-0FF1C2971826}" srcOrd="1" destOrd="0" presId="urn:microsoft.com/office/officeart/2005/8/layout/hierarchy3"/>
    <dgm:cxn modelId="{FE589E83-7A0D-4116-AB08-C4058E54F205}" type="presOf" srcId="{19EB1D18-2ACC-49D4-B0BA-A82BD06E5B79}" destId="{A36AD7DC-496D-4198-8E9A-5F7F02FD267E}" srcOrd="0" destOrd="0" presId="urn:microsoft.com/office/officeart/2005/8/layout/hierarchy3"/>
    <dgm:cxn modelId="{E72D5096-0B0B-47B3-838D-4082A0F281C5}" type="presOf" srcId="{E280AB9C-0E6E-48A6-B617-6429151788F0}" destId="{9CA298D4-53A6-4405-AF13-7D49DB6D591B}" srcOrd="0" destOrd="0" presId="urn:microsoft.com/office/officeart/2005/8/layout/hierarchy3"/>
    <dgm:cxn modelId="{CDB9C896-4D85-4B45-85A5-699A6B9729B1}" srcId="{C2C487F6-BD7D-4845-AD7D-488D64EAABE9}" destId="{19EB1D18-2ACC-49D4-B0BA-A82BD06E5B79}" srcOrd="1" destOrd="0" parTransId="{F23756FB-9E11-4563-9511-4195AF7F0CA1}" sibTransId="{B5A23CD5-C696-46F2-B144-EF19D52CA0D6}"/>
    <dgm:cxn modelId="{2EC51C97-B7AF-445F-8068-9B367FF41461}" srcId="{A1BE64ED-9C90-4696-ADEF-68884FD858BA}" destId="{0EB1F310-6157-4230-BB03-452904CB008F}" srcOrd="0" destOrd="0" parTransId="{B9E8D1A2-B5A8-4AA9-8729-16182D3182FA}" sibTransId="{58FA7989-0E1E-4FA0-AC31-B861122FDB79}"/>
    <dgm:cxn modelId="{FAFB34B2-20EB-423F-928A-84D2FE07A7D4}" srcId="{0B0BBC68-9942-4C9C-815C-3966CBF9D4CF}" destId="{A1BE64ED-9C90-4696-ADEF-68884FD858BA}" srcOrd="2" destOrd="0" parTransId="{19DF06DB-3BF4-4484-8CA8-AD3D598B59FC}" sibTransId="{8B7F0804-DB34-482A-A1AD-0F9C5FDDB71A}"/>
    <dgm:cxn modelId="{AE9FA1B5-E526-40B9-957D-859F1BC7EC6F}" srcId="{C2C487F6-BD7D-4845-AD7D-488D64EAABE9}" destId="{F2659B2F-8355-45D3-A7BD-2DB5C95E119D}" srcOrd="0" destOrd="0" parTransId="{9A62BDB8-ACB5-4D3D-9C8B-07EB8E27B650}" sibTransId="{CED5EBFE-96E4-440B-AE17-3A6257AC80E7}"/>
    <dgm:cxn modelId="{11CA6EBE-B20C-42AF-89BF-ED6DEF6297B7}" srcId="{909CFD97-2A90-4A24-8897-4D2525208B6F}" destId="{BDF7FD2A-65A4-45DF-91C8-D7F5088BDCDF}" srcOrd="2" destOrd="0" parTransId="{538787AB-D5D6-417E-95BD-0E8158D02296}" sibTransId="{35870B13-3C3C-4763-B149-A4B0549A2DB9}"/>
    <dgm:cxn modelId="{F5B378C2-ECDA-454B-A75C-482B8F5E7158}" type="presOf" srcId="{C2C487F6-BD7D-4845-AD7D-488D64EAABE9}" destId="{12F29714-28C9-497C-A538-76DE9BE0BCDE}" srcOrd="1" destOrd="0" presId="urn:microsoft.com/office/officeart/2005/8/layout/hierarchy3"/>
    <dgm:cxn modelId="{E5AAA1C3-5A7E-4B06-B6CF-DDFB3C72EA1E}" type="presOf" srcId="{5C99F8B0-FE26-44B9-8183-D2C829A4AE8C}" destId="{F474F939-E805-4286-A8DC-D9A69A8B1F94}" srcOrd="0" destOrd="0" presId="urn:microsoft.com/office/officeart/2005/8/layout/hierarchy3"/>
    <dgm:cxn modelId="{1F759AC6-D027-4E42-9865-0260FDE41309}" srcId="{9FC0380F-66B2-4639-ADB7-EC2221CEDF4C}" destId="{C26087D1-FA3C-472A-9DA3-52EDEC125D89}" srcOrd="1" destOrd="0" parTransId="{C92E5DA7-047B-4E6F-A0F5-55E80934BA89}" sibTransId="{FFFF685B-E901-4A57-A33C-EA34C6EA4ACF}"/>
    <dgm:cxn modelId="{6E4CB3CB-7904-43C1-8FF1-ECAD2C3CD9BA}" type="presOf" srcId="{F2659B2F-8355-45D3-A7BD-2DB5C95E119D}" destId="{4177BB3F-E363-445E-BAD3-1415B0DF3741}" srcOrd="0" destOrd="0" presId="urn:microsoft.com/office/officeart/2005/8/layout/hierarchy3"/>
    <dgm:cxn modelId="{77F380CF-ECF2-4970-94FA-261334FD1684}" type="presOf" srcId="{0EB1F310-6157-4230-BB03-452904CB008F}" destId="{403F98FD-FCDA-4653-B246-B99270784990}" srcOrd="0" destOrd="0" presId="urn:microsoft.com/office/officeart/2005/8/layout/hierarchy3"/>
    <dgm:cxn modelId="{CAD820D3-2ECA-48C3-9E31-F2ECFD6B6AA8}" srcId="{A1BE64ED-9C90-4696-ADEF-68884FD858BA}" destId="{AD2C6084-D853-4C94-85D1-39CD540638FD}" srcOrd="2" destOrd="0" parTransId="{9327A4EF-6829-4772-BFE4-55998403EB34}" sibTransId="{26A19D4E-5C03-498C-9196-0504CB63F7CD}"/>
    <dgm:cxn modelId="{F7B167D6-D409-496F-9AF9-68FE76562F44}" srcId="{9FC0380F-66B2-4639-ADB7-EC2221CEDF4C}" destId="{DBD833B1-1F4F-45AC-B833-CC2AB2BE0792}" srcOrd="2" destOrd="0" parTransId="{C388F59C-8B5A-4B6C-859A-FCC53E617561}" sibTransId="{22BE58BB-EE72-4E21-B157-A40F3D3D3893}"/>
    <dgm:cxn modelId="{68B841D7-33A2-488C-A0C1-A3FA6B732928}" type="presOf" srcId="{9A62BDB8-ACB5-4D3D-9C8B-07EB8E27B650}" destId="{EF9CA835-611F-4DF7-824F-7C1F8E08509A}" srcOrd="0" destOrd="0" presId="urn:microsoft.com/office/officeart/2005/8/layout/hierarchy3"/>
    <dgm:cxn modelId="{F79BAFD7-2148-4D45-9BE7-18C880BDFE68}" type="presOf" srcId="{4125854F-EDEC-4A5F-8123-018C689943FD}" destId="{C425201B-9ACF-4947-A90D-573D75D752DA}" srcOrd="0" destOrd="0" presId="urn:microsoft.com/office/officeart/2005/8/layout/hierarchy3"/>
    <dgm:cxn modelId="{DC2ED8D9-B8ED-4B3D-A749-6A39A1F2323B}" srcId="{A1BE64ED-9C90-4696-ADEF-68884FD858BA}" destId="{E280AB9C-0E6E-48A6-B617-6429151788F0}" srcOrd="1" destOrd="0" parTransId="{4125854F-EDEC-4A5F-8123-018C689943FD}" sibTransId="{70C220D8-C360-4C77-9AD7-41554ED4344A}"/>
    <dgm:cxn modelId="{26717CDB-C01F-4CFC-B2ED-13C6D77DC690}" type="presOf" srcId="{A1BE64ED-9C90-4696-ADEF-68884FD858BA}" destId="{8009F096-A19D-4E7D-A401-B429C912BA75}" srcOrd="0" destOrd="0" presId="urn:microsoft.com/office/officeart/2005/8/layout/hierarchy3"/>
    <dgm:cxn modelId="{B0EADEEA-59D2-454C-BB12-67BD943E27CC}" srcId="{9FC0380F-66B2-4639-ADB7-EC2221CEDF4C}" destId="{5C99F8B0-FE26-44B9-8183-D2C829A4AE8C}" srcOrd="0" destOrd="0" parTransId="{AE158E4A-F280-4FEE-ADEE-AF043B401EFA}" sibTransId="{65788E76-0F33-4BA3-9721-D6CDF4A92EE5}"/>
    <dgm:cxn modelId="{44300AF5-6D46-4A37-B761-5A8E206C93B2}" srcId="{909CFD97-2A90-4A24-8897-4D2525208B6F}" destId="{E033805F-5982-4547-B94E-F27CEDE9ACD4}" srcOrd="0" destOrd="0" parTransId="{072FE05A-0655-41FB-B472-213C8744C389}" sibTransId="{33ED781B-B8BA-4132-A5CA-4661F7527F1F}"/>
    <dgm:cxn modelId="{FA9759B5-B6E9-423E-941B-935FA019D5B8}" type="presParOf" srcId="{84D14323-3592-40D4-B43C-98A562786B7B}" destId="{B247CC0D-BD53-4709-84C3-80FD80CE1391}" srcOrd="0" destOrd="0" presId="urn:microsoft.com/office/officeart/2005/8/layout/hierarchy3"/>
    <dgm:cxn modelId="{3F72F91B-B494-408D-8E3D-271AF8FDBA44}" type="presParOf" srcId="{B247CC0D-BD53-4709-84C3-80FD80CE1391}" destId="{A4645294-C4EA-4C5B-87EB-B8AA888BD157}" srcOrd="0" destOrd="0" presId="urn:microsoft.com/office/officeart/2005/8/layout/hierarchy3"/>
    <dgm:cxn modelId="{97856D4D-E3DC-4C59-8841-84ECB15D20F5}" type="presParOf" srcId="{A4645294-C4EA-4C5B-87EB-B8AA888BD157}" destId="{5194786A-C93A-4B64-89EB-286BD2106319}" srcOrd="0" destOrd="0" presId="urn:microsoft.com/office/officeart/2005/8/layout/hierarchy3"/>
    <dgm:cxn modelId="{E977077C-1C35-4C83-9A5D-CC7C968DA2EC}" type="presParOf" srcId="{A4645294-C4EA-4C5B-87EB-B8AA888BD157}" destId="{249321BA-1CA9-40D6-9015-7D24CEC3E184}" srcOrd="1" destOrd="0" presId="urn:microsoft.com/office/officeart/2005/8/layout/hierarchy3"/>
    <dgm:cxn modelId="{482679ED-8C7A-43BD-B185-BD56445FB5D0}" type="presParOf" srcId="{B247CC0D-BD53-4709-84C3-80FD80CE1391}" destId="{66122629-EE86-446C-ADF0-517A891B03F4}" srcOrd="1" destOrd="0" presId="urn:microsoft.com/office/officeart/2005/8/layout/hierarchy3"/>
    <dgm:cxn modelId="{502CA335-B4BA-4DB7-B2A4-5B7F4B77AFCC}" type="presParOf" srcId="{66122629-EE86-446C-ADF0-517A891B03F4}" destId="{87868605-DE5D-4BF3-B625-1D92F4B01179}" srcOrd="0" destOrd="0" presId="urn:microsoft.com/office/officeart/2005/8/layout/hierarchy3"/>
    <dgm:cxn modelId="{46C144C0-CA51-45CF-9527-4FFDA587AF28}" type="presParOf" srcId="{66122629-EE86-446C-ADF0-517A891B03F4}" destId="{F474F939-E805-4286-A8DC-D9A69A8B1F94}" srcOrd="1" destOrd="0" presId="urn:microsoft.com/office/officeart/2005/8/layout/hierarchy3"/>
    <dgm:cxn modelId="{25C7186E-0AAD-49E3-90F4-570B1A3DD825}" type="presParOf" srcId="{66122629-EE86-446C-ADF0-517A891B03F4}" destId="{71336DF8-C12E-4355-8399-740F06EA66A7}" srcOrd="2" destOrd="0" presId="urn:microsoft.com/office/officeart/2005/8/layout/hierarchy3"/>
    <dgm:cxn modelId="{0373C3CC-3443-4E10-BFA2-C2B8DDC77092}" type="presParOf" srcId="{66122629-EE86-446C-ADF0-517A891B03F4}" destId="{C1765850-BB40-4BA5-A151-EDBCD82997C6}" srcOrd="3" destOrd="0" presId="urn:microsoft.com/office/officeart/2005/8/layout/hierarchy3"/>
    <dgm:cxn modelId="{E886A92E-2B75-448A-8AFA-AF7B608215FE}" type="presParOf" srcId="{66122629-EE86-446C-ADF0-517A891B03F4}" destId="{4F7A7FFB-906B-4D02-B2DC-B95E18FDC006}" srcOrd="4" destOrd="0" presId="urn:microsoft.com/office/officeart/2005/8/layout/hierarchy3"/>
    <dgm:cxn modelId="{94D5BB06-5084-4A2E-B4E6-551C86F8DC58}" type="presParOf" srcId="{66122629-EE86-446C-ADF0-517A891B03F4}" destId="{87C7D5CE-792C-4578-9CE3-759B5230E298}" srcOrd="5" destOrd="0" presId="urn:microsoft.com/office/officeart/2005/8/layout/hierarchy3"/>
    <dgm:cxn modelId="{EC35BADF-9B37-471B-999B-3F693174D3A1}" type="presParOf" srcId="{84D14323-3592-40D4-B43C-98A562786B7B}" destId="{2702FC5E-5171-408D-801D-E585595AA947}" srcOrd="1" destOrd="0" presId="urn:microsoft.com/office/officeart/2005/8/layout/hierarchy3"/>
    <dgm:cxn modelId="{DD5EB8A5-2E3F-4675-A2EF-9406F71A8871}" type="presParOf" srcId="{2702FC5E-5171-408D-801D-E585595AA947}" destId="{A1B39554-08E8-4B41-84B0-D05ACFF9175A}" srcOrd="0" destOrd="0" presId="urn:microsoft.com/office/officeart/2005/8/layout/hierarchy3"/>
    <dgm:cxn modelId="{1FFC22ED-181A-4FDB-BE2D-9A11BFB0E276}" type="presParOf" srcId="{A1B39554-08E8-4B41-84B0-D05ACFF9175A}" destId="{336840B7-B532-4C3B-AD13-D780C462781B}" srcOrd="0" destOrd="0" presId="urn:microsoft.com/office/officeart/2005/8/layout/hierarchy3"/>
    <dgm:cxn modelId="{43FBDE34-A470-4CC0-971E-03E1214DC72C}" type="presParOf" srcId="{A1B39554-08E8-4B41-84B0-D05ACFF9175A}" destId="{841D3B4D-E196-4635-83DA-52CAE90E7EA4}" srcOrd="1" destOrd="0" presId="urn:microsoft.com/office/officeart/2005/8/layout/hierarchy3"/>
    <dgm:cxn modelId="{B1515713-B9CF-4AE2-B85C-3107B5AD03E8}" type="presParOf" srcId="{2702FC5E-5171-408D-801D-E585595AA947}" destId="{F4BF1D62-4D96-4495-8AB2-A61069CF5F99}" srcOrd="1" destOrd="0" presId="urn:microsoft.com/office/officeart/2005/8/layout/hierarchy3"/>
    <dgm:cxn modelId="{309EEA1E-72DD-4489-A026-485F25FC6BDF}" type="presParOf" srcId="{F4BF1D62-4D96-4495-8AB2-A61069CF5F99}" destId="{9528C1BA-B0B1-4B32-BFD2-16C55152C152}" srcOrd="0" destOrd="0" presId="urn:microsoft.com/office/officeart/2005/8/layout/hierarchy3"/>
    <dgm:cxn modelId="{EFC17EDB-71C3-487E-BCAD-4F8A37601E3F}" type="presParOf" srcId="{F4BF1D62-4D96-4495-8AB2-A61069CF5F99}" destId="{F040B7D3-F052-490C-A88B-B29A78310F59}" srcOrd="1" destOrd="0" presId="urn:microsoft.com/office/officeart/2005/8/layout/hierarchy3"/>
    <dgm:cxn modelId="{021AF584-C90A-4476-B52C-C1EA8A253103}" type="presParOf" srcId="{F4BF1D62-4D96-4495-8AB2-A61069CF5F99}" destId="{5DE899CC-0652-4CDE-A686-36211241694F}" srcOrd="2" destOrd="0" presId="urn:microsoft.com/office/officeart/2005/8/layout/hierarchy3"/>
    <dgm:cxn modelId="{123F110C-76D2-44D9-A9FB-BD82C73D3ECF}" type="presParOf" srcId="{F4BF1D62-4D96-4495-8AB2-A61069CF5F99}" destId="{32FADC20-C895-428F-A80D-B60D49E5BA5E}" srcOrd="3" destOrd="0" presId="urn:microsoft.com/office/officeart/2005/8/layout/hierarchy3"/>
    <dgm:cxn modelId="{6809D793-5C24-477F-9A64-D3225645F2C1}" type="presParOf" srcId="{F4BF1D62-4D96-4495-8AB2-A61069CF5F99}" destId="{C865676B-C920-4B07-BC1C-ADDBAA701E34}" srcOrd="4" destOrd="0" presId="urn:microsoft.com/office/officeart/2005/8/layout/hierarchy3"/>
    <dgm:cxn modelId="{C06B5737-787E-41EC-BAFA-5E6D515F73A2}" type="presParOf" srcId="{F4BF1D62-4D96-4495-8AB2-A61069CF5F99}" destId="{6D5F7B42-8DF0-418C-9C78-47E64D3F0ADF}" srcOrd="5" destOrd="0" presId="urn:microsoft.com/office/officeart/2005/8/layout/hierarchy3"/>
    <dgm:cxn modelId="{866E5028-95D1-4A77-858E-155CA8384168}" type="presParOf" srcId="{84D14323-3592-40D4-B43C-98A562786B7B}" destId="{9D1F4A24-42E1-4220-B454-C851CD1B665D}" srcOrd="2" destOrd="0" presId="urn:microsoft.com/office/officeart/2005/8/layout/hierarchy3"/>
    <dgm:cxn modelId="{C7733E27-006B-4430-80A1-35D8AF68B3FB}" type="presParOf" srcId="{9D1F4A24-42E1-4220-B454-C851CD1B665D}" destId="{99FCBBA9-9140-4818-A89E-7BF38E0D5829}" srcOrd="0" destOrd="0" presId="urn:microsoft.com/office/officeart/2005/8/layout/hierarchy3"/>
    <dgm:cxn modelId="{CA8A34BE-95C1-4114-AD18-9B1F443B15BC}" type="presParOf" srcId="{99FCBBA9-9140-4818-A89E-7BF38E0D5829}" destId="{8009F096-A19D-4E7D-A401-B429C912BA75}" srcOrd="0" destOrd="0" presId="urn:microsoft.com/office/officeart/2005/8/layout/hierarchy3"/>
    <dgm:cxn modelId="{A65A9E82-93FF-44AB-BFE1-5D27D31FA1D1}" type="presParOf" srcId="{99FCBBA9-9140-4818-A89E-7BF38E0D5829}" destId="{519A6978-2D12-462C-B02D-0FF1C2971826}" srcOrd="1" destOrd="0" presId="urn:microsoft.com/office/officeart/2005/8/layout/hierarchy3"/>
    <dgm:cxn modelId="{CBE548A2-BFCE-4781-934A-8AC1C9A6E57A}" type="presParOf" srcId="{9D1F4A24-42E1-4220-B454-C851CD1B665D}" destId="{D2E6D5CD-540B-44FD-AEEE-9686A16D4F59}" srcOrd="1" destOrd="0" presId="urn:microsoft.com/office/officeart/2005/8/layout/hierarchy3"/>
    <dgm:cxn modelId="{1AAB513B-3BD5-4AB8-9427-065C49C349F3}" type="presParOf" srcId="{D2E6D5CD-540B-44FD-AEEE-9686A16D4F59}" destId="{307BA7A2-C709-4AC8-A50B-B1059F846314}" srcOrd="0" destOrd="0" presId="urn:microsoft.com/office/officeart/2005/8/layout/hierarchy3"/>
    <dgm:cxn modelId="{FCFD4FA7-6DCD-49B8-8115-2BCE7CCB7264}" type="presParOf" srcId="{D2E6D5CD-540B-44FD-AEEE-9686A16D4F59}" destId="{403F98FD-FCDA-4653-B246-B99270784990}" srcOrd="1" destOrd="0" presId="urn:microsoft.com/office/officeart/2005/8/layout/hierarchy3"/>
    <dgm:cxn modelId="{DD96118E-DAA7-4647-BE34-C99FFC719AC3}" type="presParOf" srcId="{D2E6D5CD-540B-44FD-AEEE-9686A16D4F59}" destId="{C425201B-9ACF-4947-A90D-573D75D752DA}" srcOrd="2" destOrd="0" presId="urn:microsoft.com/office/officeart/2005/8/layout/hierarchy3"/>
    <dgm:cxn modelId="{FEC724A1-2E5D-4B0B-B4CB-51305BA63FA9}" type="presParOf" srcId="{D2E6D5CD-540B-44FD-AEEE-9686A16D4F59}" destId="{9CA298D4-53A6-4405-AF13-7D49DB6D591B}" srcOrd="3" destOrd="0" presId="urn:microsoft.com/office/officeart/2005/8/layout/hierarchy3"/>
    <dgm:cxn modelId="{A323A548-656E-48B5-8656-CC677743C005}" type="presParOf" srcId="{D2E6D5CD-540B-44FD-AEEE-9686A16D4F59}" destId="{F69E006E-DBC8-4939-AD88-10AFE2A6DFBF}" srcOrd="4" destOrd="0" presId="urn:microsoft.com/office/officeart/2005/8/layout/hierarchy3"/>
    <dgm:cxn modelId="{B1641078-2C77-4977-9982-DCFC222E398F}" type="presParOf" srcId="{D2E6D5CD-540B-44FD-AEEE-9686A16D4F59}" destId="{1C30B183-2873-409C-A8E9-ACF55E60E346}" srcOrd="5" destOrd="0" presId="urn:microsoft.com/office/officeart/2005/8/layout/hierarchy3"/>
    <dgm:cxn modelId="{5828BA45-DD50-4E79-9F81-1187C2B9F003}" type="presParOf" srcId="{84D14323-3592-40D4-B43C-98A562786B7B}" destId="{849D2CC0-8C0D-4442-96CE-B3A42E7D210A}" srcOrd="3" destOrd="0" presId="urn:microsoft.com/office/officeart/2005/8/layout/hierarchy3"/>
    <dgm:cxn modelId="{3C84C51D-AB91-4A53-ACDB-5CF12FAB2F7D}" type="presParOf" srcId="{849D2CC0-8C0D-4442-96CE-B3A42E7D210A}" destId="{53FD639F-ADB0-4B73-8581-0A790E8A63F9}" srcOrd="0" destOrd="0" presId="urn:microsoft.com/office/officeart/2005/8/layout/hierarchy3"/>
    <dgm:cxn modelId="{6C84BC37-5683-4DA8-AF90-B3552DFA09E1}" type="presParOf" srcId="{53FD639F-ADB0-4B73-8581-0A790E8A63F9}" destId="{EBD98054-0A84-4CA4-9996-89ABEFA704B6}" srcOrd="0" destOrd="0" presId="urn:microsoft.com/office/officeart/2005/8/layout/hierarchy3"/>
    <dgm:cxn modelId="{5D6A7AD2-6843-4E32-93E7-C660483187B6}" type="presParOf" srcId="{53FD639F-ADB0-4B73-8581-0A790E8A63F9}" destId="{12F29714-28C9-497C-A538-76DE9BE0BCDE}" srcOrd="1" destOrd="0" presId="urn:microsoft.com/office/officeart/2005/8/layout/hierarchy3"/>
    <dgm:cxn modelId="{5877361E-C0E1-4AA0-A960-C1D1423B460F}" type="presParOf" srcId="{849D2CC0-8C0D-4442-96CE-B3A42E7D210A}" destId="{2CBC65AF-ECFB-43E3-8315-D4A2FD7E388E}" srcOrd="1" destOrd="0" presId="urn:microsoft.com/office/officeart/2005/8/layout/hierarchy3"/>
    <dgm:cxn modelId="{188E2732-2E36-4900-9183-D64A8787A0E7}" type="presParOf" srcId="{2CBC65AF-ECFB-43E3-8315-D4A2FD7E388E}" destId="{EF9CA835-611F-4DF7-824F-7C1F8E08509A}" srcOrd="0" destOrd="0" presId="urn:microsoft.com/office/officeart/2005/8/layout/hierarchy3"/>
    <dgm:cxn modelId="{106C2B96-0053-4377-896D-F9DBC5F37BFC}" type="presParOf" srcId="{2CBC65AF-ECFB-43E3-8315-D4A2FD7E388E}" destId="{4177BB3F-E363-445E-BAD3-1415B0DF3741}" srcOrd="1" destOrd="0" presId="urn:microsoft.com/office/officeart/2005/8/layout/hierarchy3"/>
    <dgm:cxn modelId="{D2001461-62BB-4971-A8AC-AE8BB05D5A84}" type="presParOf" srcId="{2CBC65AF-ECFB-43E3-8315-D4A2FD7E388E}" destId="{F676E694-6403-4471-83EF-440E64416601}" srcOrd="2" destOrd="0" presId="urn:microsoft.com/office/officeart/2005/8/layout/hierarchy3"/>
    <dgm:cxn modelId="{EDE812CE-1DF4-4487-A953-CECAB68FFB5F}" type="presParOf" srcId="{2CBC65AF-ECFB-43E3-8315-D4A2FD7E388E}" destId="{A36AD7DC-496D-4198-8E9A-5F7F02FD267E}" srcOrd="3" destOrd="0" presId="urn:microsoft.com/office/officeart/2005/8/layout/hierarchy3"/>
    <dgm:cxn modelId="{6AC1B2C5-B100-4FC9-93C7-9A5D214574F6}" type="presParOf" srcId="{2CBC65AF-ECFB-43E3-8315-D4A2FD7E388E}" destId="{C83A2F5D-D2A3-4C21-B3CB-4A111211AED8}" srcOrd="4" destOrd="0" presId="urn:microsoft.com/office/officeart/2005/8/layout/hierarchy3"/>
    <dgm:cxn modelId="{232FF110-8485-4A8E-97F6-253F0BA2E707}" type="presParOf" srcId="{2CBC65AF-ECFB-43E3-8315-D4A2FD7E388E}" destId="{1DA62C3C-2D4B-4412-8BFF-A9C6E2D5B1B8}"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4C1F19DB-9C02-4C15-9207-B40111FBF75D}" type="doc">
      <dgm:prSet loTypeId="urn:microsoft.com/office/officeart/2005/8/layout/process2" loCatId="process" qsTypeId="urn:microsoft.com/office/officeart/2005/8/quickstyle/simple1" qsCatId="simple" csTypeId="urn:microsoft.com/office/officeart/2005/8/colors/accent1_2" csCatId="accent1" phldr="1"/>
      <dgm:spPr/>
      <dgm:t>
        <a:bodyPr/>
        <a:lstStyle/>
        <a:p>
          <a:endParaRPr lang="en-US"/>
        </a:p>
      </dgm:t>
    </dgm:pt>
    <dgm:pt modelId="{7E227B9F-8417-4390-966A-F0108DB9B0E1}">
      <dgm:prSet phldrT="[Text]"/>
      <dgm:spPr/>
      <dgm:t>
        <a:bodyPr/>
        <a:lstStyle/>
        <a:p>
          <a:r>
            <a:rPr lang="bn-IN" dirty="0"/>
            <a:t>গ্রান্ড প্যারেন্ট স্টক সৃষ্টি</a:t>
          </a:r>
          <a:endParaRPr lang="en-US" dirty="0"/>
        </a:p>
      </dgm:t>
    </dgm:pt>
    <dgm:pt modelId="{6FCC2B4D-DDFE-47ED-8EAF-ADC731E87083}" type="parTrans" cxnId="{A2B254E7-DAFE-40C0-83CC-4A4B2FC558EA}">
      <dgm:prSet/>
      <dgm:spPr/>
      <dgm:t>
        <a:bodyPr/>
        <a:lstStyle/>
        <a:p>
          <a:endParaRPr lang="en-US"/>
        </a:p>
      </dgm:t>
    </dgm:pt>
    <dgm:pt modelId="{D402EFE9-1BDB-4300-88EB-CE697DB4C6B9}" type="sibTrans" cxnId="{A2B254E7-DAFE-40C0-83CC-4A4B2FC558EA}">
      <dgm:prSet/>
      <dgm:spPr/>
      <dgm:t>
        <a:bodyPr/>
        <a:lstStyle/>
        <a:p>
          <a:endParaRPr lang="en-US"/>
        </a:p>
      </dgm:t>
    </dgm:pt>
    <dgm:pt modelId="{9165A848-C540-47ED-BB75-71BD11E21DFF}">
      <dgm:prSet phldrT="[Text]"/>
      <dgm:spPr/>
      <dgm:t>
        <a:bodyPr/>
        <a:lstStyle/>
        <a:p>
          <a:r>
            <a:rPr lang="bn-IN" dirty="0"/>
            <a:t>প্যারেন্ট স্টক সৃষ্টি</a:t>
          </a:r>
          <a:endParaRPr lang="en-US" dirty="0"/>
        </a:p>
      </dgm:t>
    </dgm:pt>
    <dgm:pt modelId="{65FD9975-4CF0-47A0-B6FC-B07A30339949}" type="parTrans" cxnId="{FE020FBC-624C-4A60-8724-19BF0EF6DCDC}">
      <dgm:prSet/>
      <dgm:spPr/>
      <dgm:t>
        <a:bodyPr/>
        <a:lstStyle/>
        <a:p>
          <a:endParaRPr lang="en-US"/>
        </a:p>
      </dgm:t>
    </dgm:pt>
    <dgm:pt modelId="{EFF38853-66B2-4993-A3EC-CC2FA436CD93}" type="sibTrans" cxnId="{FE020FBC-624C-4A60-8724-19BF0EF6DCDC}">
      <dgm:prSet/>
      <dgm:spPr/>
      <dgm:t>
        <a:bodyPr/>
        <a:lstStyle/>
        <a:p>
          <a:endParaRPr lang="en-US"/>
        </a:p>
      </dgm:t>
    </dgm:pt>
    <dgm:pt modelId="{759C4DE6-BC2C-4CE3-A123-AA43BCAC488A}">
      <dgm:prSet phldrT="[Text]"/>
      <dgm:spPr/>
      <dgm:t>
        <a:bodyPr/>
        <a:lstStyle/>
        <a:p>
          <a:r>
            <a:rPr lang="bn-IN" dirty="0"/>
            <a:t>ডিম-&gt;ব্রয়লার/লেয়ার/মোরগ</a:t>
          </a:r>
          <a:endParaRPr lang="en-US" dirty="0"/>
        </a:p>
      </dgm:t>
    </dgm:pt>
    <dgm:pt modelId="{7210A2E5-AA11-4A7A-A827-198105116F54}" type="parTrans" cxnId="{77E5B12C-E696-4D14-B0DF-8A8691011E76}">
      <dgm:prSet/>
      <dgm:spPr/>
      <dgm:t>
        <a:bodyPr/>
        <a:lstStyle/>
        <a:p>
          <a:endParaRPr lang="en-US"/>
        </a:p>
      </dgm:t>
    </dgm:pt>
    <dgm:pt modelId="{07248C61-1974-480F-80B5-41F3EFCAD19D}" type="sibTrans" cxnId="{77E5B12C-E696-4D14-B0DF-8A8691011E76}">
      <dgm:prSet/>
      <dgm:spPr/>
      <dgm:t>
        <a:bodyPr/>
        <a:lstStyle/>
        <a:p>
          <a:endParaRPr lang="en-US"/>
        </a:p>
      </dgm:t>
    </dgm:pt>
    <dgm:pt modelId="{D68E21AB-2352-4252-9753-6703F8A84BBF}" type="pres">
      <dgm:prSet presAssocID="{4C1F19DB-9C02-4C15-9207-B40111FBF75D}" presName="linearFlow" presStyleCnt="0">
        <dgm:presLayoutVars>
          <dgm:resizeHandles val="exact"/>
        </dgm:presLayoutVars>
      </dgm:prSet>
      <dgm:spPr/>
    </dgm:pt>
    <dgm:pt modelId="{59B20FBD-67D7-4705-8BC8-C0CF98146100}" type="pres">
      <dgm:prSet presAssocID="{7E227B9F-8417-4390-966A-F0108DB9B0E1}" presName="node" presStyleLbl="node1" presStyleIdx="0" presStyleCnt="3">
        <dgm:presLayoutVars>
          <dgm:bulletEnabled val="1"/>
        </dgm:presLayoutVars>
      </dgm:prSet>
      <dgm:spPr/>
    </dgm:pt>
    <dgm:pt modelId="{BDB56DB1-4EA5-4F6A-9DE6-E960BE7FE578}" type="pres">
      <dgm:prSet presAssocID="{D402EFE9-1BDB-4300-88EB-CE697DB4C6B9}" presName="sibTrans" presStyleLbl="sibTrans2D1" presStyleIdx="0" presStyleCnt="2"/>
      <dgm:spPr/>
    </dgm:pt>
    <dgm:pt modelId="{0E3DE1AC-1ECD-41C5-B999-4EFA1CE61D1B}" type="pres">
      <dgm:prSet presAssocID="{D402EFE9-1BDB-4300-88EB-CE697DB4C6B9}" presName="connectorText" presStyleLbl="sibTrans2D1" presStyleIdx="0" presStyleCnt="2"/>
      <dgm:spPr/>
    </dgm:pt>
    <dgm:pt modelId="{638A0AC3-D83B-45AB-A1A4-B00E0A826276}" type="pres">
      <dgm:prSet presAssocID="{9165A848-C540-47ED-BB75-71BD11E21DFF}" presName="node" presStyleLbl="node1" presStyleIdx="1" presStyleCnt="3">
        <dgm:presLayoutVars>
          <dgm:bulletEnabled val="1"/>
        </dgm:presLayoutVars>
      </dgm:prSet>
      <dgm:spPr/>
    </dgm:pt>
    <dgm:pt modelId="{03B97818-4873-418E-9539-057E818F0F6A}" type="pres">
      <dgm:prSet presAssocID="{EFF38853-66B2-4993-A3EC-CC2FA436CD93}" presName="sibTrans" presStyleLbl="sibTrans2D1" presStyleIdx="1" presStyleCnt="2"/>
      <dgm:spPr/>
    </dgm:pt>
    <dgm:pt modelId="{B592A627-22B1-4398-958C-3F974C6C6A39}" type="pres">
      <dgm:prSet presAssocID="{EFF38853-66B2-4993-A3EC-CC2FA436CD93}" presName="connectorText" presStyleLbl="sibTrans2D1" presStyleIdx="1" presStyleCnt="2"/>
      <dgm:spPr/>
    </dgm:pt>
    <dgm:pt modelId="{228C1BA9-B88D-4A43-A6F6-B2AD85E34583}" type="pres">
      <dgm:prSet presAssocID="{759C4DE6-BC2C-4CE3-A123-AA43BCAC488A}" presName="node" presStyleLbl="node1" presStyleIdx="2" presStyleCnt="3">
        <dgm:presLayoutVars>
          <dgm:bulletEnabled val="1"/>
        </dgm:presLayoutVars>
      </dgm:prSet>
      <dgm:spPr/>
    </dgm:pt>
  </dgm:ptLst>
  <dgm:cxnLst>
    <dgm:cxn modelId="{40C14311-5A65-435D-8283-2AC70B82111C}" type="presOf" srcId="{759C4DE6-BC2C-4CE3-A123-AA43BCAC488A}" destId="{228C1BA9-B88D-4A43-A6F6-B2AD85E34583}" srcOrd="0" destOrd="0" presId="urn:microsoft.com/office/officeart/2005/8/layout/process2"/>
    <dgm:cxn modelId="{BB773E1B-5AA1-460B-92B1-A38E250C8A4A}" type="presOf" srcId="{EFF38853-66B2-4993-A3EC-CC2FA436CD93}" destId="{03B97818-4873-418E-9539-057E818F0F6A}" srcOrd="0" destOrd="0" presId="urn:microsoft.com/office/officeart/2005/8/layout/process2"/>
    <dgm:cxn modelId="{77E5B12C-E696-4D14-B0DF-8A8691011E76}" srcId="{4C1F19DB-9C02-4C15-9207-B40111FBF75D}" destId="{759C4DE6-BC2C-4CE3-A123-AA43BCAC488A}" srcOrd="2" destOrd="0" parTransId="{7210A2E5-AA11-4A7A-A827-198105116F54}" sibTransId="{07248C61-1974-480F-80B5-41F3EFCAD19D}"/>
    <dgm:cxn modelId="{6BFE532D-319E-4848-BD71-1BDFF5313F1D}" type="presOf" srcId="{EFF38853-66B2-4993-A3EC-CC2FA436CD93}" destId="{B592A627-22B1-4398-958C-3F974C6C6A39}" srcOrd="1" destOrd="0" presId="urn:microsoft.com/office/officeart/2005/8/layout/process2"/>
    <dgm:cxn modelId="{029748B6-26FF-437D-A9B6-D0AFF6921996}" type="presOf" srcId="{9165A848-C540-47ED-BB75-71BD11E21DFF}" destId="{638A0AC3-D83B-45AB-A1A4-B00E0A826276}" srcOrd="0" destOrd="0" presId="urn:microsoft.com/office/officeart/2005/8/layout/process2"/>
    <dgm:cxn modelId="{FE020FBC-624C-4A60-8724-19BF0EF6DCDC}" srcId="{4C1F19DB-9C02-4C15-9207-B40111FBF75D}" destId="{9165A848-C540-47ED-BB75-71BD11E21DFF}" srcOrd="1" destOrd="0" parTransId="{65FD9975-4CF0-47A0-B6FC-B07A30339949}" sibTransId="{EFF38853-66B2-4993-A3EC-CC2FA436CD93}"/>
    <dgm:cxn modelId="{4F3712CD-AA8D-4CCB-B75E-9DD3E1CAA526}" type="presOf" srcId="{4C1F19DB-9C02-4C15-9207-B40111FBF75D}" destId="{D68E21AB-2352-4252-9753-6703F8A84BBF}" srcOrd="0" destOrd="0" presId="urn:microsoft.com/office/officeart/2005/8/layout/process2"/>
    <dgm:cxn modelId="{E07BD4CF-97A1-41B2-B40B-C17FAC7E5391}" type="presOf" srcId="{7E227B9F-8417-4390-966A-F0108DB9B0E1}" destId="{59B20FBD-67D7-4705-8BC8-C0CF98146100}" srcOrd="0" destOrd="0" presId="urn:microsoft.com/office/officeart/2005/8/layout/process2"/>
    <dgm:cxn modelId="{A2B254E7-DAFE-40C0-83CC-4A4B2FC558EA}" srcId="{4C1F19DB-9C02-4C15-9207-B40111FBF75D}" destId="{7E227B9F-8417-4390-966A-F0108DB9B0E1}" srcOrd="0" destOrd="0" parTransId="{6FCC2B4D-DDFE-47ED-8EAF-ADC731E87083}" sibTransId="{D402EFE9-1BDB-4300-88EB-CE697DB4C6B9}"/>
    <dgm:cxn modelId="{42B123EA-BC6C-480C-A642-6705F3E266BC}" type="presOf" srcId="{D402EFE9-1BDB-4300-88EB-CE697DB4C6B9}" destId="{BDB56DB1-4EA5-4F6A-9DE6-E960BE7FE578}" srcOrd="0" destOrd="0" presId="urn:microsoft.com/office/officeart/2005/8/layout/process2"/>
    <dgm:cxn modelId="{6D8B38EB-77EF-4201-B485-A96A8D57B8CB}" type="presOf" srcId="{D402EFE9-1BDB-4300-88EB-CE697DB4C6B9}" destId="{0E3DE1AC-1ECD-41C5-B999-4EFA1CE61D1B}" srcOrd="1" destOrd="0" presId="urn:microsoft.com/office/officeart/2005/8/layout/process2"/>
    <dgm:cxn modelId="{5941FA00-F715-421D-BDE0-13DD98EACE91}" type="presParOf" srcId="{D68E21AB-2352-4252-9753-6703F8A84BBF}" destId="{59B20FBD-67D7-4705-8BC8-C0CF98146100}" srcOrd="0" destOrd="0" presId="urn:microsoft.com/office/officeart/2005/8/layout/process2"/>
    <dgm:cxn modelId="{5BC7C001-08D8-453E-A306-8CFF98C2E122}" type="presParOf" srcId="{D68E21AB-2352-4252-9753-6703F8A84BBF}" destId="{BDB56DB1-4EA5-4F6A-9DE6-E960BE7FE578}" srcOrd="1" destOrd="0" presId="urn:microsoft.com/office/officeart/2005/8/layout/process2"/>
    <dgm:cxn modelId="{C0002FD0-9CD8-4EE5-9812-FE3177D623FC}" type="presParOf" srcId="{BDB56DB1-4EA5-4F6A-9DE6-E960BE7FE578}" destId="{0E3DE1AC-1ECD-41C5-B999-4EFA1CE61D1B}" srcOrd="0" destOrd="0" presId="urn:microsoft.com/office/officeart/2005/8/layout/process2"/>
    <dgm:cxn modelId="{2A4538AC-43BD-4B54-8CBF-63C1E7182812}" type="presParOf" srcId="{D68E21AB-2352-4252-9753-6703F8A84BBF}" destId="{638A0AC3-D83B-45AB-A1A4-B00E0A826276}" srcOrd="2" destOrd="0" presId="urn:microsoft.com/office/officeart/2005/8/layout/process2"/>
    <dgm:cxn modelId="{450FF786-6468-40A2-B746-E4CC3648A64A}" type="presParOf" srcId="{D68E21AB-2352-4252-9753-6703F8A84BBF}" destId="{03B97818-4873-418E-9539-057E818F0F6A}" srcOrd="3" destOrd="0" presId="urn:microsoft.com/office/officeart/2005/8/layout/process2"/>
    <dgm:cxn modelId="{F8A2828A-AEA0-42B6-8FF7-29001824CFE0}" type="presParOf" srcId="{03B97818-4873-418E-9539-057E818F0F6A}" destId="{B592A627-22B1-4398-958C-3F974C6C6A39}" srcOrd="0" destOrd="0" presId="urn:microsoft.com/office/officeart/2005/8/layout/process2"/>
    <dgm:cxn modelId="{F97DB688-5EA5-4AE6-9EFD-46733339A3F9}" type="presParOf" srcId="{D68E21AB-2352-4252-9753-6703F8A84BBF}" destId="{228C1BA9-B88D-4A43-A6F6-B2AD85E34583}" srcOrd="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684690EF-CCD6-460D-A98F-3EDD5607B614}"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n-US"/>
        </a:p>
      </dgm:t>
    </dgm:pt>
    <dgm:pt modelId="{1EE674E9-0F7A-4F9A-913A-22DB6A53D1B1}">
      <dgm:prSet phldrT="[Text]"/>
      <dgm:spPr/>
      <dgm:t>
        <a:bodyPr/>
        <a:lstStyle/>
        <a:p>
          <a:r>
            <a:rPr lang="en-US" dirty="0" err="1"/>
            <a:t>ডিম</a:t>
          </a:r>
          <a:r>
            <a:rPr lang="en-US" dirty="0"/>
            <a:t> </a:t>
          </a:r>
          <a:r>
            <a:rPr lang="en-US" dirty="0" err="1"/>
            <a:t>ফোটানোর</a:t>
          </a:r>
          <a:r>
            <a:rPr lang="en-US" dirty="0"/>
            <a:t> </a:t>
          </a:r>
          <a:r>
            <a:rPr lang="en-US" dirty="0" err="1"/>
            <a:t>পদ্ধতি</a:t>
          </a:r>
          <a:endParaRPr lang="en-US" dirty="0"/>
        </a:p>
      </dgm:t>
    </dgm:pt>
    <dgm:pt modelId="{8076F6BA-E6B4-48EB-AC7B-3511D5E33074}" type="parTrans" cxnId="{B2EA6329-0552-4B18-9518-B65B43F2947D}">
      <dgm:prSet/>
      <dgm:spPr/>
      <dgm:t>
        <a:bodyPr/>
        <a:lstStyle/>
        <a:p>
          <a:endParaRPr lang="en-US"/>
        </a:p>
      </dgm:t>
    </dgm:pt>
    <dgm:pt modelId="{72BDAAFE-B574-4082-9F29-FB92FD8244B4}" type="sibTrans" cxnId="{B2EA6329-0552-4B18-9518-B65B43F2947D}">
      <dgm:prSet/>
      <dgm:spPr/>
      <dgm:t>
        <a:bodyPr/>
        <a:lstStyle/>
        <a:p>
          <a:endParaRPr lang="en-US"/>
        </a:p>
      </dgm:t>
    </dgm:pt>
    <dgm:pt modelId="{19932819-A096-4662-B8D3-78CCFC399A7D}">
      <dgm:prSet phldrT="[Text]"/>
      <dgm:spPr/>
      <dgm:t>
        <a:bodyPr/>
        <a:lstStyle/>
        <a:p>
          <a:r>
            <a:rPr lang="en-US" dirty="0" err="1"/>
            <a:t>প্রাকৃতিক</a:t>
          </a:r>
          <a:r>
            <a:rPr lang="en-US" dirty="0"/>
            <a:t> </a:t>
          </a:r>
          <a:r>
            <a:rPr lang="en-US" dirty="0" err="1"/>
            <a:t>পদ্ধতি</a:t>
          </a:r>
          <a:endParaRPr lang="en-US" dirty="0"/>
        </a:p>
      </dgm:t>
    </dgm:pt>
    <dgm:pt modelId="{91E9DA79-8DF6-47EE-8ACF-79244D44BF6F}" type="parTrans" cxnId="{461987C0-2D72-47DD-970C-E89430BB99A2}">
      <dgm:prSet/>
      <dgm:spPr/>
      <dgm:t>
        <a:bodyPr/>
        <a:lstStyle/>
        <a:p>
          <a:endParaRPr lang="en-US"/>
        </a:p>
      </dgm:t>
    </dgm:pt>
    <dgm:pt modelId="{3CCF4CE4-1458-4811-9802-772BD96FE278}" type="sibTrans" cxnId="{461987C0-2D72-47DD-970C-E89430BB99A2}">
      <dgm:prSet/>
      <dgm:spPr/>
      <dgm:t>
        <a:bodyPr/>
        <a:lstStyle/>
        <a:p>
          <a:endParaRPr lang="en-US"/>
        </a:p>
      </dgm:t>
    </dgm:pt>
    <dgm:pt modelId="{D9A68180-3C12-43D2-9B5B-69FF15951D03}">
      <dgm:prSet phldrT="[Text]"/>
      <dgm:spPr/>
      <dgm:t>
        <a:bodyPr/>
        <a:lstStyle/>
        <a:p>
          <a:r>
            <a:rPr lang="en-US" dirty="0" err="1"/>
            <a:t>কৃত্তিম</a:t>
          </a:r>
          <a:r>
            <a:rPr lang="en-US" dirty="0"/>
            <a:t> </a:t>
          </a:r>
          <a:r>
            <a:rPr lang="en-US" dirty="0" err="1"/>
            <a:t>পদ্ধতি</a:t>
          </a:r>
          <a:endParaRPr lang="en-US" dirty="0"/>
        </a:p>
      </dgm:t>
    </dgm:pt>
    <dgm:pt modelId="{9C9FE296-3792-4563-B8DD-6A7F0BE70A2B}" type="parTrans" cxnId="{6098F32C-1A67-4840-A1AA-A73A30222903}">
      <dgm:prSet/>
      <dgm:spPr/>
      <dgm:t>
        <a:bodyPr/>
        <a:lstStyle/>
        <a:p>
          <a:endParaRPr lang="en-US"/>
        </a:p>
      </dgm:t>
    </dgm:pt>
    <dgm:pt modelId="{813F2BC8-07CF-4C38-A2EF-6487A5C9CE28}" type="sibTrans" cxnId="{6098F32C-1A67-4840-A1AA-A73A30222903}">
      <dgm:prSet/>
      <dgm:spPr/>
      <dgm:t>
        <a:bodyPr/>
        <a:lstStyle/>
        <a:p>
          <a:endParaRPr lang="en-US"/>
        </a:p>
      </dgm:t>
    </dgm:pt>
    <dgm:pt modelId="{60F53F55-E4B3-42AD-A9F4-1ED197A3BC9A}">
      <dgm:prSet phldrT="[Text]"/>
      <dgm:spPr/>
      <dgm:t>
        <a:bodyPr/>
        <a:lstStyle/>
        <a:p>
          <a:r>
            <a:rPr lang="en-US" dirty="0" err="1"/>
            <a:t>ইনকিউবেটর</a:t>
          </a:r>
          <a:r>
            <a:rPr lang="en-US" dirty="0"/>
            <a:t> </a:t>
          </a:r>
          <a:r>
            <a:rPr lang="en-US" dirty="0" err="1"/>
            <a:t>পদ্ধতি</a:t>
          </a:r>
          <a:endParaRPr lang="en-US" dirty="0"/>
        </a:p>
      </dgm:t>
    </dgm:pt>
    <dgm:pt modelId="{F81EA33B-1B70-44CF-951F-D13452F64499}" type="parTrans" cxnId="{7D220F84-3E8E-4E66-805E-D0886A3023E5}">
      <dgm:prSet/>
      <dgm:spPr/>
      <dgm:t>
        <a:bodyPr/>
        <a:lstStyle/>
        <a:p>
          <a:endParaRPr lang="en-US"/>
        </a:p>
      </dgm:t>
    </dgm:pt>
    <dgm:pt modelId="{231B8C1F-0C96-4E6C-BB03-590EEE839DD5}" type="sibTrans" cxnId="{7D220F84-3E8E-4E66-805E-D0886A3023E5}">
      <dgm:prSet/>
      <dgm:spPr/>
      <dgm:t>
        <a:bodyPr/>
        <a:lstStyle/>
        <a:p>
          <a:endParaRPr lang="en-US"/>
        </a:p>
      </dgm:t>
    </dgm:pt>
    <dgm:pt modelId="{D02509A3-2BA8-487E-8778-C04C72E995E9}">
      <dgm:prSet phldrT="[Text]"/>
      <dgm:spPr/>
      <dgm:t>
        <a:bodyPr/>
        <a:lstStyle/>
        <a:p>
          <a:r>
            <a:rPr lang="en-US" dirty="0" err="1"/>
            <a:t>তুষ</a:t>
          </a:r>
          <a:r>
            <a:rPr lang="en-US" dirty="0"/>
            <a:t>, </a:t>
          </a:r>
          <a:r>
            <a:rPr lang="en-US" dirty="0" err="1"/>
            <a:t>তুলা</a:t>
          </a:r>
          <a:r>
            <a:rPr lang="en-US" dirty="0"/>
            <a:t> </a:t>
          </a:r>
          <a:r>
            <a:rPr lang="en-US" dirty="0" err="1"/>
            <a:t>পদ্ধতি</a:t>
          </a:r>
          <a:endParaRPr lang="en-US" dirty="0"/>
        </a:p>
      </dgm:t>
    </dgm:pt>
    <dgm:pt modelId="{71F1FB0C-71D6-411C-8FED-557A024610D0}" type="parTrans" cxnId="{46167DF4-7A64-4CB8-BB33-0077D976FC7A}">
      <dgm:prSet/>
      <dgm:spPr/>
      <dgm:t>
        <a:bodyPr/>
        <a:lstStyle/>
        <a:p>
          <a:endParaRPr lang="en-US"/>
        </a:p>
      </dgm:t>
    </dgm:pt>
    <dgm:pt modelId="{A058192B-0079-49FE-B319-5AD2E7154F55}" type="sibTrans" cxnId="{46167DF4-7A64-4CB8-BB33-0077D976FC7A}">
      <dgm:prSet/>
      <dgm:spPr/>
      <dgm:t>
        <a:bodyPr/>
        <a:lstStyle/>
        <a:p>
          <a:endParaRPr lang="en-US"/>
        </a:p>
      </dgm:t>
    </dgm:pt>
    <dgm:pt modelId="{137DA4AE-FE0F-4E6D-BC5C-FF5638FAB451}">
      <dgm:prSet phldrT="[Text]"/>
      <dgm:spPr/>
      <dgm:t>
        <a:bodyPr/>
        <a:lstStyle/>
        <a:p>
          <a:r>
            <a:rPr lang="en-US" dirty="0" err="1"/>
            <a:t>কেরোসিন</a:t>
          </a:r>
          <a:r>
            <a:rPr lang="en-US" dirty="0"/>
            <a:t>  </a:t>
          </a:r>
          <a:r>
            <a:rPr lang="en-US" dirty="0" err="1"/>
            <a:t>ইনকিউবেটর</a:t>
          </a:r>
          <a:endParaRPr lang="en-US" dirty="0"/>
        </a:p>
      </dgm:t>
    </dgm:pt>
    <dgm:pt modelId="{DAA9CD5A-263E-4FDC-8C35-5B6AB65F6B14}" type="parTrans" cxnId="{533B4877-94E9-4947-9727-7D6DD9370288}">
      <dgm:prSet/>
      <dgm:spPr/>
      <dgm:t>
        <a:bodyPr/>
        <a:lstStyle/>
        <a:p>
          <a:endParaRPr lang="en-US"/>
        </a:p>
      </dgm:t>
    </dgm:pt>
    <dgm:pt modelId="{FEC1422B-BD3E-4702-A18A-1E84A06F4CEB}" type="sibTrans" cxnId="{533B4877-94E9-4947-9727-7D6DD9370288}">
      <dgm:prSet/>
      <dgm:spPr/>
      <dgm:t>
        <a:bodyPr/>
        <a:lstStyle/>
        <a:p>
          <a:endParaRPr lang="en-US"/>
        </a:p>
      </dgm:t>
    </dgm:pt>
    <dgm:pt modelId="{7D0C55F5-7C51-466A-8BDC-B3DCF128003D}">
      <dgm:prSet phldrT="[Text]"/>
      <dgm:spPr/>
      <dgm:t>
        <a:bodyPr/>
        <a:lstStyle/>
        <a:p>
          <a:r>
            <a:rPr lang="en-US" dirty="0" err="1"/>
            <a:t>বৈদ্যুতিক</a:t>
          </a:r>
          <a:r>
            <a:rPr lang="en-US" dirty="0"/>
            <a:t> </a:t>
          </a:r>
          <a:r>
            <a:rPr lang="en-US" dirty="0" err="1"/>
            <a:t>ইনকিউবেটর</a:t>
          </a:r>
          <a:endParaRPr lang="en-US" dirty="0"/>
        </a:p>
      </dgm:t>
    </dgm:pt>
    <dgm:pt modelId="{5934F397-3243-4192-A3C9-FAFFFD449AB8}" type="parTrans" cxnId="{242DEF5E-0CBE-4630-AB1F-EA1DE1F1093B}">
      <dgm:prSet/>
      <dgm:spPr/>
      <dgm:t>
        <a:bodyPr/>
        <a:lstStyle/>
        <a:p>
          <a:endParaRPr lang="en-US"/>
        </a:p>
      </dgm:t>
    </dgm:pt>
    <dgm:pt modelId="{D9ED5F24-6FDD-4249-A5CC-3102217A52CE}" type="sibTrans" cxnId="{242DEF5E-0CBE-4630-AB1F-EA1DE1F1093B}">
      <dgm:prSet/>
      <dgm:spPr/>
      <dgm:t>
        <a:bodyPr/>
        <a:lstStyle/>
        <a:p>
          <a:endParaRPr lang="en-US"/>
        </a:p>
      </dgm:t>
    </dgm:pt>
    <dgm:pt modelId="{689310A2-D7BF-40FC-88F0-E00784637B63}" type="pres">
      <dgm:prSet presAssocID="{684690EF-CCD6-460D-A98F-3EDD5607B614}" presName="Name0" presStyleCnt="0">
        <dgm:presLayoutVars>
          <dgm:chPref val="1"/>
          <dgm:dir/>
          <dgm:animOne val="branch"/>
          <dgm:animLvl val="lvl"/>
          <dgm:resizeHandles val="exact"/>
        </dgm:presLayoutVars>
      </dgm:prSet>
      <dgm:spPr/>
    </dgm:pt>
    <dgm:pt modelId="{3D3E9D76-EF34-45AD-AB9F-D114D935AC54}" type="pres">
      <dgm:prSet presAssocID="{1EE674E9-0F7A-4F9A-913A-22DB6A53D1B1}" presName="root1" presStyleCnt="0"/>
      <dgm:spPr/>
    </dgm:pt>
    <dgm:pt modelId="{DC3EEE8C-580C-48C7-B659-7A82B97C147F}" type="pres">
      <dgm:prSet presAssocID="{1EE674E9-0F7A-4F9A-913A-22DB6A53D1B1}" presName="LevelOneTextNode" presStyleLbl="node0" presStyleIdx="0" presStyleCnt="1">
        <dgm:presLayoutVars>
          <dgm:chPref val="3"/>
        </dgm:presLayoutVars>
      </dgm:prSet>
      <dgm:spPr/>
    </dgm:pt>
    <dgm:pt modelId="{44522616-A2A2-4917-B823-2B3919EB8A72}" type="pres">
      <dgm:prSet presAssocID="{1EE674E9-0F7A-4F9A-913A-22DB6A53D1B1}" presName="level2hierChild" presStyleCnt="0"/>
      <dgm:spPr/>
    </dgm:pt>
    <dgm:pt modelId="{B60C9565-E020-4DE4-9916-30BD64051C45}" type="pres">
      <dgm:prSet presAssocID="{91E9DA79-8DF6-47EE-8ACF-79244D44BF6F}" presName="conn2-1" presStyleLbl="parChTrans1D2" presStyleIdx="0" presStyleCnt="2"/>
      <dgm:spPr/>
    </dgm:pt>
    <dgm:pt modelId="{21B3956D-2996-44CC-A413-57B9FF23438A}" type="pres">
      <dgm:prSet presAssocID="{91E9DA79-8DF6-47EE-8ACF-79244D44BF6F}" presName="connTx" presStyleLbl="parChTrans1D2" presStyleIdx="0" presStyleCnt="2"/>
      <dgm:spPr/>
    </dgm:pt>
    <dgm:pt modelId="{1D0F9989-26F6-44B4-9FE6-C8AF939C6DA3}" type="pres">
      <dgm:prSet presAssocID="{19932819-A096-4662-B8D3-78CCFC399A7D}" presName="root2" presStyleCnt="0"/>
      <dgm:spPr/>
    </dgm:pt>
    <dgm:pt modelId="{DF718DD3-EDA4-4FB4-9D28-FC07176E880B}" type="pres">
      <dgm:prSet presAssocID="{19932819-A096-4662-B8D3-78CCFC399A7D}" presName="LevelTwoTextNode" presStyleLbl="node2" presStyleIdx="0" presStyleCnt="2">
        <dgm:presLayoutVars>
          <dgm:chPref val="3"/>
        </dgm:presLayoutVars>
      </dgm:prSet>
      <dgm:spPr/>
    </dgm:pt>
    <dgm:pt modelId="{C56D5FE6-C5C2-4E23-9E58-EB5CF98B5E74}" type="pres">
      <dgm:prSet presAssocID="{19932819-A096-4662-B8D3-78CCFC399A7D}" presName="level3hierChild" presStyleCnt="0"/>
      <dgm:spPr/>
    </dgm:pt>
    <dgm:pt modelId="{20638837-8EC6-42D2-A703-22DDCCEB30DA}" type="pres">
      <dgm:prSet presAssocID="{9C9FE296-3792-4563-B8DD-6A7F0BE70A2B}" presName="conn2-1" presStyleLbl="parChTrans1D2" presStyleIdx="1" presStyleCnt="2"/>
      <dgm:spPr/>
    </dgm:pt>
    <dgm:pt modelId="{54AF626F-13FD-4A26-8E14-BC1DE82F2797}" type="pres">
      <dgm:prSet presAssocID="{9C9FE296-3792-4563-B8DD-6A7F0BE70A2B}" presName="connTx" presStyleLbl="parChTrans1D2" presStyleIdx="1" presStyleCnt="2"/>
      <dgm:spPr/>
    </dgm:pt>
    <dgm:pt modelId="{7D9D2A9F-DDF8-43EB-B2DC-5D0D84CBBDC1}" type="pres">
      <dgm:prSet presAssocID="{D9A68180-3C12-43D2-9B5B-69FF15951D03}" presName="root2" presStyleCnt="0"/>
      <dgm:spPr/>
    </dgm:pt>
    <dgm:pt modelId="{024B61BC-0815-4FAB-B08D-7F6B2EFEF431}" type="pres">
      <dgm:prSet presAssocID="{D9A68180-3C12-43D2-9B5B-69FF15951D03}" presName="LevelTwoTextNode" presStyleLbl="node2" presStyleIdx="1" presStyleCnt="2">
        <dgm:presLayoutVars>
          <dgm:chPref val="3"/>
        </dgm:presLayoutVars>
      </dgm:prSet>
      <dgm:spPr/>
    </dgm:pt>
    <dgm:pt modelId="{14F96989-1F86-40E9-A964-A8FC987AFA60}" type="pres">
      <dgm:prSet presAssocID="{D9A68180-3C12-43D2-9B5B-69FF15951D03}" presName="level3hierChild" presStyleCnt="0"/>
      <dgm:spPr/>
    </dgm:pt>
    <dgm:pt modelId="{74CF4261-EB9D-4261-9587-8F9AD5988432}" type="pres">
      <dgm:prSet presAssocID="{F81EA33B-1B70-44CF-951F-D13452F64499}" presName="conn2-1" presStyleLbl="parChTrans1D3" presStyleIdx="0" presStyleCnt="2"/>
      <dgm:spPr/>
    </dgm:pt>
    <dgm:pt modelId="{F61E3D48-ED23-4C32-AF87-DB63D89A66CF}" type="pres">
      <dgm:prSet presAssocID="{F81EA33B-1B70-44CF-951F-D13452F64499}" presName="connTx" presStyleLbl="parChTrans1D3" presStyleIdx="0" presStyleCnt="2"/>
      <dgm:spPr/>
    </dgm:pt>
    <dgm:pt modelId="{BBCF966F-C668-42D1-8219-EA1BF3D2B8F6}" type="pres">
      <dgm:prSet presAssocID="{60F53F55-E4B3-42AD-A9F4-1ED197A3BC9A}" presName="root2" presStyleCnt="0"/>
      <dgm:spPr/>
    </dgm:pt>
    <dgm:pt modelId="{5FB38A42-5D7A-45E4-912C-0C0B66D0B331}" type="pres">
      <dgm:prSet presAssocID="{60F53F55-E4B3-42AD-A9F4-1ED197A3BC9A}" presName="LevelTwoTextNode" presStyleLbl="node3" presStyleIdx="0" presStyleCnt="2">
        <dgm:presLayoutVars>
          <dgm:chPref val="3"/>
        </dgm:presLayoutVars>
      </dgm:prSet>
      <dgm:spPr/>
    </dgm:pt>
    <dgm:pt modelId="{48112C9D-1120-4C50-AAC3-513AEC1E4917}" type="pres">
      <dgm:prSet presAssocID="{60F53F55-E4B3-42AD-A9F4-1ED197A3BC9A}" presName="level3hierChild" presStyleCnt="0"/>
      <dgm:spPr/>
    </dgm:pt>
    <dgm:pt modelId="{4170E900-AB44-441E-87DF-592FFA660454}" type="pres">
      <dgm:prSet presAssocID="{DAA9CD5A-263E-4FDC-8C35-5B6AB65F6B14}" presName="conn2-1" presStyleLbl="parChTrans1D4" presStyleIdx="0" presStyleCnt="2"/>
      <dgm:spPr/>
    </dgm:pt>
    <dgm:pt modelId="{BF2CFF11-AC8D-4A9F-A1D1-2A4BB24E1306}" type="pres">
      <dgm:prSet presAssocID="{DAA9CD5A-263E-4FDC-8C35-5B6AB65F6B14}" presName="connTx" presStyleLbl="parChTrans1D4" presStyleIdx="0" presStyleCnt="2"/>
      <dgm:spPr/>
    </dgm:pt>
    <dgm:pt modelId="{03897475-05D4-4DDF-9E71-1A4324AB5139}" type="pres">
      <dgm:prSet presAssocID="{137DA4AE-FE0F-4E6D-BC5C-FF5638FAB451}" presName="root2" presStyleCnt="0"/>
      <dgm:spPr/>
    </dgm:pt>
    <dgm:pt modelId="{1B1887EC-A314-462E-B561-4A34A208824F}" type="pres">
      <dgm:prSet presAssocID="{137DA4AE-FE0F-4E6D-BC5C-FF5638FAB451}" presName="LevelTwoTextNode" presStyleLbl="node4" presStyleIdx="0" presStyleCnt="2">
        <dgm:presLayoutVars>
          <dgm:chPref val="3"/>
        </dgm:presLayoutVars>
      </dgm:prSet>
      <dgm:spPr/>
    </dgm:pt>
    <dgm:pt modelId="{C4084FAE-1081-46FB-9603-32698353A913}" type="pres">
      <dgm:prSet presAssocID="{137DA4AE-FE0F-4E6D-BC5C-FF5638FAB451}" presName="level3hierChild" presStyleCnt="0"/>
      <dgm:spPr/>
    </dgm:pt>
    <dgm:pt modelId="{689EAB13-3173-48EF-818C-BFCF584F2851}" type="pres">
      <dgm:prSet presAssocID="{5934F397-3243-4192-A3C9-FAFFFD449AB8}" presName="conn2-1" presStyleLbl="parChTrans1D4" presStyleIdx="1" presStyleCnt="2"/>
      <dgm:spPr/>
    </dgm:pt>
    <dgm:pt modelId="{60801C10-A8A7-44FA-847A-644F0D6244C1}" type="pres">
      <dgm:prSet presAssocID="{5934F397-3243-4192-A3C9-FAFFFD449AB8}" presName="connTx" presStyleLbl="parChTrans1D4" presStyleIdx="1" presStyleCnt="2"/>
      <dgm:spPr/>
    </dgm:pt>
    <dgm:pt modelId="{CB87FD6F-05BC-429F-9273-4C39590C216C}" type="pres">
      <dgm:prSet presAssocID="{7D0C55F5-7C51-466A-8BDC-B3DCF128003D}" presName="root2" presStyleCnt="0"/>
      <dgm:spPr/>
    </dgm:pt>
    <dgm:pt modelId="{0493AF23-5115-442E-99C0-C8D03054A503}" type="pres">
      <dgm:prSet presAssocID="{7D0C55F5-7C51-466A-8BDC-B3DCF128003D}" presName="LevelTwoTextNode" presStyleLbl="node4" presStyleIdx="1" presStyleCnt="2">
        <dgm:presLayoutVars>
          <dgm:chPref val="3"/>
        </dgm:presLayoutVars>
      </dgm:prSet>
      <dgm:spPr/>
    </dgm:pt>
    <dgm:pt modelId="{CFCA5872-6E92-4D67-8B01-5A192C97C572}" type="pres">
      <dgm:prSet presAssocID="{7D0C55F5-7C51-466A-8BDC-B3DCF128003D}" presName="level3hierChild" presStyleCnt="0"/>
      <dgm:spPr/>
    </dgm:pt>
    <dgm:pt modelId="{29E75252-4C5B-4DF5-BC75-20F710553773}" type="pres">
      <dgm:prSet presAssocID="{71F1FB0C-71D6-411C-8FED-557A024610D0}" presName="conn2-1" presStyleLbl="parChTrans1D3" presStyleIdx="1" presStyleCnt="2"/>
      <dgm:spPr/>
    </dgm:pt>
    <dgm:pt modelId="{F3197021-858C-4EC2-B0D3-0DBCFAF8C652}" type="pres">
      <dgm:prSet presAssocID="{71F1FB0C-71D6-411C-8FED-557A024610D0}" presName="connTx" presStyleLbl="parChTrans1D3" presStyleIdx="1" presStyleCnt="2"/>
      <dgm:spPr/>
    </dgm:pt>
    <dgm:pt modelId="{DCE70B77-7983-4B5F-A005-516CF014239C}" type="pres">
      <dgm:prSet presAssocID="{D02509A3-2BA8-487E-8778-C04C72E995E9}" presName="root2" presStyleCnt="0"/>
      <dgm:spPr/>
    </dgm:pt>
    <dgm:pt modelId="{AC5B630A-1507-471F-B46B-46B173731CA5}" type="pres">
      <dgm:prSet presAssocID="{D02509A3-2BA8-487E-8778-C04C72E995E9}" presName="LevelTwoTextNode" presStyleLbl="node3" presStyleIdx="1" presStyleCnt="2">
        <dgm:presLayoutVars>
          <dgm:chPref val="3"/>
        </dgm:presLayoutVars>
      </dgm:prSet>
      <dgm:spPr/>
    </dgm:pt>
    <dgm:pt modelId="{29BF055D-6549-4451-A80E-51DD33B1200F}" type="pres">
      <dgm:prSet presAssocID="{D02509A3-2BA8-487E-8778-C04C72E995E9}" presName="level3hierChild" presStyleCnt="0"/>
      <dgm:spPr/>
    </dgm:pt>
  </dgm:ptLst>
  <dgm:cxnLst>
    <dgm:cxn modelId="{B2EA6329-0552-4B18-9518-B65B43F2947D}" srcId="{684690EF-CCD6-460D-A98F-3EDD5607B614}" destId="{1EE674E9-0F7A-4F9A-913A-22DB6A53D1B1}" srcOrd="0" destOrd="0" parTransId="{8076F6BA-E6B4-48EB-AC7B-3511D5E33074}" sibTransId="{72BDAAFE-B574-4082-9F29-FB92FD8244B4}"/>
    <dgm:cxn modelId="{6098F32C-1A67-4840-A1AA-A73A30222903}" srcId="{1EE674E9-0F7A-4F9A-913A-22DB6A53D1B1}" destId="{D9A68180-3C12-43D2-9B5B-69FF15951D03}" srcOrd="1" destOrd="0" parTransId="{9C9FE296-3792-4563-B8DD-6A7F0BE70A2B}" sibTransId="{813F2BC8-07CF-4C38-A2EF-6487A5C9CE28}"/>
    <dgm:cxn modelId="{F696B72D-2657-4EE9-83C8-EA81FA251110}" type="presOf" srcId="{9C9FE296-3792-4563-B8DD-6A7F0BE70A2B}" destId="{20638837-8EC6-42D2-A703-22DDCCEB30DA}" srcOrd="0" destOrd="0" presId="urn:microsoft.com/office/officeart/2008/layout/HorizontalMultiLevelHierarchy"/>
    <dgm:cxn modelId="{31417F2E-9486-4C65-B4AB-1897407BA945}" type="presOf" srcId="{137DA4AE-FE0F-4E6D-BC5C-FF5638FAB451}" destId="{1B1887EC-A314-462E-B561-4A34A208824F}" srcOrd="0" destOrd="0" presId="urn:microsoft.com/office/officeart/2008/layout/HorizontalMultiLevelHierarchy"/>
    <dgm:cxn modelId="{9A462532-22B9-41E2-9D01-326B18596A88}" type="presOf" srcId="{7D0C55F5-7C51-466A-8BDC-B3DCF128003D}" destId="{0493AF23-5115-442E-99C0-C8D03054A503}" srcOrd="0" destOrd="0" presId="urn:microsoft.com/office/officeart/2008/layout/HorizontalMultiLevelHierarchy"/>
    <dgm:cxn modelId="{17BD8936-8B1B-4D3B-A324-1B8805BB16DA}" type="presOf" srcId="{19932819-A096-4662-B8D3-78CCFC399A7D}" destId="{DF718DD3-EDA4-4FB4-9D28-FC07176E880B}" srcOrd="0" destOrd="0" presId="urn:microsoft.com/office/officeart/2008/layout/HorizontalMultiLevelHierarchy"/>
    <dgm:cxn modelId="{242DEF5E-0CBE-4630-AB1F-EA1DE1F1093B}" srcId="{60F53F55-E4B3-42AD-A9F4-1ED197A3BC9A}" destId="{7D0C55F5-7C51-466A-8BDC-B3DCF128003D}" srcOrd="1" destOrd="0" parTransId="{5934F397-3243-4192-A3C9-FAFFFD449AB8}" sibTransId="{D9ED5F24-6FDD-4249-A5CC-3102217A52CE}"/>
    <dgm:cxn modelId="{5334E443-ECD9-4799-B2B2-9074DCAEA198}" type="presOf" srcId="{D02509A3-2BA8-487E-8778-C04C72E995E9}" destId="{AC5B630A-1507-471F-B46B-46B173731CA5}" srcOrd="0" destOrd="0" presId="urn:microsoft.com/office/officeart/2008/layout/HorizontalMultiLevelHierarchy"/>
    <dgm:cxn modelId="{13F0D646-3333-41AE-86ED-FBEA1D4786D5}" type="presOf" srcId="{9C9FE296-3792-4563-B8DD-6A7F0BE70A2B}" destId="{54AF626F-13FD-4A26-8E14-BC1DE82F2797}" srcOrd="1" destOrd="0" presId="urn:microsoft.com/office/officeart/2008/layout/HorizontalMultiLevelHierarchy"/>
    <dgm:cxn modelId="{3AFD9F48-013F-4338-BF71-A4C5BE9A11E6}" type="presOf" srcId="{D9A68180-3C12-43D2-9B5B-69FF15951D03}" destId="{024B61BC-0815-4FAB-B08D-7F6B2EFEF431}" srcOrd="0" destOrd="0" presId="urn:microsoft.com/office/officeart/2008/layout/HorizontalMultiLevelHierarchy"/>
    <dgm:cxn modelId="{533B4877-94E9-4947-9727-7D6DD9370288}" srcId="{60F53F55-E4B3-42AD-A9F4-1ED197A3BC9A}" destId="{137DA4AE-FE0F-4E6D-BC5C-FF5638FAB451}" srcOrd="0" destOrd="0" parTransId="{DAA9CD5A-263E-4FDC-8C35-5B6AB65F6B14}" sibTransId="{FEC1422B-BD3E-4702-A18A-1E84A06F4CEB}"/>
    <dgm:cxn modelId="{B674CE7E-E677-4AEB-BD2F-91B1C653FAA2}" type="presOf" srcId="{91E9DA79-8DF6-47EE-8ACF-79244D44BF6F}" destId="{B60C9565-E020-4DE4-9916-30BD64051C45}" srcOrd="0" destOrd="0" presId="urn:microsoft.com/office/officeart/2008/layout/HorizontalMultiLevelHierarchy"/>
    <dgm:cxn modelId="{7D220F84-3E8E-4E66-805E-D0886A3023E5}" srcId="{D9A68180-3C12-43D2-9B5B-69FF15951D03}" destId="{60F53F55-E4B3-42AD-A9F4-1ED197A3BC9A}" srcOrd="0" destOrd="0" parTransId="{F81EA33B-1B70-44CF-951F-D13452F64499}" sibTransId="{231B8C1F-0C96-4E6C-BB03-590EEE839DD5}"/>
    <dgm:cxn modelId="{555C6895-1924-4B65-8122-87094955124C}" type="presOf" srcId="{5934F397-3243-4192-A3C9-FAFFFD449AB8}" destId="{689EAB13-3173-48EF-818C-BFCF584F2851}" srcOrd="0" destOrd="0" presId="urn:microsoft.com/office/officeart/2008/layout/HorizontalMultiLevelHierarchy"/>
    <dgm:cxn modelId="{A3B77BA4-CF3D-4972-AF0E-C4212B84F15B}" type="presOf" srcId="{71F1FB0C-71D6-411C-8FED-557A024610D0}" destId="{29E75252-4C5B-4DF5-BC75-20F710553773}" srcOrd="0" destOrd="0" presId="urn:microsoft.com/office/officeart/2008/layout/HorizontalMultiLevelHierarchy"/>
    <dgm:cxn modelId="{6BE1FBA7-02F1-4EC2-BE64-BC0813ED48B4}" type="presOf" srcId="{5934F397-3243-4192-A3C9-FAFFFD449AB8}" destId="{60801C10-A8A7-44FA-847A-644F0D6244C1}" srcOrd="1" destOrd="0" presId="urn:microsoft.com/office/officeart/2008/layout/HorizontalMultiLevelHierarchy"/>
    <dgm:cxn modelId="{C8B6B4AF-726B-4336-AD6C-BB6F07BE5F53}" type="presOf" srcId="{DAA9CD5A-263E-4FDC-8C35-5B6AB65F6B14}" destId="{4170E900-AB44-441E-87DF-592FFA660454}" srcOrd="0" destOrd="0" presId="urn:microsoft.com/office/officeart/2008/layout/HorizontalMultiLevelHierarchy"/>
    <dgm:cxn modelId="{9CF3C5AF-70CF-46FB-93EB-7341FA36204A}" type="presOf" srcId="{684690EF-CCD6-460D-A98F-3EDD5607B614}" destId="{689310A2-D7BF-40FC-88F0-E00784637B63}" srcOrd="0" destOrd="0" presId="urn:microsoft.com/office/officeart/2008/layout/HorizontalMultiLevelHierarchy"/>
    <dgm:cxn modelId="{FEE6A7B7-F9D9-4293-B4A9-7885D42E1CBA}" type="presOf" srcId="{91E9DA79-8DF6-47EE-8ACF-79244D44BF6F}" destId="{21B3956D-2996-44CC-A413-57B9FF23438A}" srcOrd="1" destOrd="0" presId="urn:microsoft.com/office/officeart/2008/layout/HorizontalMultiLevelHierarchy"/>
    <dgm:cxn modelId="{FCA2ADB8-4E0C-449A-9BB9-7C7F06F5D013}" type="presOf" srcId="{F81EA33B-1B70-44CF-951F-D13452F64499}" destId="{F61E3D48-ED23-4C32-AF87-DB63D89A66CF}" srcOrd="1" destOrd="0" presId="urn:microsoft.com/office/officeart/2008/layout/HorizontalMultiLevelHierarchy"/>
    <dgm:cxn modelId="{82DF21BD-F5CE-4951-BF4A-982297925923}" type="presOf" srcId="{71F1FB0C-71D6-411C-8FED-557A024610D0}" destId="{F3197021-858C-4EC2-B0D3-0DBCFAF8C652}" srcOrd="1" destOrd="0" presId="urn:microsoft.com/office/officeart/2008/layout/HorizontalMultiLevelHierarchy"/>
    <dgm:cxn modelId="{461987C0-2D72-47DD-970C-E89430BB99A2}" srcId="{1EE674E9-0F7A-4F9A-913A-22DB6A53D1B1}" destId="{19932819-A096-4662-B8D3-78CCFC399A7D}" srcOrd="0" destOrd="0" parTransId="{91E9DA79-8DF6-47EE-8ACF-79244D44BF6F}" sibTransId="{3CCF4CE4-1458-4811-9802-772BD96FE278}"/>
    <dgm:cxn modelId="{D91244C3-4773-410F-A78F-A7A63B9466F9}" type="presOf" srcId="{DAA9CD5A-263E-4FDC-8C35-5B6AB65F6B14}" destId="{BF2CFF11-AC8D-4A9F-A1D1-2A4BB24E1306}" srcOrd="1" destOrd="0" presId="urn:microsoft.com/office/officeart/2008/layout/HorizontalMultiLevelHierarchy"/>
    <dgm:cxn modelId="{B25ABCC3-4C91-4166-82A2-0E4B7A317B4D}" type="presOf" srcId="{F81EA33B-1B70-44CF-951F-D13452F64499}" destId="{74CF4261-EB9D-4261-9587-8F9AD5988432}" srcOrd="0" destOrd="0" presId="urn:microsoft.com/office/officeart/2008/layout/HorizontalMultiLevelHierarchy"/>
    <dgm:cxn modelId="{88C80BDC-8082-44D0-95B0-56FCB296C423}" type="presOf" srcId="{60F53F55-E4B3-42AD-A9F4-1ED197A3BC9A}" destId="{5FB38A42-5D7A-45E4-912C-0C0B66D0B331}" srcOrd="0" destOrd="0" presId="urn:microsoft.com/office/officeart/2008/layout/HorizontalMultiLevelHierarchy"/>
    <dgm:cxn modelId="{F26EFFF0-C1E6-4E1F-9F89-470903A70234}" type="presOf" srcId="{1EE674E9-0F7A-4F9A-913A-22DB6A53D1B1}" destId="{DC3EEE8C-580C-48C7-B659-7A82B97C147F}" srcOrd="0" destOrd="0" presId="urn:microsoft.com/office/officeart/2008/layout/HorizontalMultiLevelHierarchy"/>
    <dgm:cxn modelId="{46167DF4-7A64-4CB8-BB33-0077D976FC7A}" srcId="{D9A68180-3C12-43D2-9B5B-69FF15951D03}" destId="{D02509A3-2BA8-487E-8778-C04C72E995E9}" srcOrd="1" destOrd="0" parTransId="{71F1FB0C-71D6-411C-8FED-557A024610D0}" sibTransId="{A058192B-0079-49FE-B319-5AD2E7154F55}"/>
    <dgm:cxn modelId="{51CD3E1B-D67C-4983-9867-9A180E5ADD54}" type="presParOf" srcId="{689310A2-D7BF-40FC-88F0-E00784637B63}" destId="{3D3E9D76-EF34-45AD-AB9F-D114D935AC54}" srcOrd="0" destOrd="0" presId="urn:microsoft.com/office/officeart/2008/layout/HorizontalMultiLevelHierarchy"/>
    <dgm:cxn modelId="{D5AAFC71-7D5A-4517-B0DD-42E057DA3F7B}" type="presParOf" srcId="{3D3E9D76-EF34-45AD-AB9F-D114D935AC54}" destId="{DC3EEE8C-580C-48C7-B659-7A82B97C147F}" srcOrd="0" destOrd="0" presId="urn:microsoft.com/office/officeart/2008/layout/HorizontalMultiLevelHierarchy"/>
    <dgm:cxn modelId="{794C56F3-95CC-4EC3-AEEC-FB1326B2DA84}" type="presParOf" srcId="{3D3E9D76-EF34-45AD-AB9F-D114D935AC54}" destId="{44522616-A2A2-4917-B823-2B3919EB8A72}" srcOrd="1" destOrd="0" presId="urn:microsoft.com/office/officeart/2008/layout/HorizontalMultiLevelHierarchy"/>
    <dgm:cxn modelId="{4E26145F-8406-46FA-AEA0-6528C842EEE4}" type="presParOf" srcId="{44522616-A2A2-4917-B823-2B3919EB8A72}" destId="{B60C9565-E020-4DE4-9916-30BD64051C45}" srcOrd="0" destOrd="0" presId="urn:microsoft.com/office/officeart/2008/layout/HorizontalMultiLevelHierarchy"/>
    <dgm:cxn modelId="{6FA4E051-838A-4CE6-80C5-4C4F7B5A5687}" type="presParOf" srcId="{B60C9565-E020-4DE4-9916-30BD64051C45}" destId="{21B3956D-2996-44CC-A413-57B9FF23438A}" srcOrd="0" destOrd="0" presId="urn:microsoft.com/office/officeart/2008/layout/HorizontalMultiLevelHierarchy"/>
    <dgm:cxn modelId="{BDB183FF-9472-4549-8717-B56986585B84}" type="presParOf" srcId="{44522616-A2A2-4917-B823-2B3919EB8A72}" destId="{1D0F9989-26F6-44B4-9FE6-C8AF939C6DA3}" srcOrd="1" destOrd="0" presId="urn:microsoft.com/office/officeart/2008/layout/HorizontalMultiLevelHierarchy"/>
    <dgm:cxn modelId="{D93B96F1-6670-4168-8388-C3BC2659EB52}" type="presParOf" srcId="{1D0F9989-26F6-44B4-9FE6-C8AF939C6DA3}" destId="{DF718DD3-EDA4-4FB4-9D28-FC07176E880B}" srcOrd="0" destOrd="0" presId="urn:microsoft.com/office/officeart/2008/layout/HorizontalMultiLevelHierarchy"/>
    <dgm:cxn modelId="{0A6201B3-277F-4C23-979F-93CF11F63FA1}" type="presParOf" srcId="{1D0F9989-26F6-44B4-9FE6-C8AF939C6DA3}" destId="{C56D5FE6-C5C2-4E23-9E58-EB5CF98B5E74}" srcOrd="1" destOrd="0" presId="urn:microsoft.com/office/officeart/2008/layout/HorizontalMultiLevelHierarchy"/>
    <dgm:cxn modelId="{FDC62719-AE6D-4D0E-9FF4-86C8BD8AD1E8}" type="presParOf" srcId="{44522616-A2A2-4917-B823-2B3919EB8A72}" destId="{20638837-8EC6-42D2-A703-22DDCCEB30DA}" srcOrd="2" destOrd="0" presId="urn:microsoft.com/office/officeart/2008/layout/HorizontalMultiLevelHierarchy"/>
    <dgm:cxn modelId="{4711CB54-BBFA-4D71-B87D-0297B495CFC4}" type="presParOf" srcId="{20638837-8EC6-42D2-A703-22DDCCEB30DA}" destId="{54AF626F-13FD-4A26-8E14-BC1DE82F2797}" srcOrd="0" destOrd="0" presId="urn:microsoft.com/office/officeart/2008/layout/HorizontalMultiLevelHierarchy"/>
    <dgm:cxn modelId="{AE473375-09BB-40AE-8ED9-A5F10D7B0B70}" type="presParOf" srcId="{44522616-A2A2-4917-B823-2B3919EB8A72}" destId="{7D9D2A9F-DDF8-43EB-B2DC-5D0D84CBBDC1}" srcOrd="3" destOrd="0" presId="urn:microsoft.com/office/officeart/2008/layout/HorizontalMultiLevelHierarchy"/>
    <dgm:cxn modelId="{BF58B56E-E267-41DC-8F2D-12DC0EC2469B}" type="presParOf" srcId="{7D9D2A9F-DDF8-43EB-B2DC-5D0D84CBBDC1}" destId="{024B61BC-0815-4FAB-B08D-7F6B2EFEF431}" srcOrd="0" destOrd="0" presId="urn:microsoft.com/office/officeart/2008/layout/HorizontalMultiLevelHierarchy"/>
    <dgm:cxn modelId="{A93D179F-8ED6-46A8-BDD6-68A79CD788A3}" type="presParOf" srcId="{7D9D2A9F-DDF8-43EB-B2DC-5D0D84CBBDC1}" destId="{14F96989-1F86-40E9-A964-A8FC987AFA60}" srcOrd="1" destOrd="0" presId="urn:microsoft.com/office/officeart/2008/layout/HorizontalMultiLevelHierarchy"/>
    <dgm:cxn modelId="{FE0FB60C-CB2E-49B7-B35E-018D335F7036}" type="presParOf" srcId="{14F96989-1F86-40E9-A964-A8FC987AFA60}" destId="{74CF4261-EB9D-4261-9587-8F9AD5988432}" srcOrd="0" destOrd="0" presId="urn:microsoft.com/office/officeart/2008/layout/HorizontalMultiLevelHierarchy"/>
    <dgm:cxn modelId="{03DC5C3E-8EDC-4062-8FBD-37DABA81CD15}" type="presParOf" srcId="{74CF4261-EB9D-4261-9587-8F9AD5988432}" destId="{F61E3D48-ED23-4C32-AF87-DB63D89A66CF}" srcOrd="0" destOrd="0" presId="urn:microsoft.com/office/officeart/2008/layout/HorizontalMultiLevelHierarchy"/>
    <dgm:cxn modelId="{73DB7F34-012C-4805-A980-1B06BD245B34}" type="presParOf" srcId="{14F96989-1F86-40E9-A964-A8FC987AFA60}" destId="{BBCF966F-C668-42D1-8219-EA1BF3D2B8F6}" srcOrd="1" destOrd="0" presId="urn:microsoft.com/office/officeart/2008/layout/HorizontalMultiLevelHierarchy"/>
    <dgm:cxn modelId="{0B5D327F-72B8-448E-B1A3-E7D92FB7F92E}" type="presParOf" srcId="{BBCF966F-C668-42D1-8219-EA1BF3D2B8F6}" destId="{5FB38A42-5D7A-45E4-912C-0C0B66D0B331}" srcOrd="0" destOrd="0" presId="urn:microsoft.com/office/officeart/2008/layout/HorizontalMultiLevelHierarchy"/>
    <dgm:cxn modelId="{3333066A-64EA-4B00-8BFF-C0C739FCE58A}" type="presParOf" srcId="{BBCF966F-C668-42D1-8219-EA1BF3D2B8F6}" destId="{48112C9D-1120-4C50-AAC3-513AEC1E4917}" srcOrd="1" destOrd="0" presId="urn:microsoft.com/office/officeart/2008/layout/HorizontalMultiLevelHierarchy"/>
    <dgm:cxn modelId="{A472E9A4-6DDA-4D01-8B46-FB1A5E32851C}" type="presParOf" srcId="{48112C9D-1120-4C50-AAC3-513AEC1E4917}" destId="{4170E900-AB44-441E-87DF-592FFA660454}" srcOrd="0" destOrd="0" presId="urn:microsoft.com/office/officeart/2008/layout/HorizontalMultiLevelHierarchy"/>
    <dgm:cxn modelId="{83128278-77BF-4EDC-A666-10EBC0F74F18}" type="presParOf" srcId="{4170E900-AB44-441E-87DF-592FFA660454}" destId="{BF2CFF11-AC8D-4A9F-A1D1-2A4BB24E1306}" srcOrd="0" destOrd="0" presId="urn:microsoft.com/office/officeart/2008/layout/HorizontalMultiLevelHierarchy"/>
    <dgm:cxn modelId="{AB05D915-9B2B-4E28-9404-02C9BDDE4FC6}" type="presParOf" srcId="{48112C9D-1120-4C50-AAC3-513AEC1E4917}" destId="{03897475-05D4-4DDF-9E71-1A4324AB5139}" srcOrd="1" destOrd="0" presId="urn:microsoft.com/office/officeart/2008/layout/HorizontalMultiLevelHierarchy"/>
    <dgm:cxn modelId="{F9A55E98-1426-463A-B5AA-25BF8DB6900A}" type="presParOf" srcId="{03897475-05D4-4DDF-9E71-1A4324AB5139}" destId="{1B1887EC-A314-462E-B561-4A34A208824F}" srcOrd="0" destOrd="0" presId="urn:microsoft.com/office/officeart/2008/layout/HorizontalMultiLevelHierarchy"/>
    <dgm:cxn modelId="{3A2A2249-17C2-4C41-9B93-81D45F8CC6A9}" type="presParOf" srcId="{03897475-05D4-4DDF-9E71-1A4324AB5139}" destId="{C4084FAE-1081-46FB-9603-32698353A913}" srcOrd="1" destOrd="0" presId="urn:microsoft.com/office/officeart/2008/layout/HorizontalMultiLevelHierarchy"/>
    <dgm:cxn modelId="{B02A4E69-5FDC-46BB-8616-9761B9A8AC70}" type="presParOf" srcId="{48112C9D-1120-4C50-AAC3-513AEC1E4917}" destId="{689EAB13-3173-48EF-818C-BFCF584F2851}" srcOrd="2" destOrd="0" presId="urn:microsoft.com/office/officeart/2008/layout/HorizontalMultiLevelHierarchy"/>
    <dgm:cxn modelId="{5B9C57DE-A912-4B8C-B1B2-FC4AD1D6A4F2}" type="presParOf" srcId="{689EAB13-3173-48EF-818C-BFCF584F2851}" destId="{60801C10-A8A7-44FA-847A-644F0D6244C1}" srcOrd="0" destOrd="0" presId="urn:microsoft.com/office/officeart/2008/layout/HorizontalMultiLevelHierarchy"/>
    <dgm:cxn modelId="{5FA1AE54-66F5-411B-A2C1-B6ED9C317AF2}" type="presParOf" srcId="{48112C9D-1120-4C50-AAC3-513AEC1E4917}" destId="{CB87FD6F-05BC-429F-9273-4C39590C216C}" srcOrd="3" destOrd="0" presId="urn:microsoft.com/office/officeart/2008/layout/HorizontalMultiLevelHierarchy"/>
    <dgm:cxn modelId="{3E954CE0-09B9-49A2-935D-182C0B101064}" type="presParOf" srcId="{CB87FD6F-05BC-429F-9273-4C39590C216C}" destId="{0493AF23-5115-442E-99C0-C8D03054A503}" srcOrd="0" destOrd="0" presId="urn:microsoft.com/office/officeart/2008/layout/HorizontalMultiLevelHierarchy"/>
    <dgm:cxn modelId="{36B5AFC2-1C9A-49F5-A89A-9F0D13AAC03B}" type="presParOf" srcId="{CB87FD6F-05BC-429F-9273-4C39590C216C}" destId="{CFCA5872-6E92-4D67-8B01-5A192C97C572}" srcOrd="1" destOrd="0" presId="urn:microsoft.com/office/officeart/2008/layout/HorizontalMultiLevelHierarchy"/>
    <dgm:cxn modelId="{68AA914B-2CA7-46DC-B93A-9841EEFB8E38}" type="presParOf" srcId="{14F96989-1F86-40E9-A964-A8FC987AFA60}" destId="{29E75252-4C5B-4DF5-BC75-20F710553773}" srcOrd="2" destOrd="0" presId="urn:microsoft.com/office/officeart/2008/layout/HorizontalMultiLevelHierarchy"/>
    <dgm:cxn modelId="{7E7E67F4-5B06-492E-A85D-1B11F50DEF64}" type="presParOf" srcId="{29E75252-4C5B-4DF5-BC75-20F710553773}" destId="{F3197021-858C-4EC2-B0D3-0DBCFAF8C652}" srcOrd="0" destOrd="0" presId="urn:microsoft.com/office/officeart/2008/layout/HorizontalMultiLevelHierarchy"/>
    <dgm:cxn modelId="{FAB471C1-F846-4D0B-AB8D-9A0B32B720B9}" type="presParOf" srcId="{14F96989-1F86-40E9-A964-A8FC987AFA60}" destId="{DCE70B77-7983-4B5F-A005-516CF014239C}" srcOrd="3" destOrd="0" presId="urn:microsoft.com/office/officeart/2008/layout/HorizontalMultiLevelHierarchy"/>
    <dgm:cxn modelId="{DFCDC127-FC5D-4701-ACE3-BEA1102B3E61}" type="presParOf" srcId="{DCE70B77-7983-4B5F-A005-516CF014239C}" destId="{AC5B630A-1507-471F-B46B-46B173731CA5}" srcOrd="0" destOrd="0" presId="urn:microsoft.com/office/officeart/2008/layout/HorizontalMultiLevelHierarchy"/>
    <dgm:cxn modelId="{72D2CD81-7893-4DE5-AFAA-83C937F3D4BE}" type="presParOf" srcId="{DCE70B77-7983-4B5F-A005-516CF014239C}" destId="{29BF055D-6549-4451-A80E-51DD33B1200F}"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84690EF-CCD6-460D-A98F-3EDD5607B614}"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US"/>
        </a:p>
      </dgm:t>
    </dgm:pt>
    <dgm:pt modelId="{87455451-27D3-4DF7-A054-0F7990B89B20}">
      <dgm:prSet/>
      <dgm:spPr/>
      <dgm:t>
        <a:bodyPr/>
        <a:lstStyle/>
        <a:p>
          <a:r>
            <a:rPr lang="en-US" dirty="0" err="1"/>
            <a:t>মুরগী</a:t>
          </a:r>
          <a:r>
            <a:rPr lang="en-US" dirty="0"/>
            <a:t> </a:t>
          </a:r>
          <a:r>
            <a:rPr lang="en-US" dirty="0" err="1"/>
            <a:t>পালন</a:t>
          </a:r>
          <a:endParaRPr lang="en-US" dirty="0"/>
        </a:p>
      </dgm:t>
    </dgm:pt>
    <dgm:pt modelId="{2F401C87-F2DC-4E41-82A7-D838A48F9D56}" type="parTrans" cxnId="{41D5432A-2C25-4877-A53A-F6428DB39D6C}">
      <dgm:prSet/>
      <dgm:spPr/>
      <dgm:t>
        <a:bodyPr/>
        <a:lstStyle/>
        <a:p>
          <a:endParaRPr lang="en-US"/>
        </a:p>
      </dgm:t>
    </dgm:pt>
    <dgm:pt modelId="{15872D87-2270-4C7E-A3AC-2283134AA384}" type="sibTrans" cxnId="{41D5432A-2C25-4877-A53A-F6428DB39D6C}">
      <dgm:prSet/>
      <dgm:spPr/>
      <dgm:t>
        <a:bodyPr/>
        <a:lstStyle/>
        <a:p>
          <a:endParaRPr lang="en-US"/>
        </a:p>
      </dgm:t>
    </dgm:pt>
    <dgm:pt modelId="{39AC4C8D-463F-451E-984B-35AB254DEAB2}">
      <dgm:prSet/>
      <dgm:spPr/>
      <dgm:t>
        <a:bodyPr/>
        <a:lstStyle/>
        <a:p>
          <a:r>
            <a:rPr lang="en-US" dirty="0" err="1"/>
            <a:t>মুক্তপালন</a:t>
          </a:r>
          <a:endParaRPr lang="en-US" dirty="0"/>
        </a:p>
      </dgm:t>
    </dgm:pt>
    <dgm:pt modelId="{D0F815A6-D4B8-4742-8E97-BB171720E3C6}" type="parTrans" cxnId="{3E8D1874-9786-481B-80F4-A22CE49811EF}">
      <dgm:prSet/>
      <dgm:spPr/>
      <dgm:t>
        <a:bodyPr/>
        <a:lstStyle/>
        <a:p>
          <a:endParaRPr lang="en-US"/>
        </a:p>
      </dgm:t>
    </dgm:pt>
    <dgm:pt modelId="{65D4DBCF-F85D-44B6-B060-783B9F309058}" type="sibTrans" cxnId="{3E8D1874-9786-481B-80F4-A22CE49811EF}">
      <dgm:prSet/>
      <dgm:spPr/>
      <dgm:t>
        <a:bodyPr/>
        <a:lstStyle/>
        <a:p>
          <a:endParaRPr lang="en-US"/>
        </a:p>
      </dgm:t>
    </dgm:pt>
    <dgm:pt modelId="{05AD45EF-91BB-4678-A472-6234E625D4F8}">
      <dgm:prSet/>
      <dgm:spPr/>
      <dgm:t>
        <a:bodyPr/>
        <a:lstStyle/>
        <a:p>
          <a:r>
            <a:rPr lang="en-US" dirty="0" err="1"/>
            <a:t>অর্ধমুক্ত</a:t>
          </a:r>
          <a:r>
            <a:rPr lang="en-US" dirty="0"/>
            <a:t> </a:t>
          </a:r>
          <a:r>
            <a:rPr lang="en-US" dirty="0" err="1"/>
            <a:t>পালন</a:t>
          </a:r>
          <a:endParaRPr lang="en-US" dirty="0"/>
        </a:p>
      </dgm:t>
    </dgm:pt>
    <dgm:pt modelId="{9DC015E1-5664-4698-88B5-1209C907F6D7}" type="parTrans" cxnId="{7A690FF3-5DD4-49A7-BF41-88DE409B1AB3}">
      <dgm:prSet/>
      <dgm:spPr/>
      <dgm:t>
        <a:bodyPr/>
        <a:lstStyle/>
        <a:p>
          <a:endParaRPr lang="en-US"/>
        </a:p>
      </dgm:t>
    </dgm:pt>
    <dgm:pt modelId="{E206079B-FAF2-454D-B54B-1CC79E349DF1}" type="sibTrans" cxnId="{7A690FF3-5DD4-49A7-BF41-88DE409B1AB3}">
      <dgm:prSet/>
      <dgm:spPr/>
      <dgm:t>
        <a:bodyPr/>
        <a:lstStyle/>
        <a:p>
          <a:endParaRPr lang="en-US"/>
        </a:p>
      </dgm:t>
    </dgm:pt>
    <dgm:pt modelId="{98E151DD-12AF-44AB-850C-AE771992D97F}">
      <dgm:prSet/>
      <dgm:spPr/>
      <dgm:t>
        <a:bodyPr/>
        <a:lstStyle/>
        <a:p>
          <a:r>
            <a:rPr lang="en-US" dirty="0" err="1"/>
            <a:t>আবদ্ধ</a:t>
          </a:r>
          <a:r>
            <a:rPr lang="en-US" dirty="0"/>
            <a:t> </a:t>
          </a:r>
          <a:r>
            <a:rPr lang="en-US" dirty="0" err="1"/>
            <a:t>পালন</a:t>
          </a:r>
          <a:endParaRPr lang="en-US" dirty="0"/>
        </a:p>
      </dgm:t>
    </dgm:pt>
    <dgm:pt modelId="{5D2949DF-D367-4B5A-B40A-B98F89C241E4}" type="parTrans" cxnId="{9BEA25A2-58C7-4700-B6BA-9E0707041506}">
      <dgm:prSet/>
      <dgm:spPr/>
      <dgm:t>
        <a:bodyPr/>
        <a:lstStyle/>
        <a:p>
          <a:endParaRPr lang="en-US"/>
        </a:p>
      </dgm:t>
    </dgm:pt>
    <dgm:pt modelId="{130DBAA0-8B96-42B2-AE92-CE783AAB868E}" type="sibTrans" cxnId="{9BEA25A2-58C7-4700-B6BA-9E0707041506}">
      <dgm:prSet/>
      <dgm:spPr/>
      <dgm:t>
        <a:bodyPr/>
        <a:lstStyle/>
        <a:p>
          <a:endParaRPr lang="en-US"/>
        </a:p>
      </dgm:t>
    </dgm:pt>
    <dgm:pt modelId="{D5713AC9-CB7D-4AEF-94F9-6CFD39C243A9}">
      <dgm:prSet/>
      <dgm:spPr/>
      <dgm:t>
        <a:bodyPr/>
        <a:lstStyle/>
        <a:p>
          <a:r>
            <a:rPr lang="bn-IN" dirty="0"/>
            <a:t>লিটার পদ্ধতি/মাচায়</a:t>
          </a:r>
          <a:endParaRPr lang="en-US" dirty="0"/>
        </a:p>
      </dgm:t>
    </dgm:pt>
    <dgm:pt modelId="{48B28B0E-05DC-4596-A699-245C4414ACCB}" type="parTrans" cxnId="{80DD380D-0E8D-41F3-AE61-86F9414E1AE4}">
      <dgm:prSet/>
      <dgm:spPr/>
      <dgm:t>
        <a:bodyPr/>
        <a:lstStyle/>
        <a:p>
          <a:endParaRPr lang="en-US"/>
        </a:p>
      </dgm:t>
    </dgm:pt>
    <dgm:pt modelId="{2C39F6F8-6112-4BFB-BC6F-BB7570CD978F}" type="sibTrans" cxnId="{80DD380D-0E8D-41F3-AE61-86F9414E1AE4}">
      <dgm:prSet/>
      <dgm:spPr/>
      <dgm:t>
        <a:bodyPr/>
        <a:lstStyle/>
        <a:p>
          <a:endParaRPr lang="en-US"/>
        </a:p>
      </dgm:t>
    </dgm:pt>
    <dgm:pt modelId="{04320A5D-4361-4912-9EDB-3770C49742C0}">
      <dgm:prSet/>
      <dgm:spPr/>
      <dgm:t>
        <a:bodyPr/>
        <a:lstStyle/>
        <a:p>
          <a:r>
            <a:rPr lang="bn-IN" dirty="0"/>
            <a:t>খাচায় পালন</a:t>
          </a:r>
          <a:endParaRPr lang="en-US" dirty="0"/>
        </a:p>
      </dgm:t>
    </dgm:pt>
    <dgm:pt modelId="{D4A605FA-3CE4-4BE5-BAA6-1F3C4BCA7571}" type="parTrans" cxnId="{DAADFCA5-48DB-40B9-B200-4F66E80D8956}">
      <dgm:prSet/>
      <dgm:spPr/>
      <dgm:t>
        <a:bodyPr/>
        <a:lstStyle/>
        <a:p>
          <a:endParaRPr lang="en-US"/>
        </a:p>
      </dgm:t>
    </dgm:pt>
    <dgm:pt modelId="{99E6DB21-584A-4A15-8A1F-829C885568BB}" type="sibTrans" cxnId="{DAADFCA5-48DB-40B9-B200-4F66E80D8956}">
      <dgm:prSet/>
      <dgm:spPr/>
      <dgm:t>
        <a:bodyPr/>
        <a:lstStyle/>
        <a:p>
          <a:endParaRPr lang="en-US"/>
        </a:p>
      </dgm:t>
    </dgm:pt>
    <dgm:pt modelId="{91497181-A964-4E8D-B6E7-380A42690041}" type="pres">
      <dgm:prSet presAssocID="{684690EF-CCD6-460D-A98F-3EDD5607B614}" presName="diagram" presStyleCnt="0">
        <dgm:presLayoutVars>
          <dgm:chPref val="1"/>
          <dgm:dir/>
          <dgm:animOne val="branch"/>
          <dgm:animLvl val="lvl"/>
          <dgm:resizeHandles val="exact"/>
        </dgm:presLayoutVars>
      </dgm:prSet>
      <dgm:spPr/>
    </dgm:pt>
    <dgm:pt modelId="{85D7B69A-5B4F-4388-B2E0-70D3152013D9}" type="pres">
      <dgm:prSet presAssocID="{87455451-27D3-4DF7-A054-0F7990B89B20}" presName="root1" presStyleCnt="0"/>
      <dgm:spPr/>
    </dgm:pt>
    <dgm:pt modelId="{E7C36C38-CED3-40B3-9ED5-43F14C049DB5}" type="pres">
      <dgm:prSet presAssocID="{87455451-27D3-4DF7-A054-0F7990B89B20}" presName="LevelOneTextNode" presStyleLbl="node0" presStyleIdx="0" presStyleCnt="1">
        <dgm:presLayoutVars>
          <dgm:chPref val="3"/>
        </dgm:presLayoutVars>
      </dgm:prSet>
      <dgm:spPr/>
    </dgm:pt>
    <dgm:pt modelId="{2A22DD20-5CE0-44F9-9064-51DB053B7FBF}" type="pres">
      <dgm:prSet presAssocID="{87455451-27D3-4DF7-A054-0F7990B89B20}" presName="level2hierChild" presStyleCnt="0"/>
      <dgm:spPr/>
    </dgm:pt>
    <dgm:pt modelId="{8ACB58EF-8405-4FCE-BE63-5391951D4F4A}" type="pres">
      <dgm:prSet presAssocID="{D0F815A6-D4B8-4742-8E97-BB171720E3C6}" presName="conn2-1" presStyleLbl="parChTrans1D2" presStyleIdx="0" presStyleCnt="3"/>
      <dgm:spPr/>
    </dgm:pt>
    <dgm:pt modelId="{A85DB842-53D1-48E4-8EFD-6A492EC45491}" type="pres">
      <dgm:prSet presAssocID="{D0F815A6-D4B8-4742-8E97-BB171720E3C6}" presName="connTx" presStyleLbl="parChTrans1D2" presStyleIdx="0" presStyleCnt="3"/>
      <dgm:spPr/>
    </dgm:pt>
    <dgm:pt modelId="{7CC8D33F-6A5B-4C70-B389-B640B2B7A1F5}" type="pres">
      <dgm:prSet presAssocID="{39AC4C8D-463F-451E-984B-35AB254DEAB2}" presName="root2" presStyleCnt="0"/>
      <dgm:spPr/>
    </dgm:pt>
    <dgm:pt modelId="{C4321846-34B8-4261-9BDA-29CA9B8DA62E}" type="pres">
      <dgm:prSet presAssocID="{39AC4C8D-463F-451E-984B-35AB254DEAB2}" presName="LevelTwoTextNode" presStyleLbl="node2" presStyleIdx="0" presStyleCnt="3">
        <dgm:presLayoutVars>
          <dgm:chPref val="3"/>
        </dgm:presLayoutVars>
      </dgm:prSet>
      <dgm:spPr/>
    </dgm:pt>
    <dgm:pt modelId="{23254854-30F1-447E-9481-939D69F868E1}" type="pres">
      <dgm:prSet presAssocID="{39AC4C8D-463F-451E-984B-35AB254DEAB2}" presName="level3hierChild" presStyleCnt="0"/>
      <dgm:spPr/>
    </dgm:pt>
    <dgm:pt modelId="{DA7D7EEA-BBA0-4D93-B6EF-574714641EE9}" type="pres">
      <dgm:prSet presAssocID="{9DC015E1-5664-4698-88B5-1209C907F6D7}" presName="conn2-1" presStyleLbl="parChTrans1D2" presStyleIdx="1" presStyleCnt="3"/>
      <dgm:spPr/>
    </dgm:pt>
    <dgm:pt modelId="{60D9379C-2E6C-45D9-BF0C-7502A0B92F74}" type="pres">
      <dgm:prSet presAssocID="{9DC015E1-5664-4698-88B5-1209C907F6D7}" presName="connTx" presStyleLbl="parChTrans1D2" presStyleIdx="1" presStyleCnt="3"/>
      <dgm:spPr/>
    </dgm:pt>
    <dgm:pt modelId="{74AC430E-1D30-46D1-AA93-4C070EDB6604}" type="pres">
      <dgm:prSet presAssocID="{05AD45EF-91BB-4678-A472-6234E625D4F8}" presName="root2" presStyleCnt="0"/>
      <dgm:spPr/>
    </dgm:pt>
    <dgm:pt modelId="{667DE881-7387-4B82-92D2-4987AA5773F2}" type="pres">
      <dgm:prSet presAssocID="{05AD45EF-91BB-4678-A472-6234E625D4F8}" presName="LevelTwoTextNode" presStyleLbl="node2" presStyleIdx="1" presStyleCnt="3">
        <dgm:presLayoutVars>
          <dgm:chPref val="3"/>
        </dgm:presLayoutVars>
      </dgm:prSet>
      <dgm:spPr/>
    </dgm:pt>
    <dgm:pt modelId="{7359FB8E-9EC3-4E92-8729-803343914C4A}" type="pres">
      <dgm:prSet presAssocID="{05AD45EF-91BB-4678-A472-6234E625D4F8}" presName="level3hierChild" presStyleCnt="0"/>
      <dgm:spPr/>
    </dgm:pt>
    <dgm:pt modelId="{D66F50AD-5B7D-4CC2-A8CD-81A1405F5CB9}" type="pres">
      <dgm:prSet presAssocID="{5D2949DF-D367-4B5A-B40A-B98F89C241E4}" presName="conn2-1" presStyleLbl="parChTrans1D2" presStyleIdx="2" presStyleCnt="3"/>
      <dgm:spPr/>
    </dgm:pt>
    <dgm:pt modelId="{1F359E90-176E-493B-8BE0-D0651FBF96D0}" type="pres">
      <dgm:prSet presAssocID="{5D2949DF-D367-4B5A-B40A-B98F89C241E4}" presName="connTx" presStyleLbl="parChTrans1D2" presStyleIdx="2" presStyleCnt="3"/>
      <dgm:spPr/>
    </dgm:pt>
    <dgm:pt modelId="{8009CB03-6E6E-4AF6-9889-89C53783094E}" type="pres">
      <dgm:prSet presAssocID="{98E151DD-12AF-44AB-850C-AE771992D97F}" presName="root2" presStyleCnt="0"/>
      <dgm:spPr/>
    </dgm:pt>
    <dgm:pt modelId="{A303375F-462A-473B-AA73-56361457B2A3}" type="pres">
      <dgm:prSet presAssocID="{98E151DD-12AF-44AB-850C-AE771992D97F}" presName="LevelTwoTextNode" presStyleLbl="node2" presStyleIdx="2" presStyleCnt="3">
        <dgm:presLayoutVars>
          <dgm:chPref val="3"/>
        </dgm:presLayoutVars>
      </dgm:prSet>
      <dgm:spPr/>
    </dgm:pt>
    <dgm:pt modelId="{DDE6522C-0F38-4A99-99B5-17988113B98A}" type="pres">
      <dgm:prSet presAssocID="{98E151DD-12AF-44AB-850C-AE771992D97F}" presName="level3hierChild" presStyleCnt="0"/>
      <dgm:spPr/>
    </dgm:pt>
    <dgm:pt modelId="{41C0BAFB-DFDC-44FD-A5B2-F62169B90C44}" type="pres">
      <dgm:prSet presAssocID="{48B28B0E-05DC-4596-A699-245C4414ACCB}" presName="conn2-1" presStyleLbl="parChTrans1D3" presStyleIdx="0" presStyleCnt="2"/>
      <dgm:spPr/>
    </dgm:pt>
    <dgm:pt modelId="{FA3C0604-4FA8-44CA-BFAA-CCC7B46D919C}" type="pres">
      <dgm:prSet presAssocID="{48B28B0E-05DC-4596-A699-245C4414ACCB}" presName="connTx" presStyleLbl="parChTrans1D3" presStyleIdx="0" presStyleCnt="2"/>
      <dgm:spPr/>
    </dgm:pt>
    <dgm:pt modelId="{514CE15B-6366-4FD5-A415-3F680CB8AE07}" type="pres">
      <dgm:prSet presAssocID="{D5713AC9-CB7D-4AEF-94F9-6CFD39C243A9}" presName="root2" presStyleCnt="0"/>
      <dgm:spPr/>
    </dgm:pt>
    <dgm:pt modelId="{3357F349-ADFE-4F52-A1E6-30C2534817E8}" type="pres">
      <dgm:prSet presAssocID="{D5713AC9-CB7D-4AEF-94F9-6CFD39C243A9}" presName="LevelTwoTextNode" presStyleLbl="node3" presStyleIdx="0" presStyleCnt="2">
        <dgm:presLayoutVars>
          <dgm:chPref val="3"/>
        </dgm:presLayoutVars>
      </dgm:prSet>
      <dgm:spPr/>
    </dgm:pt>
    <dgm:pt modelId="{D253B3C2-F4E2-49A3-A03F-C088F0DD99EE}" type="pres">
      <dgm:prSet presAssocID="{D5713AC9-CB7D-4AEF-94F9-6CFD39C243A9}" presName="level3hierChild" presStyleCnt="0"/>
      <dgm:spPr/>
    </dgm:pt>
    <dgm:pt modelId="{9137D87A-258A-4E21-946D-7BA221C6FD93}" type="pres">
      <dgm:prSet presAssocID="{D4A605FA-3CE4-4BE5-BAA6-1F3C4BCA7571}" presName="conn2-1" presStyleLbl="parChTrans1D3" presStyleIdx="1" presStyleCnt="2"/>
      <dgm:spPr/>
    </dgm:pt>
    <dgm:pt modelId="{A6F0393E-5418-4BF3-8CB9-5E6DFADFF6D1}" type="pres">
      <dgm:prSet presAssocID="{D4A605FA-3CE4-4BE5-BAA6-1F3C4BCA7571}" presName="connTx" presStyleLbl="parChTrans1D3" presStyleIdx="1" presStyleCnt="2"/>
      <dgm:spPr/>
    </dgm:pt>
    <dgm:pt modelId="{F7D28CD7-E599-452B-B085-DBBAE30AA863}" type="pres">
      <dgm:prSet presAssocID="{04320A5D-4361-4912-9EDB-3770C49742C0}" presName="root2" presStyleCnt="0"/>
      <dgm:spPr/>
    </dgm:pt>
    <dgm:pt modelId="{1199A346-2B48-470D-BA31-BC97CCFA4542}" type="pres">
      <dgm:prSet presAssocID="{04320A5D-4361-4912-9EDB-3770C49742C0}" presName="LevelTwoTextNode" presStyleLbl="node3" presStyleIdx="1" presStyleCnt="2">
        <dgm:presLayoutVars>
          <dgm:chPref val="3"/>
        </dgm:presLayoutVars>
      </dgm:prSet>
      <dgm:spPr/>
    </dgm:pt>
    <dgm:pt modelId="{B3371689-7A03-4844-8AF3-87A7077C27D4}" type="pres">
      <dgm:prSet presAssocID="{04320A5D-4361-4912-9EDB-3770C49742C0}" presName="level3hierChild" presStyleCnt="0"/>
      <dgm:spPr/>
    </dgm:pt>
  </dgm:ptLst>
  <dgm:cxnLst>
    <dgm:cxn modelId="{80DD380D-0E8D-41F3-AE61-86F9414E1AE4}" srcId="{98E151DD-12AF-44AB-850C-AE771992D97F}" destId="{D5713AC9-CB7D-4AEF-94F9-6CFD39C243A9}" srcOrd="0" destOrd="0" parTransId="{48B28B0E-05DC-4596-A699-245C4414ACCB}" sibTransId="{2C39F6F8-6112-4BFB-BC6F-BB7570CD978F}"/>
    <dgm:cxn modelId="{53A5EA0F-67E2-4CAC-AFF8-0194A9C35552}" type="presOf" srcId="{D4A605FA-3CE4-4BE5-BAA6-1F3C4BCA7571}" destId="{A6F0393E-5418-4BF3-8CB9-5E6DFADFF6D1}" srcOrd="1" destOrd="0" presId="urn:microsoft.com/office/officeart/2005/8/layout/hierarchy2"/>
    <dgm:cxn modelId="{6A86B820-DFEB-4134-8F15-AFAD4F70689E}" type="presOf" srcId="{04320A5D-4361-4912-9EDB-3770C49742C0}" destId="{1199A346-2B48-470D-BA31-BC97CCFA4542}" srcOrd="0" destOrd="0" presId="urn:microsoft.com/office/officeart/2005/8/layout/hierarchy2"/>
    <dgm:cxn modelId="{41D5432A-2C25-4877-A53A-F6428DB39D6C}" srcId="{684690EF-CCD6-460D-A98F-3EDD5607B614}" destId="{87455451-27D3-4DF7-A054-0F7990B89B20}" srcOrd="0" destOrd="0" parTransId="{2F401C87-F2DC-4E41-82A7-D838A48F9D56}" sibTransId="{15872D87-2270-4C7E-A3AC-2283134AA384}"/>
    <dgm:cxn modelId="{18EE3869-B33F-430C-AC92-A66A69C6F81B}" type="presOf" srcId="{48B28B0E-05DC-4596-A699-245C4414ACCB}" destId="{41C0BAFB-DFDC-44FD-A5B2-F62169B90C44}" srcOrd="0" destOrd="0" presId="urn:microsoft.com/office/officeart/2005/8/layout/hierarchy2"/>
    <dgm:cxn modelId="{5258644C-362D-4A8B-A0D5-1D74F9D07B92}" type="presOf" srcId="{5D2949DF-D367-4B5A-B40A-B98F89C241E4}" destId="{D66F50AD-5B7D-4CC2-A8CD-81A1405F5CB9}" srcOrd="0" destOrd="0" presId="urn:microsoft.com/office/officeart/2005/8/layout/hierarchy2"/>
    <dgm:cxn modelId="{39060F74-6CFE-4D85-B51A-4ED88D5436D6}" type="presOf" srcId="{9DC015E1-5664-4698-88B5-1209C907F6D7}" destId="{60D9379C-2E6C-45D9-BF0C-7502A0B92F74}" srcOrd="1" destOrd="0" presId="urn:microsoft.com/office/officeart/2005/8/layout/hierarchy2"/>
    <dgm:cxn modelId="{3E8D1874-9786-481B-80F4-A22CE49811EF}" srcId="{87455451-27D3-4DF7-A054-0F7990B89B20}" destId="{39AC4C8D-463F-451E-984B-35AB254DEAB2}" srcOrd="0" destOrd="0" parTransId="{D0F815A6-D4B8-4742-8E97-BB171720E3C6}" sibTransId="{65D4DBCF-F85D-44B6-B060-783B9F309058}"/>
    <dgm:cxn modelId="{49EA647F-1A81-4959-A7CD-ECC2F3670E8B}" type="presOf" srcId="{D0F815A6-D4B8-4742-8E97-BB171720E3C6}" destId="{A85DB842-53D1-48E4-8EFD-6A492EC45491}" srcOrd="1" destOrd="0" presId="urn:microsoft.com/office/officeart/2005/8/layout/hierarchy2"/>
    <dgm:cxn modelId="{64795A84-23CC-4C90-AFE3-892DDECA6EBA}" type="presOf" srcId="{5D2949DF-D367-4B5A-B40A-B98F89C241E4}" destId="{1F359E90-176E-493B-8BE0-D0651FBF96D0}" srcOrd="1" destOrd="0" presId="urn:microsoft.com/office/officeart/2005/8/layout/hierarchy2"/>
    <dgm:cxn modelId="{95AF7D85-9217-484E-A866-0C538E3E87DF}" type="presOf" srcId="{48B28B0E-05DC-4596-A699-245C4414ACCB}" destId="{FA3C0604-4FA8-44CA-BFAA-CCC7B46D919C}" srcOrd="1" destOrd="0" presId="urn:microsoft.com/office/officeart/2005/8/layout/hierarchy2"/>
    <dgm:cxn modelId="{FD93BB86-CF8C-4C06-9B23-3B81A3BB7FF6}" type="presOf" srcId="{D4A605FA-3CE4-4BE5-BAA6-1F3C4BCA7571}" destId="{9137D87A-258A-4E21-946D-7BA221C6FD93}" srcOrd="0" destOrd="0" presId="urn:microsoft.com/office/officeart/2005/8/layout/hierarchy2"/>
    <dgm:cxn modelId="{0106938A-B283-4740-8F70-D485497CA6FA}" type="presOf" srcId="{D0F815A6-D4B8-4742-8E97-BB171720E3C6}" destId="{8ACB58EF-8405-4FCE-BE63-5391951D4F4A}" srcOrd="0" destOrd="0" presId="urn:microsoft.com/office/officeart/2005/8/layout/hierarchy2"/>
    <dgm:cxn modelId="{1CA4A993-E73D-4AB0-9DAC-19DEDE8AB090}" type="presOf" srcId="{87455451-27D3-4DF7-A054-0F7990B89B20}" destId="{E7C36C38-CED3-40B3-9ED5-43F14C049DB5}" srcOrd="0" destOrd="0" presId="urn:microsoft.com/office/officeart/2005/8/layout/hierarchy2"/>
    <dgm:cxn modelId="{9BEA25A2-58C7-4700-B6BA-9E0707041506}" srcId="{87455451-27D3-4DF7-A054-0F7990B89B20}" destId="{98E151DD-12AF-44AB-850C-AE771992D97F}" srcOrd="2" destOrd="0" parTransId="{5D2949DF-D367-4B5A-B40A-B98F89C241E4}" sibTransId="{130DBAA0-8B96-42B2-AE92-CE783AAB868E}"/>
    <dgm:cxn modelId="{DAADFCA5-48DB-40B9-B200-4F66E80D8956}" srcId="{98E151DD-12AF-44AB-850C-AE771992D97F}" destId="{04320A5D-4361-4912-9EDB-3770C49742C0}" srcOrd="1" destOrd="0" parTransId="{D4A605FA-3CE4-4BE5-BAA6-1F3C4BCA7571}" sibTransId="{99E6DB21-584A-4A15-8A1F-829C885568BB}"/>
    <dgm:cxn modelId="{5E8597B0-A849-4B08-B8DB-4522188E9F38}" type="presOf" srcId="{9DC015E1-5664-4698-88B5-1209C907F6D7}" destId="{DA7D7EEA-BBA0-4D93-B6EF-574714641EE9}" srcOrd="0" destOrd="0" presId="urn:microsoft.com/office/officeart/2005/8/layout/hierarchy2"/>
    <dgm:cxn modelId="{EAAF27BE-88C6-4C10-83B2-0FE1C071D328}" type="presOf" srcId="{05AD45EF-91BB-4678-A472-6234E625D4F8}" destId="{667DE881-7387-4B82-92D2-4987AA5773F2}" srcOrd="0" destOrd="0" presId="urn:microsoft.com/office/officeart/2005/8/layout/hierarchy2"/>
    <dgm:cxn modelId="{8DCEAFDF-00A6-4A8E-89A9-B314AA8A488D}" type="presOf" srcId="{684690EF-CCD6-460D-A98F-3EDD5607B614}" destId="{91497181-A964-4E8D-B6E7-380A42690041}" srcOrd="0" destOrd="0" presId="urn:microsoft.com/office/officeart/2005/8/layout/hierarchy2"/>
    <dgm:cxn modelId="{9D84D6EF-7CBF-4678-BFB1-98D78E31D72C}" type="presOf" srcId="{D5713AC9-CB7D-4AEF-94F9-6CFD39C243A9}" destId="{3357F349-ADFE-4F52-A1E6-30C2534817E8}" srcOrd="0" destOrd="0" presId="urn:microsoft.com/office/officeart/2005/8/layout/hierarchy2"/>
    <dgm:cxn modelId="{7A690FF3-5DD4-49A7-BF41-88DE409B1AB3}" srcId="{87455451-27D3-4DF7-A054-0F7990B89B20}" destId="{05AD45EF-91BB-4678-A472-6234E625D4F8}" srcOrd="1" destOrd="0" parTransId="{9DC015E1-5664-4698-88B5-1209C907F6D7}" sibTransId="{E206079B-FAF2-454D-B54B-1CC79E349DF1}"/>
    <dgm:cxn modelId="{49647DF8-66E7-4B11-A43B-72809DC85184}" type="presOf" srcId="{98E151DD-12AF-44AB-850C-AE771992D97F}" destId="{A303375F-462A-473B-AA73-56361457B2A3}" srcOrd="0" destOrd="0" presId="urn:microsoft.com/office/officeart/2005/8/layout/hierarchy2"/>
    <dgm:cxn modelId="{8CD088FF-EEA5-46FF-974E-8BB688AA14A7}" type="presOf" srcId="{39AC4C8D-463F-451E-984B-35AB254DEAB2}" destId="{C4321846-34B8-4261-9BDA-29CA9B8DA62E}" srcOrd="0" destOrd="0" presId="urn:microsoft.com/office/officeart/2005/8/layout/hierarchy2"/>
    <dgm:cxn modelId="{FA3D7A64-FC37-4D2F-BE10-F0742BA6A9D2}" type="presParOf" srcId="{91497181-A964-4E8D-B6E7-380A42690041}" destId="{85D7B69A-5B4F-4388-B2E0-70D3152013D9}" srcOrd="0" destOrd="0" presId="urn:microsoft.com/office/officeart/2005/8/layout/hierarchy2"/>
    <dgm:cxn modelId="{3E24572A-80BF-46E5-9083-DCBEFE86C2A8}" type="presParOf" srcId="{85D7B69A-5B4F-4388-B2E0-70D3152013D9}" destId="{E7C36C38-CED3-40B3-9ED5-43F14C049DB5}" srcOrd="0" destOrd="0" presId="urn:microsoft.com/office/officeart/2005/8/layout/hierarchy2"/>
    <dgm:cxn modelId="{3CDC1A23-A380-4A63-AB98-5F07D781EDE2}" type="presParOf" srcId="{85D7B69A-5B4F-4388-B2E0-70D3152013D9}" destId="{2A22DD20-5CE0-44F9-9064-51DB053B7FBF}" srcOrd="1" destOrd="0" presId="urn:microsoft.com/office/officeart/2005/8/layout/hierarchy2"/>
    <dgm:cxn modelId="{E861103D-6574-43AF-88D4-3B67C66A5E80}" type="presParOf" srcId="{2A22DD20-5CE0-44F9-9064-51DB053B7FBF}" destId="{8ACB58EF-8405-4FCE-BE63-5391951D4F4A}" srcOrd="0" destOrd="0" presId="urn:microsoft.com/office/officeart/2005/8/layout/hierarchy2"/>
    <dgm:cxn modelId="{57454715-1C7C-46FF-939D-7C38263979E5}" type="presParOf" srcId="{8ACB58EF-8405-4FCE-BE63-5391951D4F4A}" destId="{A85DB842-53D1-48E4-8EFD-6A492EC45491}" srcOrd="0" destOrd="0" presId="urn:microsoft.com/office/officeart/2005/8/layout/hierarchy2"/>
    <dgm:cxn modelId="{DC8C5981-2DFD-4C3D-82BA-2173B6BA8BAF}" type="presParOf" srcId="{2A22DD20-5CE0-44F9-9064-51DB053B7FBF}" destId="{7CC8D33F-6A5B-4C70-B389-B640B2B7A1F5}" srcOrd="1" destOrd="0" presId="urn:microsoft.com/office/officeart/2005/8/layout/hierarchy2"/>
    <dgm:cxn modelId="{7F4DA408-1C97-47AC-A30C-B7135B316784}" type="presParOf" srcId="{7CC8D33F-6A5B-4C70-B389-B640B2B7A1F5}" destId="{C4321846-34B8-4261-9BDA-29CA9B8DA62E}" srcOrd="0" destOrd="0" presId="urn:microsoft.com/office/officeart/2005/8/layout/hierarchy2"/>
    <dgm:cxn modelId="{78BAD218-A41A-4D78-98F9-B9C1D7879696}" type="presParOf" srcId="{7CC8D33F-6A5B-4C70-B389-B640B2B7A1F5}" destId="{23254854-30F1-447E-9481-939D69F868E1}" srcOrd="1" destOrd="0" presId="urn:microsoft.com/office/officeart/2005/8/layout/hierarchy2"/>
    <dgm:cxn modelId="{9E8262DE-6232-4FAB-B47E-003CBB0672A0}" type="presParOf" srcId="{2A22DD20-5CE0-44F9-9064-51DB053B7FBF}" destId="{DA7D7EEA-BBA0-4D93-B6EF-574714641EE9}" srcOrd="2" destOrd="0" presId="urn:microsoft.com/office/officeart/2005/8/layout/hierarchy2"/>
    <dgm:cxn modelId="{4DB26BB6-6A82-4A6B-A3A2-3CE8839CC13D}" type="presParOf" srcId="{DA7D7EEA-BBA0-4D93-B6EF-574714641EE9}" destId="{60D9379C-2E6C-45D9-BF0C-7502A0B92F74}" srcOrd="0" destOrd="0" presId="urn:microsoft.com/office/officeart/2005/8/layout/hierarchy2"/>
    <dgm:cxn modelId="{D437C98E-8E54-4A5D-A965-2078DA4B156C}" type="presParOf" srcId="{2A22DD20-5CE0-44F9-9064-51DB053B7FBF}" destId="{74AC430E-1D30-46D1-AA93-4C070EDB6604}" srcOrd="3" destOrd="0" presId="urn:microsoft.com/office/officeart/2005/8/layout/hierarchy2"/>
    <dgm:cxn modelId="{62B7CDB4-9720-448F-A581-19C2C3C65EE9}" type="presParOf" srcId="{74AC430E-1D30-46D1-AA93-4C070EDB6604}" destId="{667DE881-7387-4B82-92D2-4987AA5773F2}" srcOrd="0" destOrd="0" presId="urn:microsoft.com/office/officeart/2005/8/layout/hierarchy2"/>
    <dgm:cxn modelId="{FB8FF54B-54BE-48BD-B838-D3EE42AC0B27}" type="presParOf" srcId="{74AC430E-1D30-46D1-AA93-4C070EDB6604}" destId="{7359FB8E-9EC3-4E92-8729-803343914C4A}" srcOrd="1" destOrd="0" presId="urn:microsoft.com/office/officeart/2005/8/layout/hierarchy2"/>
    <dgm:cxn modelId="{64229BBA-1D68-4715-B281-8BBD6E3B2256}" type="presParOf" srcId="{2A22DD20-5CE0-44F9-9064-51DB053B7FBF}" destId="{D66F50AD-5B7D-4CC2-A8CD-81A1405F5CB9}" srcOrd="4" destOrd="0" presId="urn:microsoft.com/office/officeart/2005/8/layout/hierarchy2"/>
    <dgm:cxn modelId="{D8B0AD99-DA14-41D5-8EC7-6E8A93190778}" type="presParOf" srcId="{D66F50AD-5B7D-4CC2-A8CD-81A1405F5CB9}" destId="{1F359E90-176E-493B-8BE0-D0651FBF96D0}" srcOrd="0" destOrd="0" presId="urn:microsoft.com/office/officeart/2005/8/layout/hierarchy2"/>
    <dgm:cxn modelId="{F8B477A0-12D4-40C9-9938-1D6CAA5F24DE}" type="presParOf" srcId="{2A22DD20-5CE0-44F9-9064-51DB053B7FBF}" destId="{8009CB03-6E6E-4AF6-9889-89C53783094E}" srcOrd="5" destOrd="0" presId="urn:microsoft.com/office/officeart/2005/8/layout/hierarchy2"/>
    <dgm:cxn modelId="{0D2F0E8E-9C03-4A64-8866-83DE0C16B37D}" type="presParOf" srcId="{8009CB03-6E6E-4AF6-9889-89C53783094E}" destId="{A303375F-462A-473B-AA73-56361457B2A3}" srcOrd="0" destOrd="0" presId="urn:microsoft.com/office/officeart/2005/8/layout/hierarchy2"/>
    <dgm:cxn modelId="{37D77461-B45F-438F-A503-3FA8B74E97E5}" type="presParOf" srcId="{8009CB03-6E6E-4AF6-9889-89C53783094E}" destId="{DDE6522C-0F38-4A99-99B5-17988113B98A}" srcOrd="1" destOrd="0" presId="urn:microsoft.com/office/officeart/2005/8/layout/hierarchy2"/>
    <dgm:cxn modelId="{BF129611-F3FF-4A4B-836C-D09FDF20153A}" type="presParOf" srcId="{DDE6522C-0F38-4A99-99B5-17988113B98A}" destId="{41C0BAFB-DFDC-44FD-A5B2-F62169B90C44}" srcOrd="0" destOrd="0" presId="urn:microsoft.com/office/officeart/2005/8/layout/hierarchy2"/>
    <dgm:cxn modelId="{D506C5D4-C5A4-4DCF-9816-1078A458A840}" type="presParOf" srcId="{41C0BAFB-DFDC-44FD-A5B2-F62169B90C44}" destId="{FA3C0604-4FA8-44CA-BFAA-CCC7B46D919C}" srcOrd="0" destOrd="0" presId="urn:microsoft.com/office/officeart/2005/8/layout/hierarchy2"/>
    <dgm:cxn modelId="{AED2F163-EAA5-46B2-B370-015A2DE381DA}" type="presParOf" srcId="{DDE6522C-0F38-4A99-99B5-17988113B98A}" destId="{514CE15B-6366-4FD5-A415-3F680CB8AE07}" srcOrd="1" destOrd="0" presId="urn:microsoft.com/office/officeart/2005/8/layout/hierarchy2"/>
    <dgm:cxn modelId="{F6BDFAD8-6D7F-484E-BFB2-DCC9584B90C4}" type="presParOf" srcId="{514CE15B-6366-4FD5-A415-3F680CB8AE07}" destId="{3357F349-ADFE-4F52-A1E6-30C2534817E8}" srcOrd="0" destOrd="0" presId="urn:microsoft.com/office/officeart/2005/8/layout/hierarchy2"/>
    <dgm:cxn modelId="{27F2AFDC-AB95-4C00-906F-71A3AE57539A}" type="presParOf" srcId="{514CE15B-6366-4FD5-A415-3F680CB8AE07}" destId="{D253B3C2-F4E2-49A3-A03F-C088F0DD99EE}" srcOrd="1" destOrd="0" presId="urn:microsoft.com/office/officeart/2005/8/layout/hierarchy2"/>
    <dgm:cxn modelId="{18F0A907-116C-405A-9AF1-34D0402FF722}" type="presParOf" srcId="{DDE6522C-0F38-4A99-99B5-17988113B98A}" destId="{9137D87A-258A-4E21-946D-7BA221C6FD93}" srcOrd="2" destOrd="0" presId="urn:microsoft.com/office/officeart/2005/8/layout/hierarchy2"/>
    <dgm:cxn modelId="{7F241745-6C52-4833-8BE0-9365A422C298}" type="presParOf" srcId="{9137D87A-258A-4E21-946D-7BA221C6FD93}" destId="{A6F0393E-5418-4BF3-8CB9-5E6DFADFF6D1}" srcOrd="0" destOrd="0" presId="urn:microsoft.com/office/officeart/2005/8/layout/hierarchy2"/>
    <dgm:cxn modelId="{D6B2E7A2-FB36-460E-92F9-BAC141167AC6}" type="presParOf" srcId="{DDE6522C-0F38-4A99-99B5-17988113B98A}" destId="{F7D28CD7-E599-452B-B085-DBBAE30AA863}" srcOrd="3" destOrd="0" presId="urn:microsoft.com/office/officeart/2005/8/layout/hierarchy2"/>
    <dgm:cxn modelId="{48D9BFF2-91E8-49F9-8BA6-3623CFF666B1}" type="presParOf" srcId="{F7D28CD7-E599-452B-B085-DBBAE30AA863}" destId="{1199A346-2B48-470D-BA31-BC97CCFA4542}" srcOrd="0" destOrd="0" presId="urn:microsoft.com/office/officeart/2005/8/layout/hierarchy2"/>
    <dgm:cxn modelId="{23FDB9FE-2A26-4A0F-83DC-C04296480D9A}" type="presParOf" srcId="{F7D28CD7-E599-452B-B085-DBBAE30AA863}" destId="{B3371689-7A03-4844-8AF3-87A7077C27D4}"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0B0BBC68-9942-4C9C-815C-3966CBF9D4CF}" type="doc">
      <dgm:prSet loTypeId="urn:microsoft.com/office/officeart/2005/8/layout/hierarchy6" loCatId="hierarchy" qsTypeId="urn:microsoft.com/office/officeart/2005/8/quickstyle/simple1" qsCatId="simple" csTypeId="urn:microsoft.com/office/officeart/2005/8/colors/colorful5" csCatId="colorful" phldr="1"/>
      <dgm:spPr/>
      <dgm:t>
        <a:bodyPr/>
        <a:lstStyle/>
        <a:p>
          <a:endParaRPr lang="en-US"/>
        </a:p>
      </dgm:t>
    </dgm:pt>
    <dgm:pt modelId="{9FC0380F-66B2-4639-ADB7-EC2221CEDF4C}">
      <dgm:prSet phldrT="[Text]"/>
      <dgm:spPr/>
      <dgm:t>
        <a:bodyPr/>
        <a:lstStyle/>
        <a:p>
          <a:r>
            <a:rPr lang="bn-IN" dirty="0"/>
            <a:t>পোল্ট্রি</a:t>
          </a:r>
          <a:r>
            <a:rPr lang="en-US" dirty="0"/>
            <a:t> </a:t>
          </a:r>
          <a:r>
            <a:rPr lang="en-US" dirty="0" err="1"/>
            <a:t>খামার</a:t>
          </a:r>
          <a:endParaRPr lang="en-US" dirty="0"/>
        </a:p>
      </dgm:t>
    </dgm:pt>
    <dgm:pt modelId="{06EF3AE0-8F2D-4A51-888E-80F52EAC573C}" type="parTrans" cxnId="{F576F63D-66DF-4D65-BAA8-4457DE826F2C}">
      <dgm:prSet/>
      <dgm:spPr/>
      <dgm:t>
        <a:bodyPr/>
        <a:lstStyle/>
        <a:p>
          <a:endParaRPr lang="en-US"/>
        </a:p>
      </dgm:t>
    </dgm:pt>
    <dgm:pt modelId="{5CEEE8B7-9DB8-4B1C-B906-2D856F5C433C}" type="sibTrans" cxnId="{F576F63D-66DF-4D65-BAA8-4457DE826F2C}">
      <dgm:prSet/>
      <dgm:spPr/>
      <dgm:t>
        <a:bodyPr/>
        <a:lstStyle/>
        <a:p>
          <a:endParaRPr lang="en-US"/>
        </a:p>
      </dgm:t>
    </dgm:pt>
    <dgm:pt modelId="{68467D6C-2EE2-487B-ABB8-D49691C19C49}">
      <dgm:prSet phldrT="[Text]"/>
      <dgm:spPr/>
      <dgm:t>
        <a:bodyPr/>
        <a:lstStyle/>
        <a:p>
          <a:r>
            <a:rPr lang="en-US" dirty="0" err="1"/>
            <a:t>ব্রয়লার</a:t>
          </a:r>
          <a:r>
            <a:rPr lang="en-US" dirty="0"/>
            <a:t> </a:t>
          </a:r>
          <a:r>
            <a:rPr lang="en-US" dirty="0" err="1"/>
            <a:t>ফার্ম</a:t>
          </a:r>
          <a:endParaRPr lang="en-US" dirty="0"/>
        </a:p>
      </dgm:t>
    </dgm:pt>
    <dgm:pt modelId="{BFBBE4AC-52F2-40B4-B0F8-0668D9FDDA61}" type="parTrans" cxnId="{6D2833D3-53FA-464A-BA85-5E50112274CC}">
      <dgm:prSet/>
      <dgm:spPr/>
      <dgm:t>
        <a:bodyPr/>
        <a:lstStyle/>
        <a:p>
          <a:endParaRPr lang="en-US"/>
        </a:p>
      </dgm:t>
    </dgm:pt>
    <dgm:pt modelId="{8EDB82F2-2599-4F9D-AE57-C390011F5C8A}" type="sibTrans" cxnId="{6D2833D3-53FA-464A-BA85-5E50112274CC}">
      <dgm:prSet/>
      <dgm:spPr/>
      <dgm:t>
        <a:bodyPr/>
        <a:lstStyle/>
        <a:p>
          <a:endParaRPr lang="en-US"/>
        </a:p>
      </dgm:t>
    </dgm:pt>
    <dgm:pt modelId="{52E8682B-7024-4C24-A6AB-38C84E3CF394}">
      <dgm:prSet phldrT="[Text]"/>
      <dgm:spPr/>
      <dgm:t>
        <a:bodyPr/>
        <a:lstStyle/>
        <a:p>
          <a:r>
            <a:rPr lang="en-US" dirty="0" err="1"/>
            <a:t>লেয়ার</a:t>
          </a:r>
          <a:r>
            <a:rPr lang="en-US" dirty="0"/>
            <a:t> </a:t>
          </a:r>
          <a:r>
            <a:rPr lang="en-US" dirty="0" err="1"/>
            <a:t>ফার্ম</a:t>
          </a:r>
          <a:endParaRPr lang="en-US" dirty="0"/>
        </a:p>
      </dgm:t>
    </dgm:pt>
    <dgm:pt modelId="{3B98B937-CC12-46F2-AB18-511732998146}" type="parTrans" cxnId="{5D52CD7F-E8B5-476A-8E35-055A112024CB}">
      <dgm:prSet/>
      <dgm:spPr/>
      <dgm:t>
        <a:bodyPr/>
        <a:lstStyle/>
        <a:p>
          <a:endParaRPr lang="en-US"/>
        </a:p>
      </dgm:t>
    </dgm:pt>
    <dgm:pt modelId="{C0775E74-0B69-4727-874C-2E9F7001DF42}" type="sibTrans" cxnId="{5D52CD7F-E8B5-476A-8E35-055A112024CB}">
      <dgm:prSet/>
      <dgm:spPr/>
      <dgm:t>
        <a:bodyPr/>
        <a:lstStyle/>
        <a:p>
          <a:endParaRPr lang="en-US"/>
        </a:p>
      </dgm:t>
    </dgm:pt>
    <dgm:pt modelId="{FB05E3C9-E01D-41C0-AA38-C30EE3B34480}">
      <dgm:prSet phldrT="[Text]"/>
      <dgm:spPr/>
      <dgm:t>
        <a:bodyPr/>
        <a:lstStyle/>
        <a:p>
          <a:r>
            <a:rPr lang="en-US" dirty="0" err="1"/>
            <a:t>হ্যাচিং</a:t>
          </a:r>
          <a:r>
            <a:rPr lang="en-US" dirty="0"/>
            <a:t> </a:t>
          </a:r>
          <a:r>
            <a:rPr lang="en-US" dirty="0" err="1"/>
            <a:t>বা</a:t>
          </a:r>
          <a:r>
            <a:rPr lang="en-US" dirty="0"/>
            <a:t> </a:t>
          </a:r>
          <a:r>
            <a:rPr lang="en-US" dirty="0" err="1"/>
            <a:t>বাচ্চা</a:t>
          </a:r>
          <a:r>
            <a:rPr lang="en-US" dirty="0"/>
            <a:t> </a:t>
          </a:r>
          <a:r>
            <a:rPr lang="en-US" dirty="0" err="1"/>
            <a:t>উৎপাদন</a:t>
          </a:r>
          <a:r>
            <a:rPr lang="en-US" dirty="0"/>
            <a:t> </a:t>
          </a:r>
          <a:r>
            <a:rPr lang="en-US" dirty="0" err="1"/>
            <a:t>ফার্ম</a:t>
          </a:r>
          <a:endParaRPr lang="en-US" dirty="0"/>
        </a:p>
      </dgm:t>
    </dgm:pt>
    <dgm:pt modelId="{A787599F-ED46-407B-8D82-8A54A0674D65}" type="parTrans" cxnId="{B08CD54F-92E3-4561-AD3F-1A0F7CC77D0E}">
      <dgm:prSet/>
      <dgm:spPr/>
      <dgm:t>
        <a:bodyPr/>
        <a:lstStyle/>
        <a:p>
          <a:endParaRPr lang="en-US"/>
        </a:p>
      </dgm:t>
    </dgm:pt>
    <dgm:pt modelId="{A9C1E82F-6D3D-480D-83E3-47D5814656C6}" type="sibTrans" cxnId="{B08CD54F-92E3-4561-AD3F-1A0F7CC77D0E}">
      <dgm:prSet/>
      <dgm:spPr/>
      <dgm:t>
        <a:bodyPr/>
        <a:lstStyle/>
        <a:p>
          <a:endParaRPr lang="en-US"/>
        </a:p>
      </dgm:t>
    </dgm:pt>
    <dgm:pt modelId="{63D5DA00-3259-4AF8-A3E6-F410B530A2F7}">
      <dgm:prSet phldrT="[Text]"/>
      <dgm:spPr/>
      <dgm:t>
        <a:bodyPr/>
        <a:lstStyle/>
        <a:p>
          <a:r>
            <a:rPr lang="en-US" dirty="0" err="1"/>
            <a:t>বাচ্চা</a:t>
          </a:r>
          <a:r>
            <a:rPr lang="en-US" dirty="0"/>
            <a:t> </a:t>
          </a:r>
          <a:r>
            <a:rPr lang="en-US" dirty="0" err="1"/>
            <a:t>উৎপাদন</a:t>
          </a:r>
          <a:r>
            <a:rPr lang="en-US" dirty="0"/>
            <a:t> </a:t>
          </a:r>
          <a:r>
            <a:rPr lang="en-US" dirty="0" err="1"/>
            <a:t>ডিমের</a:t>
          </a:r>
          <a:r>
            <a:rPr lang="en-US" dirty="0"/>
            <a:t> </a:t>
          </a:r>
          <a:r>
            <a:rPr lang="en-US" dirty="0" err="1"/>
            <a:t>ফার্ম</a:t>
          </a:r>
          <a:endParaRPr lang="en-US" dirty="0"/>
        </a:p>
      </dgm:t>
    </dgm:pt>
    <dgm:pt modelId="{952E8B5B-9F4D-44B6-B1DE-1DA9B450EDE2}" type="parTrans" cxnId="{09514048-FDBB-4609-8400-CEA6699B4557}">
      <dgm:prSet/>
      <dgm:spPr/>
      <dgm:t>
        <a:bodyPr/>
        <a:lstStyle/>
        <a:p>
          <a:endParaRPr lang="en-US"/>
        </a:p>
      </dgm:t>
    </dgm:pt>
    <dgm:pt modelId="{ED7D7ECC-35AF-4675-81DA-F54CB90986BF}" type="sibTrans" cxnId="{09514048-FDBB-4609-8400-CEA6699B4557}">
      <dgm:prSet/>
      <dgm:spPr/>
      <dgm:t>
        <a:bodyPr/>
        <a:lstStyle/>
        <a:p>
          <a:endParaRPr lang="en-US"/>
        </a:p>
      </dgm:t>
    </dgm:pt>
    <dgm:pt modelId="{FA7BE92E-A285-4D18-BC08-5927EB2022A0}">
      <dgm:prSet phldrT="[Text]"/>
      <dgm:spPr/>
      <dgm:t>
        <a:bodyPr/>
        <a:lstStyle/>
        <a:p>
          <a:r>
            <a:rPr lang="en-US" dirty="0" err="1"/>
            <a:t>পোল্ট্রি</a:t>
          </a:r>
          <a:r>
            <a:rPr lang="en-US" dirty="0"/>
            <a:t> ও </a:t>
          </a:r>
          <a:r>
            <a:rPr lang="en-US" dirty="0" err="1"/>
            <a:t>মাছের</a:t>
          </a:r>
          <a:r>
            <a:rPr lang="en-US" dirty="0"/>
            <a:t> </a:t>
          </a:r>
          <a:r>
            <a:rPr lang="en-US" dirty="0" err="1"/>
            <a:t>সমন্বিত</a:t>
          </a:r>
          <a:r>
            <a:rPr lang="en-US" dirty="0"/>
            <a:t> </a:t>
          </a:r>
          <a:r>
            <a:rPr lang="en-US" dirty="0" err="1"/>
            <a:t>খামার</a:t>
          </a:r>
          <a:endParaRPr lang="en-US" dirty="0"/>
        </a:p>
      </dgm:t>
    </dgm:pt>
    <dgm:pt modelId="{B0A92FA4-1A60-4AA8-80CC-B90003ECCC46}" type="parTrans" cxnId="{7F98F48E-ED71-4046-9EB9-C5F26D97C2A0}">
      <dgm:prSet/>
      <dgm:spPr/>
      <dgm:t>
        <a:bodyPr/>
        <a:lstStyle/>
        <a:p>
          <a:endParaRPr lang="en-US"/>
        </a:p>
      </dgm:t>
    </dgm:pt>
    <dgm:pt modelId="{CE5762A4-BFF7-4804-9124-FDC9B09A1CAC}" type="sibTrans" cxnId="{7F98F48E-ED71-4046-9EB9-C5F26D97C2A0}">
      <dgm:prSet/>
      <dgm:spPr/>
      <dgm:t>
        <a:bodyPr/>
        <a:lstStyle/>
        <a:p>
          <a:endParaRPr lang="en-US"/>
        </a:p>
      </dgm:t>
    </dgm:pt>
    <dgm:pt modelId="{EA2DFB08-3B24-4886-AEEE-A3CFE6EEAF23}" type="pres">
      <dgm:prSet presAssocID="{0B0BBC68-9942-4C9C-815C-3966CBF9D4CF}" presName="mainComposite" presStyleCnt="0">
        <dgm:presLayoutVars>
          <dgm:chPref val="1"/>
          <dgm:dir/>
          <dgm:animOne val="branch"/>
          <dgm:animLvl val="lvl"/>
          <dgm:resizeHandles val="exact"/>
        </dgm:presLayoutVars>
      </dgm:prSet>
      <dgm:spPr/>
    </dgm:pt>
    <dgm:pt modelId="{28D34685-CB30-4B35-B230-808B9664BFD5}" type="pres">
      <dgm:prSet presAssocID="{0B0BBC68-9942-4C9C-815C-3966CBF9D4CF}" presName="hierFlow" presStyleCnt="0"/>
      <dgm:spPr/>
    </dgm:pt>
    <dgm:pt modelId="{417589B2-3068-43ED-8F54-F4F925E7852D}" type="pres">
      <dgm:prSet presAssocID="{0B0BBC68-9942-4C9C-815C-3966CBF9D4CF}" presName="hierChild1" presStyleCnt="0">
        <dgm:presLayoutVars>
          <dgm:chPref val="1"/>
          <dgm:animOne val="branch"/>
          <dgm:animLvl val="lvl"/>
        </dgm:presLayoutVars>
      </dgm:prSet>
      <dgm:spPr/>
    </dgm:pt>
    <dgm:pt modelId="{2FF3A5F7-3C96-4A3E-8C97-AA2C3BEC1B33}" type="pres">
      <dgm:prSet presAssocID="{9FC0380F-66B2-4639-ADB7-EC2221CEDF4C}" presName="Name14" presStyleCnt="0"/>
      <dgm:spPr/>
    </dgm:pt>
    <dgm:pt modelId="{3899E468-6DBA-4888-AA58-734D77D196EC}" type="pres">
      <dgm:prSet presAssocID="{9FC0380F-66B2-4639-ADB7-EC2221CEDF4C}" presName="level1Shape" presStyleLbl="node0" presStyleIdx="0" presStyleCnt="1">
        <dgm:presLayoutVars>
          <dgm:chPref val="3"/>
        </dgm:presLayoutVars>
      </dgm:prSet>
      <dgm:spPr/>
    </dgm:pt>
    <dgm:pt modelId="{5113DCFF-39A1-4162-BBEE-ADE4172C6B7B}" type="pres">
      <dgm:prSet presAssocID="{9FC0380F-66B2-4639-ADB7-EC2221CEDF4C}" presName="hierChild2" presStyleCnt="0"/>
      <dgm:spPr/>
    </dgm:pt>
    <dgm:pt modelId="{EDE41999-330F-45E3-A64D-4EB35F9FB787}" type="pres">
      <dgm:prSet presAssocID="{BFBBE4AC-52F2-40B4-B0F8-0668D9FDDA61}" presName="Name19" presStyleLbl="parChTrans1D2" presStyleIdx="0" presStyleCnt="5"/>
      <dgm:spPr/>
    </dgm:pt>
    <dgm:pt modelId="{46911C08-23F7-4E6D-9B8F-944CC418C301}" type="pres">
      <dgm:prSet presAssocID="{68467D6C-2EE2-487B-ABB8-D49691C19C49}" presName="Name21" presStyleCnt="0"/>
      <dgm:spPr/>
    </dgm:pt>
    <dgm:pt modelId="{C5F56A66-D3F8-41F7-934C-3BF6AB506B41}" type="pres">
      <dgm:prSet presAssocID="{68467D6C-2EE2-487B-ABB8-D49691C19C49}" presName="level2Shape" presStyleLbl="node2" presStyleIdx="0" presStyleCnt="5"/>
      <dgm:spPr/>
    </dgm:pt>
    <dgm:pt modelId="{89DE1424-069E-46EA-853B-659D537B8DD0}" type="pres">
      <dgm:prSet presAssocID="{68467D6C-2EE2-487B-ABB8-D49691C19C49}" presName="hierChild3" presStyleCnt="0"/>
      <dgm:spPr/>
    </dgm:pt>
    <dgm:pt modelId="{D5766103-200E-4865-AB9D-DF918EB0A23E}" type="pres">
      <dgm:prSet presAssocID="{3B98B937-CC12-46F2-AB18-511732998146}" presName="Name19" presStyleLbl="parChTrans1D2" presStyleIdx="1" presStyleCnt="5"/>
      <dgm:spPr/>
    </dgm:pt>
    <dgm:pt modelId="{7050C770-3B0E-4AF4-912D-AA58D0DECEFF}" type="pres">
      <dgm:prSet presAssocID="{52E8682B-7024-4C24-A6AB-38C84E3CF394}" presName="Name21" presStyleCnt="0"/>
      <dgm:spPr/>
    </dgm:pt>
    <dgm:pt modelId="{E2D5F8AA-4A01-4E3A-91DA-5EF99BCA95FD}" type="pres">
      <dgm:prSet presAssocID="{52E8682B-7024-4C24-A6AB-38C84E3CF394}" presName="level2Shape" presStyleLbl="node2" presStyleIdx="1" presStyleCnt="5"/>
      <dgm:spPr/>
    </dgm:pt>
    <dgm:pt modelId="{841F2CC7-3129-4FBC-827D-A60458A1C169}" type="pres">
      <dgm:prSet presAssocID="{52E8682B-7024-4C24-A6AB-38C84E3CF394}" presName="hierChild3" presStyleCnt="0"/>
      <dgm:spPr/>
    </dgm:pt>
    <dgm:pt modelId="{9D9F0931-E846-47AD-9E6B-8DC1AEE05426}" type="pres">
      <dgm:prSet presAssocID="{A787599F-ED46-407B-8D82-8A54A0674D65}" presName="Name19" presStyleLbl="parChTrans1D2" presStyleIdx="2" presStyleCnt="5"/>
      <dgm:spPr/>
    </dgm:pt>
    <dgm:pt modelId="{5AE2A752-1114-4535-B663-9EADEC4F2468}" type="pres">
      <dgm:prSet presAssocID="{FB05E3C9-E01D-41C0-AA38-C30EE3B34480}" presName="Name21" presStyleCnt="0"/>
      <dgm:spPr/>
    </dgm:pt>
    <dgm:pt modelId="{CBE5A4FB-A6C5-4249-8FAF-D018B3827C96}" type="pres">
      <dgm:prSet presAssocID="{FB05E3C9-E01D-41C0-AA38-C30EE3B34480}" presName="level2Shape" presStyleLbl="node2" presStyleIdx="2" presStyleCnt="5"/>
      <dgm:spPr/>
    </dgm:pt>
    <dgm:pt modelId="{2E3534FA-9197-41B3-B359-3DDB0231C508}" type="pres">
      <dgm:prSet presAssocID="{FB05E3C9-E01D-41C0-AA38-C30EE3B34480}" presName="hierChild3" presStyleCnt="0"/>
      <dgm:spPr/>
    </dgm:pt>
    <dgm:pt modelId="{57179A7A-97DA-4277-A7BE-88B44CAA2597}" type="pres">
      <dgm:prSet presAssocID="{952E8B5B-9F4D-44B6-B1DE-1DA9B450EDE2}" presName="Name19" presStyleLbl="parChTrans1D2" presStyleIdx="3" presStyleCnt="5"/>
      <dgm:spPr/>
    </dgm:pt>
    <dgm:pt modelId="{9D4FB7A4-1131-443E-89E4-9DDE673D849F}" type="pres">
      <dgm:prSet presAssocID="{63D5DA00-3259-4AF8-A3E6-F410B530A2F7}" presName="Name21" presStyleCnt="0"/>
      <dgm:spPr/>
    </dgm:pt>
    <dgm:pt modelId="{89BCDBE4-16B5-4A09-9CDA-495E7591D37F}" type="pres">
      <dgm:prSet presAssocID="{63D5DA00-3259-4AF8-A3E6-F410B530A2F7}" presName="level2Shape" presStyleLbl="node2" presStyleIdx="3" presStyleCnt="5"/>
      <dgm:spPr/>
    </dgm:pt>
    <dgm:pt modelId="{4A53BFC9-55DD-4040-A91A-C26CBDD77435}" type="pres">
      <dgm:prSet presAssocID="{63D5DA00-3259-4AF8-A3E6-F410B530A2F7}" presName="hierChild3" presStyleCnt="0"/>
      <dgm:spPr/>
    </dgm:pt>
    <dgm:pt modelId="{FA67E544-3511-4B49-96F2-C2396FAEE7A8}" type="pres">
      <dgm:prSet presAssocID="{B0A92FA4-1A60-4AA8-80CC-B90003ECCC46}" presName="Name19" presStyleLbl="parChTrans1D2" presStyleIdx="4" presStyleCnt="5"/>
      <dgm:spPr/>
    </dgm:pt>
    <dgm:pt modelId="{1326CD6E-C6F7-44D9-A6DB-94B16BAEDF94}" type="pres">
      <dgm:prSet presAssocID="{FA7BE92E-A285-4D18-BC08-5927EB2022A0}" presName="Name21" presStyleCnt="0"/>
      <dgm:spPr/>
    </dgm:pt>
    <dgm:pt modelId="{2F5AB3AE-B4EC-47BB-823E-0FF21107A33C}" type="pres">
      <dgm:prSet presAssocID="{FA7BE92E-A285-4D18-BC08-5927EB2022A0}" presName="level2Shape" presStyleLbl="node2" presStyleIdx="4" presStyleCnt="5"/>
      <dgm:spPr/>
    </dgm:pt>
    <dgm:pt modelId="{15BBF46D-CC45-4D9B-8A20-12E5D2012F32}" type="pres">
      <dgm:prSet presAssocID="{FA7BE92E-A285-4D18-BC08-5927EB2022A0}" presName="hierChild3" presStyleCnt="0"/>
      <dgm:spPr/>
    </dgm:pt>
    <dgm:pt modelId="{F4BF86CD-B1F9-47E0-80D0-98AF976CD52C}" type="pres">
      <dgm:prSet presAssocID="{0B0BBC68-9942-4C9C-815C-3966CBF9D4CF}" presName="bgShapesFlow" presStyleCnt="0"/>
      <dgm:spPr/>
    </dgm:pt>
  </dgm:ptLst>
  <dgm:cxnLst>
    <dgm:cxn modelId="{00A22138-B68D-4511-81A0-5201C9356F72}" type="presOf" srcId="{FB05E3C9-E01D-41C0-AA38-C30EE3B34480}" destId="{CBE5A4FB-A6C5-4249-8FAF-D018B3827C96}" srcOrd="0" destOrd="0" presId="urn:microsoft.com/office/officeart/2005/8/layout/hierarchy6"/>
    <dgm:cxn modelId="{F576F63D-66DF-4D65-BAA8-4457DE826F2C}" srcId="{0B0BBC68-9942-4C9C-815C-3966CBF9D4CF}" destId="{9FC0380F-66B2-4639-ADB7-EC2221CEDF4C}" srcOrd="0" destOrd="0" parTransId="{06EF3AE0-8F2D-4A51-888E-80F52EAC573C}" sibTransId="{5CEEE8B7-9DB8-4B1C-B906-2D856F5C433C}"/>
    <dgm:cxn modelId="{698F1D5C-9916-4D5C-9618-9F978E9F6486}" type="presOf" srcId="{FA7BE92E-A285-4D18-BC08-5927EB2022A0}" destId="{2F5AB3AE-B4EC-47BB-823E-0FF21107A33C}" srcOrd="0" destOrd="0" presId="urn:microsoft.com/office/officeart/2005/8/layout/hierarchy6"/>
    <dgm:cxn modelId="{09514048-FDBB-4609-8400-CEA6699B4557}" srcId="{9FC0380F-66B2-4639-ADB7-EC2221CEDF4C}" destId="{63D5DA00-3259-4AF8-A3E6-F410B530A2F7}" srcOrd="3" destOrd="0" parTransId="{952E8B5B-9F4D-44B6-B1DE-1DA9B450EDE2}" sibTransId="{ED7D7ECC-35AF-4675-81DA-F54CB90986BF}"/>
    <dgm:cxn modelId="{B08CD54F-92E3-4561-AD3F-1A0F7CC77D0E}" srcId="{9FC0380F-66B2-4639-ADB7-EC2221CEDF4C}" destId="{FB05E3C9-E01D-41C0-AA38-C30EE3B34480}" srcOrd="2" destOrd="0" parTransId="{A787599F-ED46-407B-8D82-8A54A0674D65}" sibTransId="{A9C1E82F-6D3D-480D-83E3-47D5814656C6}"/>
    <dgm:cxn modelId="{9366E950-1E88-4425-8D3F-37C533B456BA}" type="presOf" srcId="{B0A92FA4-1A60-4AA8-80CC-B90003ECCC46}" destId="{FA67E544-3511-4B49-96F2-C2396FAEE7A8}" srcOrd="0" destOrd="0" presId="urn:microsoft.com/office/officeart/2005/8/layout/hierarchy6"/>
    <dgm:cxn modelId="{C98BC954-34E3-4A89-BC50-3B4E1C23794D}" type="presOf" srcId="{952E8B5B-9F4D-44B6-B1DE-1DA9B450EDE2}" destId="{57179A7A-97DA-4277-A7BE-88B44CAA2597}" srcOrd="0" destOrd="0" presId="urn:microsoft.com/office/officeart/2005/8/layout/hierarchy6"/>
    <dgm:cxn modelId="{EF0D2179-49EC-41F7-B21B-F0F8ED413010}" type="presOf" srcId="{3B98B937-CC12-46F2-AB18-511732998146}" destId="{D5766103-200E-4865-AB9D-DF918EB0A23E}" srcOrd="0" destOrd="0" presId="urn:microsoft.com/office/officeart/2005/8/layout/hierarchy6"/>
    <dgm:cxn modelId="{5D52CD7F-E8B5-476A-8E35-055A112024CB}" srcId="{9FC0380F-66B2-4639-ADB7-EC2221CEDF4C}" destId="{52E8682B-7024-4C24-A6AB-38C84E3CF394}" srcOrd="1" destOrd="0" parTransId="{3B98B937-CC12-46F2-AB18-511732998146}" sibTransId="{C0775E74-0B69-4727-874C-2E9F7001DF42}"/>
    <dgm:cxn modelId="{7F98F48E-ED71-4046-9EB9-C5F26D97C2A0}" srcId="{9FC0380F-66B2-4639-ADB7-EC2221CEDF4C}" destId="{FA7BE92E-A285-4D18-BC08-5927EB2022A0}" srcOrd="4" destOrd="0" parTransId="{B0A92FA4-1A60-4AA8-80CC-B90003ECCC46}" sibTransId="{CE5762A4-BFF7-4804-9124-FDC9B09A1CAC}"/>
    <dgm:cxn modelId="{C98CBBA6-7BF7-4511-AE36-8985F259D0B4}" type="presOf" srcId="{63D5DA00-3259-4AF8-A3E6-F410B530A2F7}" destId="{89BCDBE4-16B5-4A09-9CDA-495E7591D37F}" srcOrd="0" destOrd="0" presId="urn:microsoft.com/office/officeart/2005/8/layout/hierarchy6"/>
    <dgm:cxn modelId="{9DBB54A8-3EAD-40C9-8B34-9227600F7277}" type="presOf" srcId="{68467D6C-2EE2-487B-ABB8-D49691C19C49}" destId="{C5F56A66-D3F8-41F7-934C-3BF6AB506B41}" srcOrd="0" destOrd="0" presId="urn:microsoft.com/office/officeart/2005/8/layout/hierarchy6"/>
    <dgm:cxn modelId="{8FBE90B5-4131-40A2-80F9-26FDB3B51A90}" type="presOf" srcId="{BFBBE4AC-52F2-40B4-B0F8-0668D9FDDA61}" destId="{EDE41999-330F-45E3-A64D-4EB35F9FB787}" srcOrd="0" destOrd="0" presId="urn:microsoft.com/office/officeart/2005/8/layout/hierarchy6"/>
    <dgm:cxn modelId="{98E8B3B5-59F7-4169-966D-42F7CA841771}" type="presOf" srcId="{A787599F-ED46-407B-8D82-8A54A0674D65}" destId="{9D9F0931-E846-47AD-9E6B-8DC1AEE05426}" srcOrd="0" destOrd="0" presId="urn:microsoft.com/office/officeart/2005/8/layout/hierarchy6"/>
    <dgm:cxn modelId="{FD2330B9-124E-4C6B-8F2E-25FC7854BE3E}" type="presOf" srcId="{52E8682B-7024-4C24-A6AB-38C84E3CF394}" destId="{E2D5F8AA-4A01-4E3A-91DA-5EF99BCA95FD}" srcOrd="0" destOrd="0" presId="urn:microsoft.com/office/officeart/2005/8/layout/hierarchy6"/>
    <dgm:cxn modelId="{6D2833D3-53FA-464A-BA85-5E50112274CC}" srcId="{9FC0380F-66B2-4639-ADB7-EC2221CEDF4C}" destId="{68467D6C-2EE2-487B-ABB8-D49691C19C49}" srcOrd="0" destOrd="0" parTransId="{BFBBE4AC-52F2-40B4-B0F8-0668D9FDDA61}" sibTransId="{8EDB82F2-2599-4F9D-AE57-C390011F5C8A}"/>
    <dgm:cxn modelId="{7E405FDD-D420-43A2-9668-B2A60DD5A6FF}" type="presOf" srcId="{0B0BBC68-9942-4C9C-815C-3966CBF9D4CF}" destId="{EA2DFB08-3B24-4886-AEEE-A3CFE6EEAF23}" srcOrd="0" destOrd="0" presId="urn:microsoft.com/office/officeart/2005/8/layout/hierarchy6"/>
    <dgm:cxn modelId="{15E8E2F9-BA75-4EBC-B255-BDA7549E4C2E}" type="presOf" srcId="{9FC0380F-66B2-4639-ADB7-EC2221CEDF4C}" destId="{3899E468-6DBA-4888-AA58-734D77D196EC}" srcOrd="0" destOrd="0" presId="urn:microsoft.com/office/officeart/2005/8/layout/hierarchy6"/>
    <dgm:cxn modelId="{067B4CDB-2EFA-4826-8964-D791542AED0D}" type="presParOf" srcId="{EA2DFB08-3B24-4886-AEEE-A3CFE6EEAF23}" destId="{28D34685-CB30-4B35-B230-808B9664BFD5}" srcOrd="0" destOrd="0" presId="urn:microsoft.com/office/officeart/2005/8/layout/hierarchy6"/>
    <dgm:cxn modelId="{2B3F1EF5-EEF9-49E0-8002-8AA0CA3E2E74}" type="presParOf" srcId="{28D34685-CB30-4B35-B230-808B9664BFD5}" destId="{417589B2-3068-43ED-8F54-F4F925E7852D}" srcOrd="0" destOrd="0" presId="urn:microsoft.com/office/officeart/2005/8/layout/hierarchy6"/>
    <dgm:cxn modelId="{377627D6-A75D-4CB2-B84F-80D661E3832E}" type="presParOf" srcId="{417589B2-3068-43ED-8F54-F4F925E7852D}" destId="{2FF3A5F7-3C96-4A3E-8C97-AA2C3BEC1B33}" srcOrd="0" destOrd="0" presId="urn:microsoft.com/office/officeart/2005/8/layout/hierarchy6"/>
    <dgm:cxn modelId="{C39DC8C6-4419-4EA0-99EB-1916E2AABBD0}" type="presParOf" srcId="{2FF3A5F7-3C96-4A3E-8C97-AA2C3BEC1B33}" destId="{3899E468-6DBA-4888-AA58-734D77D196EC}" srcOrd="0" destOrd="0" presId="urn:microsoft.com/office/officeart/2005/8/layout/hierarchy6"/>
    <dgm:cxn modelId="{F09EDB3A-7564-4D89-9210-7C9B15EC1E27}" type="presParOf" srcId="{2FF3A5F7-3C96-4A3E-8C97-AA2C3BEC1B33}" destId="{5113DCFF-39A1-4162-BBEE-ADE4172C6B7B}" srcOrd="1" destOrd="0" presId="urn:microsoft.com/office/officeart/2005/8/layout/hierarchy6"/>
    <dgm:cxn modelId="{125E9983-0A16-4EF7-A21D-E70EFA9F7D89}" type="presParOf" srcId="{5113DCFF-39A1-4162-BBEE-ADE4172C6B7B}" destId="{EDE41999-330F-45E3-A64D-4EB35F9FB787}" srcOrd="0" destOrd="0" presId="urn:microsoft.com/office/officeart/2005/8/layout/hierarchy6"/>
    <dgm:cxn modelId="{72A0B15B-8805-4427-AD5C-DB43BAEAAD6F}" type="presParOf" srcId="{5113DCFF-39A1-4162-BBEE-ADE4172C6B7B}" destId="{46911C08-23F7-4E6D-9B8F-944CC418C301}" srcOrd="1" destOrd="0" presId="urn:microsoft.com/office/officeart/2005/8/layout/hierarchy6"/>
    <dgm:cxn modelId="{292043D1-D461-48DC-BF55-4BC18B27DE53}" type="presParOf" srcId="{46911C08-23F7-4E6D-9B8F-944CC418C301}" destId="{C5F56A66-D3F8-41F7-934C-3BF6AB506B41}" srcOrd="0" destOrd="0" presId="urn:microsoft.com/office/officeart/2005/8/layout/hierarchy6"/>
    <dgm:cxn modelId="{902CC7AE-7FA1-4C55-A85E-844C68F4BCC7}" type="presParOf" srcId="{46911C08-23F7-4E6D-9B8F-944CC418C301}" destId="{89DE1424-069E-46EA-853B-659D537B8DD0}" srcOrd="1" destOrd="0" presId="urn:microsoft.com/office/officeart/2005/8/layout/hierarchy6"/>
    <dgm:cxn modelId="{7A255FAA-5F41-4B9C-AA71-018056A185D0}" type="presParOf" srcId="{5113DCFF-39A1-4162-BBEE-ADE4172C6B7B}" destId="{D5766103-200E-4865-AB9D-DF918EB0A23E}" srcOrd="2" destOrd="0" presId="urn:microsoft.com/office/officeart/2005/8/layout/hierarchy6"/>
    <dgm:cxn modelId="{D9591382-13F5-4668-BC97-9529C8F3C356}" type="presParOf" srcId="{5113DCFF-39A1-4162-BBEE-ADE4172C6B7B}" destId="{7050C770-3B0E-4AF4-912D-AA58D0DECEFF}" srcOrd="3" destOrd="0" presId="urn:microsoft.com/office/officeart/2005/8/layout/hierarchy6"/>
    <dgm:cxn modelId="{82BAF0F0-4BC7-42AF-9986-7EB5C3FEC039}" type="presParOf" srcId="{7050C770-3B0E-4AF4-912D-AA58D0DECEFF}" destId="{E2D5F8AA-4A01-4E3A-91DA-5EF99BCA95FD}" srcOrd="0" destOrd="0" presId="urn:microsoft.com/office/officeart/2005/8/layout/hierarchy6"/>
    <dgm:cxn modelId="{43879306-6554-4D0F-9750-033E1F47DB99}" type="presParOf" srcId="{7050C770-3B0E-4AF4-912D-AA58D0DECEFF}" destId="{841F2CC7-3129-4FBC-827D-A60458A1C169}" srcOrd="1" destOrd="0" presId="urn:microsoft.com/office/officeart/2005/8/layout/hierarchy6"/>
    <dgm:cxn modelId="{8FBD1FEA-97CC-4FFF-B2F7-B3B24ACCD46A}" type="presParOf" srcId="{5113DCFF-39A1-4162-BBEE-ADE4172C6B7B}" destId="{9D9F0931-E846-47AD-9E6B-8DC1AEE05426}" srcOrd="4" destOrd="0" presId="urn:microsoft.com/office/officeart/2005/8/layout/hierarchy6"/>
    <dgm:cxn modelId="{61AFD95B-3ACF-42E2-9648-B398C4BB6AB2}" type="presParOf" srcId="{5113DCFF-39A1-4162-BBEE-ADE4172C6B7B}" destId="{5AE2A752-1114-4535-B663-9EADEC4F2468}" srcOrd="5" destOrd="0" presId="urn:microsoft.com/office/officeart/2005/8/layout/hierarchy6"/>
    <dgm:cxn modelId="{78ECE654-CFE3-410C-8A85-D3EB563FAC76}" type="presParOf" srcId="{5AE2A752-1114-4535-B663-9EADEC4F2468}" destId="{CBE5A4FB-A6C5-4249-8FAF-D018B3827C96}" srcOrd="0" destOrd="0" presId="urn:microsoft.com/office/officeart/2005/8/layout/hierarchy6"/>
    <dgm:cxn modelId="{F4939FB4-49D1-45CD-87D2-7E1176B2C9F3}" type="presParOf" srcId="{5AE2A752-1114-4535-B663-9EADEC4F2468}" destId="{2E3534FA-9197-41B3-B359-3DDB0231C508}" srcOrd="1" destOrd="0" presId="urn:microsoft.com/office/officeart/2005/8/layout/hierarchy6"/>
    <dgm:cxn modelId="{1A67CE21-16BB-4452-B3AD-BF8DB1C00241}" type="presParOf" srcId="{5113DCFF-39A1-4162-BBEE-ADE4172C6B7B}" destId="{57179A7A-97DA-4277-A7BE-88B44CAA2597}" srcOrd="6" destOrd="0" presId="urn:microsoft.com/office/officeart/2005/8/layout/hierarchy6"/>
    <dgm:cxn modelId="{1F54549A-02B9-444F-AB8E-C8400679894B}" type="presParOf" srcId="{5113DCFF-39A1-4162-BBEE-ADE4172C6B7B}" destId="{9D4FB7A4-1131-443E-89E4-9DDE673D849F}" srcOrd="7" destOrd="0" presId="urn:microsoft.com/office/officeart/2005/8/layout/hierarchy6"/>
    <dgm:cxn modelId="{08618C73-1DC1-461C-8D8C-F4C480E4323B}" type="presParOf" srcId="{9D4FB7A4-1131-443E-89E4-9DDE673D849F}" destId="{89BCDBE4-16B5-4A09-9CDA-495E7591D37F}" srcOrd="0" destOrd="0" presId="urn:microsoft.com/office/officeart/2005/8/layout/hierarchy6"/>
    <dgm:cxn modelId="{9370CB63-EDF4-418A-800A-32C9B1447044}" type="presParOf" srcId="{9D4FB7A4-1131-443E-89E4-9DDE673D849F}" destId="{4A53BFC9-55DD-4040-A91A-C26CBDD77435}" srcOrd="1" destOrd="0" presId="urn:microsoft.com/office/officeart/2005/8/layout/hierarchy6"/>
    <dgm:cxn modelId="{75580A8F-8AAB-43EB-8FBB-34438363B9AA}" type="presParOf" srcId="{5113DCFF-39A1-4162-BBEE-ADE4172C6B7B}" destId="{FA67E544-3511-4B49-96F2-C2396FAEE7A8}" srcOrd="8" destOrd="0" presId="urn:microsoft.com/office/officeart/2005/8/layout/hierarchy6"/>
    <dgm:cxn modelId="{A44EA72E-259B-4839-A7E4-484AEE9F5432}" type="presParOf" srcId="{5113DCFF-39A1-4162-BBEE-ADE4172C6B7B}" destId="{1326CD6E-C6F7-44D9-A6DB-94B16BAEDF94}" srcOrd="9" destOrd="0" presId="urn:microsoft.com/office/officeart/2005/8/layout/hierarchy6"/>
    <dgm:cxn modelId="{84017D1F-17E4-4D20-A456-8145ECF8B609}" type="presParOf" srcId="{1326CD6E-C6F7-44D9-A6DB-94B16BAEDF94}" destId="{2F5AB3AE-B4EC-47BB-823E-0FF21107A33C}" srcOrd="0" destOrd="0" presId="urn:microsoft.com/office/officeart/2005/8/layout/hierarchy6"/>
    <dgm:cxn modelId="{8DA737E9-158D-4955-942F-A6FEDDF7F456}" type="presParOf" srcId="{1326CD6E-C6F7-44D9-A6DB-94B16BAEDF94}" destId="{15BBF46D-CC45-4D9B-8A20-12E5D2012F32}" srcOrd="1" destOrd="0" presId="urn:microsoft.com/office/officeart/2005/8/layout/hierarchy6"/>
    <dgm:cxn modelId="{AB29CAE6-E6A0-4445-9B23-28768D9EC73F}" type="presParOf" srcId="{EA2DFB08-3B24-4886-AEEE-A3CFE6EEAF23}" destId="{F4BF86CD-B1F9-47E0-80D0-98AF976CD52C}"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869A4D2-8F6F-4330-AC11-F8901CF93E47}" type="doc">
      <dgm:prSet loTypeId="urn:microsoft.com/office/officeart/2005/8/layout/architecture" loCatId="hierarchy" qsTypeId="urn:microsoft.com/office/officeart/2005/8/quickstyle/simple4" qsCatId="simple" csTypeId="urn:microsoft.com/office/officeart/2005/8/colors/colorful5" csCatId="colorful" phldr="1"/>
      <dgm:spPr/>
      <dgm:t>
        <a:bodyPr/>
        <a:lstStyle/>
        <a:p>
          <a:endParaRPr lang="en-US"/>
        </a:p>
      </dgm:t>
    </dgm:pt>
    <dgm:pt modelId="{902ABC4A-D4CE-4208-A3B8-E9E29437BC30}">
      <dgm:prSet phldrT="[Text]"/>
      <dgm:spPr/>
      <dgm:t>
        <a:bodyPr/>
        <a:lstStyle/>
        <a:p>
          <a:r>
            <a:rPr lang="en-US" dirty="0" err="1"/>
            <a:t>ডিম</a:t>
          </a:r>
          <a:r>
            <a:rPr lang="en-US" dirty="0"/>
            <a:t> </a:t>
          </a:r>
          <a:r>
            <a:rPr lang="en-US" dirty="0" err="1"/>
            <a:t>পাড়া</a:t>
          </a:r>
          <a:r>
            <a:rPr lang="en-US" dirty="0"/>
            <a:t> </a:t>
          </a:r>
          <a:r>
            <a:rPr lang="en-US" dirty="0" err="1"/>
            <a:t>মুরগীর</a:t>
          </a:r>
          <a:r>
            <a:rPr lang="en-US" dirty="0"/>
            <a:t> </a:t>
          </a:r>
          <a:r>
            <a:rPr lang="en-US" dirty="0" err="1"/>
            <a:t>রেশন</a:t>
          </a:r>
          <a:endParaRPr lang="en-US" dirty="0"/>
        </a:p>
      </dgm:t>
    </dgm:pt>
    <dgm:pt modelId="{01C7F16C-92A5-41FD-8141-0463E6C90EBA}" type="parTrans" cxnId="{ADB5EBFF-3F4F-4774-B1DD-D1F899917593}">
      <dgm:prSet/>
      <dgm:spPr/>
      <dgm:t>
        <a:bodyPr/>
        <a:lstStyle/>
        <a:p>
          <a:endParaRPr lang="en-US"/>
        </a:p>
      </dgm:t>
    </dgm:pt>
    <dgm:pt modelId="{9858EFA1-3D59-4010-AA3F-636F38C45284}" type="sibTrans" cxnId="{ADB5EBFF-3F4F-4774-B1DD-D1F899917593}">
      <dgm:prSet/>
      <dgm:spPr/>
      <dgm:t>
        <a:bodyPr/>
        <a:lstStyle/>
        <a:p>
          <a:endParaRPr lang="en-US"/>
        </a:p>
      </dgm:t>
    </dgm:pt>
    <dgm:pt modelId="{7D30E7DD-8394-49DE-8154-873E0E91B329}">
      <dgm:prSet phldrT="[Text]"/>
      <dgm:spPr/>
      <dgm:t>
        <a:bodyPr/>
        <a:lstStyle/>
        <a:p>
          <a:r>
            <a:rPr lang="en-US" dirty="0" err="1"/>
            <a:t>ব্রয়লার</a:t>
          </a:r>
          <a:r>
            <a:rPr lang="en-US" dirty="0"/>
            <a:t> </a:t>
          </a:r>
          <a:r>
            <a:rPr lang="en-US" dirty="0" err="1"/>
            <a:t>মুরগীর</a:t>
          </a:r>
          <a:r>
            <a:rPr lang="en-US" dirty="0"/>
            <a:t> </a:t>
          </a:r>
          <a:r>
            <a:rPr lang="en-US" dirty="0" err="1"/>
            <a:t>রেশন</a:t>
          </a:r>
          <a:endParaRPr lang="en-US" dirty="0"/>
        </a:p>
      </dgm:t>
    </dgm:pt>
    <dgm:pt modelId="{505C34A3-7FE2-4351-8657-047F87B9745E}" type="parTrans" cxnId="{040E561B-9BB6-4D0E-A6E1-49F935CEBC20}">
      <dgm:prSet/>
      <dgm:spPr/>
      <dgm:t>
        <a:bodyPr/>
        <a:lstStyle/>
        <a:p>
          <a:endParaRPr lang="en-US"/>
        </a:p>
      </dgm:t>
    </dgm:pt>
    <dgm:pt modelId="{F662B7E8-EFB7-413E-A7D9-23A58C7CB212}" type="sibTrans" cxnId="{040E561B-9BB6-4D0E-A6E1-49F935CEBC20}">
      <dgm:prSet/>
      <dgm:spPr/>
      <dgm:t>
        <a:bodyPr/>
        <a:lstStyle/>
        <a:p>
          <a:endParaRPr lang="en-US"/>
        </a:p>
      </dgm:t>
    </dgm:pt>
    <dgm:pt modelId="{D8E5DA3D-A010-4821-9FBF-4EAE036A47FB}">
      <dgm:prSet phldrT="[Text]"/>
      <dgm:spPr/>
      <dgm:t>
        <a:bodyPr/>
        <a:lstStyle/>
        <a:p>
          <a:r>
            <a:rPr lang="en-US" dirty="0" err="1"/>
            <a:t>লেয়ার</a:t>
          </a:r>
          <a:r>
            <a:rPr lang="en-US" dirty="0"/>
            <a:t> </a:t>
          </a:r>
          <a:r>
            <a:rPr lang="en-US" dirty="0" err="1"/>
            <a:t>স্টার্টার</a:t>
          </a:r>
          <a:r>
            <a:rPr lang="en-US" dirty="0"/>
            <a:t> </a:t>
          </a:r>
          <a:r>
            <a:rPr lang="en-US" dirty="0" err="1"/>
            <a:t>বা</a:t>
          </a:r>
          <a:r>
            <a:rPr lang="en-US" dirty="0"/>
            <a:t> </a:t>
          </a:r>
          <a:r>
            <a:rPr lang="en-US" dirty="0" err="1"/>
            <a:t>প্রারম্ভিক</a:t>
          </a:r>
          <a:r>
            <a:rPr lang="en-US" dirty="0"/>
            <a:t> </a:t>
          </a:r>
          <a:r>
            <a:rPr lang="en-US" dirty="0" err="1"/>
            <a:t>রেশনঃ</a:t>
          </a:r>
          <a:r>
            <a:rPr lang="en-US" dirty="0"/>
            <a:t> ০-৮ </a:t>
          </a:r>
          <a:r>
            <a:rPr lang="en-US" dirty="0" err="1"/>
            <a:t>সপ্তাহ</a:t>
          </a:r>
          <a:endParaRPr lang="en-US" dirty="0"/>
        </a:p>
      </dgm:t>
    </dgm:pt>
    <dgm:pt modelId="{CEC5DD57-374C-49B6-8687-0E2F373E2027}" type="parTrans" cxnId="{E7587287-CD4F-4A26-A386-05F56EB2733A}">
      <dgm:prSet/>
      <dgm:spPr/>
      <dgm:t>
        <a:bodyPr/>
        <a:lstStyle/>
        <a:p>
          <a:endParaRPr lang="en-US"/>
        </a:p>
      </dgm:t>
    </dgm:pt>
    <dgm:pt modelId="{925DD951-11AC-4F7B-A1CA-9B9B0B488241}" type="sibTrans" cxnId="{E7587287-CD4F-4A26-A386-05F56EB2733A}">
      <dgm:prSet/>
      <dgm:spPr/>
      <dgm:t>
        <a:bodyPr/>
        <a:lstStyle/>
        <a:p>
          <a:endParaRPr lang="en-US"/>
        </a:p>
      </dgm:t>
    </dgm:pt>
    <dgm:pt modelId="{0D1039CA-2829-4F33-B855-DEEF7B43D39B}">
      <dgm:prSet phldrT="[Text]"/>
      <dgm:spPr/>
      <dgm:t>
        <a:bodyPr/>
        <a:lstStyle/>
        <a:p>
          <a:r>
            <a:rPr lang="en-US" dirty="0" err="1"/>
            <a:t>বাড়ন্ত</a:t>
          </a:r>
          <a:r>
            <a:rPr lang="en-US" dirty="0"/>
            <a:t> </a:t>
          </a:r>
          <a:r>
            <a:rPr lang="en-US" dirty="0" err="1"/>
            <a:t>রেশনঃ</a:t>
          </a:r>
          <a:r>
            <a:rPr lang="en-US" dirty="0"/>
            <a:t> ৯-১৯ </a:t>
          </a:r>
          <a:r>
            <a:rPr lang="en-US" dirty="0" err="1"/>
            <a:t>সপ্তাহ</a:t>
          </a:r>
          <a:endParaRPr lang="en-US" dirty="0"/>
        </a:p>
      </dgm:t>
    </dgm:pt>
    <dgm:pt modelId="{1F55D8B0-7615-4812-990B-1FF2CC5C1FA9}" type="parTrans" cxnId="{1119B828-DA2A-46CA-A168-9DD2E0F4179D}">
      <dgm:prSet/>
      <dgm:spPr/>
      <dgm:t>
        <a:bodyPr/>
        <a:lstStyle/>
        <a:p>
          <a:endParaRPr lang="en-US"/>
        </a:p>
      </dgm:t>
    </dgm:pt>
    <dgm:pt modelId="{A690BD4D-372A-4304-92F7-2F66387B2DE2}" type="sibTrans" cxnId="{1119B828-DA2A-46CA-A168-9DD2E0F4179D}">
      <dgm:prSet/>
      <dgm:spPr/>
      <dgm:t>
        <a:bodyPr/>
        <a:lstStyle/>
        <a:p>
          <a:endParaRPr lang="en-US"/>
        </a:p>
      </dgm:t>
    </dgm:pt>
    <dgm:pt modelId="{6D033A7D-5F9B-4E46-A088-94B9B41049E6}">
      <dgm:prSet phldrT="[Text]"/>
      <dgm:spPr/>
      <dgm:t>
        <a:bodyPr/>
        <a:lstStyle/>
        <a:p>
          <a:r>
            <a:rPr lang="en-US" dirty="0" err="1"/>
            <a:t>লেয়ার</a:t>
          </a:r>
          <a:r>
            <a:rPr lang="en-US" dirty="0"/>
            <a:t> </a:t>
          </a:r>
          <a:r>
            <a:rPr lang="en-US" dirty="0" err="1"/>
            <a:t>মুরগীর</a:t>
          </a:r>
          <a:r>
            <a:rPr lang="en-US" dirty="0"/>
            <a:t> </a:t>
          </a:r>
          <a:r>
            <a:rPr lang="en-US" dirty="0" err="1"/>
            <a:t>রেশনঃ</a:t>
          </a:r>
          <a:r>
            <a:rPr lang="en-US" dirty="0"/>
            <a:t> ১০-৭২ </a:t>
          </a:r>
          <a:r>
            <a:rPr lang="en-US" dirty="0" err="1"/>
            <a:t>সপ্তাহ</a:t>
          </a:r>
          <a:endParaRPr lang="en-US" dirty="0"/>
        </a:p>
      </dgm:t>
    </dgm:pt>
    <dgm:pt modelId="{C772873F-DBA9-490D-AA74-52FAA3116A60}" type="parTrans" cxnId="{55D75A92-24CD-434F-AB60-6EE40CB297DB}">
      <dgm:prSet/>
      <dgm:spPr/>
      <dgm:t>
        <a:bodyPr/>
        <a:lstStyle/>
        <a:p>
          <a:endParaRPr lang="en-US"/>
        </a:p>
      </dgm:t>
    </dgm:pt>
    <dgm:pt modelId="{9EC62BF7-B911-41CB-88CF-CC5BC89C1DB7}" type="sibTrans" cxnId="{55D75A92-24CD-434F-AB60-6EE40CB297DB}">
      <dgm:prSet/>
      <dgm:spPr/>
      <dgm:t>
        <a:bodyPr/>
        <a:lstStyle/>
        <a:p>
          <a:endParaRPr lang="en-US"/>
        </a:p>
      </dgm:t>
    </dgm:pt>
    <dgm:pt modelId="{2E5A521C-7FC3-4E0A-9D43-368B2CF6CBB1}">
      <dgm:prSet phldrT="[Text]"/>
      <dgm:spPr/>
      <dgm:t>
        <a:bodyPr/>
        <a:lstStyle/>
        <a:p>
          <a:r>
            <a:rPr lang="en-US" dirty="0" err="1"/>
            <a:t>ব্রয়লার</a:t>
          </a:r>
          <a:r>
            <a:rPr lang="en-US" dirty="0"/>
            <a:t> </a:t>
          </a:r>
          <a:r>
            <a:rPr lang="en-US" dirty="0" err="1"/>
            <a:t>স্টার্টারঃ</a:t>
          </a:r>
          <a:r>
            <a:rPr lang="en-US" dirty="0"/>
            <a:t> ০- ২ </a:t>
          </a:r>
          <a:r>
            <a:rPr lang="en-US" dirty="0" err="1"/>
            <a:t>সপ্তাহ</a:t>
          </a:r>
          <a:endParaRPr lang="en-US" dirty="0"/>
        </a:p>
      </dgm:t>
    </dgm:pt>
    <dgm:pt modelId="{2BC12ECA-3C93-40C2-9584-4D00BE5C2AEE}" type="parTrans" cxnId="{D0E017A0-9E32-43F1-9E66-CE4FDBCE89DA}">
      <dgm:prSet/>
      <dgm:spPr/>
      <dgm:t>
        <a:bodyPr/>
        <a:lstStyle/>
        <a:p>
          <a:endParaRPr lang="en-US"/>
        </a:p>
      </dgm:t>
    </dgm:pt>
    <dgm:pt modelId="{CA273749-BE4F-4D90-B4CF-8993BBECB861}" type="sibTrans" cxnId="{D0E017A0-9E32-43F1-9E66-CE4FDBCE89DA}">
      <dgm:prSet/>
      <dgm:spPr/>
      <dgm:t>
        <a:bodyPr/>
        <a:lstStyle/>
        <a:p>
          <a:endParaRPr lang="en-US"/>
        </a:p>
      </dgm:t>
    </dgm:pt>
    <dgm:pt modelId="{CCDB6684-4CFB-48D2-B4D6-16730ED4BC80}">
      <dgm:prSet phldrT="[Text]"/>
      <dgm:spPr/>
      <dgm:t>
        <a:bodyPr/>
        <a:lstStyle/>
        <a:p>
          <a:r>
            <a:rPr lang="en-US" dirty="0" err="1"/>
            <a:t>ব্রয়লার</a:t>
          </a:r>
          <a:r>
            <a:rPr lang="en-US" dirty="0"/>
            <a:t> </a:t>
          </a:r>
          <a:r>
            <a:rPr lang="en-US" dirty="0" err="1"/>
            <a:t>গ্রোয়ারঃ</a:t>
          </a:r>
          <a:r>
            <a:rPr lang="en-US" dirty="0"/>
            <a:t> ৩-৪ </a:t>
          </a:r>
          <a:r>
            <a:rPr lang="en-US" dirty="0" err="1"/>
            <a:t>সপ্তাহ</a:t>
          </a:r>
          <a:endParaRPr lang="en-US" dirty="0"/>
        </a:p>
      </dgm:t>
    </dgm:pt>
    <dgm:pt modelId="{67BDF722-A49E-46EA-9425-7D7A4C1901AD}" type="parTrans" cxnId="{3539ECB9-E078-4504-AB61-41996EA28925}">
      <dgm:prSet/>
      <dgm:spPr/>
      <dgm:t>
        <a:bodyPr/>
        <a:lstStyle/>
        <a:p>
          <a:endParaRPr lang="en-US"/>
        </a:p>
      </dgm:t>
    </dgm:pt>
    <dgm:pt modelId="{5723262B-4C77-413B-B28A-1ED043029E88}" type="sibTrans" cxnId="{3539ECB9-E078-4504-AB61-41996EA28925}">
      <dgm:prSet/>
      <dgm:spPr/>
      <dgm:t>
        <a:bodyPr/>
        <a:lstStyle/>
        <a:p>
          <a:endParaRPr lang="en-US"/>
        </a:p>
      </dgm:t>
    </dgm:pt>
    <dgm:pt modelId="{2E84D7CE-4664-4E26-BA57-8556CAEB069B}">
      <dgm:prSet phldrT="[Text]"/>
      <dgm:spPr/>
      <dgm:t>
        <a:bodyPr/>
        <a:lstStyle/>
        <a:p>
          <a:r>
            <a:rPr lang="en-US" dirty="0" err="1"/>
            <a:t>ব্রয়লার</a:t>
          </a:r>
          <a:r>
            <a:rPr lang="en-US" dirty="0"/>
            <a:t> </a:t>
          </a:r>
          <a:r>
            <a:rPr lang="en-US" dirty="0" err="1"/>
            <a:t>ফিনিশারঃ</a:t>
          </a:r>
          <a:r>
            <a:rPr lang="en-US" dirty="0"/>
            <a:t> ৩-৪ </a:t>
          </a:r>
          <a:r>
            <a:rPr lang="en-US" dirty="0" err="1"/>
            <a:t>সপ্তাহ</a:t>
          </a:r>
          <a:endParaRPr lang="en-US" dirty="0"/>
        </a:p>
      </dgm:t>
    </dgm:pt>
    <dgm:pt modelId="{EF6B723E-B370-4929-BA0D-D72C78C82EF0}" type="parTrans" cxnId="{74230FF8-C62F-4A32-BE63-8B79C3B5E4D8}">
      <dgm:prSet/>
      <dgm:spPr/>
      <dgm:t>
        <a:bodyPr/>
        <a:lstStyle/>
        <a:p>
          <a:endParaRPr lang="en-US"/>
        </a:p>
      </dgm:t>
    </dgm:pt>
    <dgm:pt modelId="{C1D79886-8A16-449E-AA32-21E129F5E28C}" type="sibTrans" cxnId="{74230FF8-C62F-4A32-BE63-8B79C3B5E4D8}">
      <dgm:prSet/>
      <dgm:spPr/>
      <dgm:t>
        <a:bodyPr/>
        <a:lstStyle/>
        <a:p>
          <a:endParaRPr lang="en-US"/>
        </a:p>
      </dgm:t>
    </dgm:pt>
    <dgm:pt modelId="{97595052-DB56-4D6A-9E87-9E5C67400897}" type="pres">
      <dgm:prSet presAssocID="{A869A4D2-8F6F-4330-AC11-F8901CF93E47}" presName="Name0" presStyleCnt="0">
        <dgm:presLayoutVars>
          <dgm:chPref val="1"/>
          <dgm:dir/>
          <dgm:animOne val="branch"/>
          <dgm:animLvl val="lvl"/>
          <dgm:resizeHandles/>
        </dgm:presLayoutVars>
      </dgm:prSet>
      <dgm:spPr/>
    </dgm:pt>
    <dgm:pt modelId="{E88E9F90-526C-40AD-85F7-38130FE8FCFD}" type="pres">
      <dgm:prSet presAssocID="{902ABC4A-D4CE-4208-A3B8-E9E29437BC30}" presName="vertOne" presStyleCnt="0"/>
      <dgm:spPr/>
    </dgm:pt>
    <dgm:pt modelId="{24BE1EA4-B690-42F7-8118-E34D4FA6596E}" type="pres">
      <dgm:prSet presAssocID="{902ABC4A-D4CE-4208-A3B8-E9E29437BC30}" presName="txOne" presStyleLbl="node0" presStyleIdx="0" presStyleCnt="2" custScaleX="69954" custLinFactY="-100000" custLinFactNeighborX="2124" custLinFactNeighborY="-170038">
        <dgm:presLayoutVars>
          <dgm:chPref val="3"/>
        </dgm:presLayoutVars>
      </dgm:prSet>
      <dgm:spPr/>
    </dgm:pt>
    <dgm:pt modelId="{77A8C5DA-4B2C-44EF-99BD-043ED7917355}" type="pres">
      <dgm:prSet presAssocID="{902ABC4A-D4CE-4208-A3B8-E9E29437BC30}" presName="parTransOne" presStyleCnt="0"/>
      <dgm:spPr/>
    </dgm:pt>
    <dgm:pt modelId="{F33069B3-E77B-4976-959A-4F07F1A1B4D0}" type="pres">
      <dgm:prSet presAssocID="{902ABC4A-D4CE-4208-A3B8-E9E29437BC30}" presName="horzOne" presStyleCnt="0"/>
      <dgm:spPr/>
    </dgm:pt>
    <dgm:pt modelId="{0B24438F-7FE5-497F-BC35-E1A59C8B45E5}" type="pres">
      <dgm:prSet presAssocID="{D8E5DA3D-A010-4821-9FBF-4EAE036A47FB}" presName="vertTwo" presStyleCnt="0"/>
      <dgm:spPr/>
    </dgm:pt>
    <dgm:pt modelId="{B7DC6703-32DF-4C6C-9B28-53BD1642A5F6}" type="pres">
      <dgm:prSet presAssocID="{D8E5DA3D-A010-4821-9FBF-4EAE036A47FB}" presName="txTwo" presStyleLbl="node2" presStyleIdx="0" presStyleCnt="6" custLinFactY="6059" custLinFactNeighborX="7475" custLinFactNeighborY="100000">
        <dgm:presLayoutVars>
          <dgm:chPref val="3"/>
        </dgm:presLayoutVars>
      </dgm:prSet>
      <dgm:spPr/>
    </dgm:pt>
    <dgm:pt modelId="{9EC96E5B-EE25-4A44-A8D4-8394A7C34C8C}" type="pres">
      <dgm:prSet presAssocID="{D8E5DA3D-A010-4821-9FBF-4EAE036A47FB}" presName="horzTwo" presStyleCnt="0"/>
      <dgm:spPr/>
    </dgm:pt>
    <dgm:pt modelId="{4E01A85A-10C2-4520-91EF-F7C4BFE83571}" type="pres">
      <dgm:prSet presAssocID="{925DD951-11AC-4F7B-A1CA-9B9B0B488241}" presName="sibSpaceTwo" presStyleCnt="0"/>
      <dgm:spPr/>
    </dgm:pt>
    <dgm:pt modelId="{210B61CE-5518-490C-B131-4754A0F7BEAF}" type="pres">
      <dgm:prSet presAssocID="{0D1039CA-2829-4F33-B855-DEEF7B43D39B}" presName="vertTwo" presStyleCnt="0"/>
      <dgm:spPr/>
    </dgm:pt>
    <dgm:pt modelId="{B87C26F6-3BE8-44F5-BE74-3B4BEFD87F6E}" type="pres">
      <dgm:prSet presAssocID="{0D1039CA-2829-4F33-B855-DEEF7B43D39B}" presName="txTwo" presStyleLbl="node2" presStyleIdx="1" presStyleCnt="6" custLinFactY="4699" custLinFactNeighborX="5980" custLinFactNeighborY="100000">
        <dgm:presLayoutVars>
          <dgm:chPref val="3"/>
        </dgm:presLayoutVars>
      </dgm:prSet>
      <dgm:spPr/>
    </dgm:pt>
    <dgm:pt modelId="{AEA0D22B-10CA-47A9-BE7E-8E16CA22DC66}" type="pres">
      <dgm:prSet presAssocID="{0D1039CA-2829-4F33-B855-DEEF7B43D39B}" presName="horzTwo" presStyleCnt="0"/>
      <dgm:spPr/>
    </dgm:pt>
    <dgm:pt modelId="{9CFC48F7-4F88-4D4A-B6BF-503FC4062ABE}" type="pres">
      <dgm:prSet presAssocID="{A690BD4D-372A-4304-92F7-2F66387B2DE2}" presName="sibSpaceTwo" presStyleCnt="0"/>
      <dgm:spPr/>
    </dgm:pt>
    <dgm:pt modelId="{70948D71-D57D-43A7-AB46-AD9B5E9B6B8C}" type="pres">
      <dgm:prSet presAssocID="{6D033A7D-5F9B-4E46-A088-94B9B41049E6}" presName="vertTwo" presStyleCnt="0"/>
      <dgm:spPr/>
    </dgm:pt>
    <dgm:pt modelId="{CB5C7CD8-DA24-4063-AD04-C21514BC2FEB}" type="pres">
      <dgm:prSet presAssocID="{6D033A7D-5F9B-4E46-A088-94B9B41049E6}" presName="txTwo" presStyleLbl="node2" presStyleIdx="2" presStyleCnt="6" custLinFactY="4699" custLinFactNeighborX="5233" custLinFactNeighborY="100000">
        <dgm:presLayoutVars>
          <dgm:chPref val="3"/>
        </dgm:presLayoutVars>
      </dgm:prSet>
      <dgm:spPr/>
    </dgm:pt>
    <dgm:pt modelId="{5BF56C7D-8684-43D9-85F3-4C7E0BB0CC2F}" type="pres">
      <dgm:prSet presAssocID="{6D033A7D-5F9B-4E46-A088-94B9B41049E6}" presName="horzTwo" presStyleCnt="0"/>
      <dgm:spPr/>
    </dgm:pt>
    <dgm:pt modelId="{B0D79054-5686-4457-B843-59F3E2A1689D}" type="pres">
      <dgm:prSet presAssocID="{9858EFA1-3D59-4010-AA3F-636F38C45284}" presName="sibSpaceOne" presStyleCnt="0"/>
      <dgm:spPr/>
    </dgm:pt>
    <dgm:pt modelId="{6DCC1422-23B9-4D22-9B33-259D85C3C6EB}" type="pres">
      <dgm:prSet presAssocID="{7D30E7DD-8394-49DE-8154-873E0E91B329}" presName="vertOne" presStyleCnt="0"/>
      <dgm:spPr/>
    </dgm:pt>
    <dgm:pt modelId="{0598D4B6-D1EA-49D3-B29F-67748C38D54E}" type="pres">
      <dgm:prSet presAssocID="{7D30E7DD-8394-49DE-8154-873E0E91B329}" presName="txOne" presStyleLbl="node0" presStyleIdx="1" presStyleCnt="2" custScaleX="72624" custLinFactY="-100000" custLinFactNeighborX="-1291" custLinFactNeighborY="-100936">
        <dgm:presLayoutVars>
          <dgm:chPref val="3"/>
        </dgm:presLayoutVars>
      </dgm:prSet>
      <dgm:spPr/>
    </dgm:pt>
    <dgm:pt modelId="{3CCDE932-926D-4BF1-85A4-205317C749B7}" type="pres">
      <dgm:prSet presAssocID="{7D30E7DD-8394-49DE-8154-873E0E91B329}" presName="parTransOne" presStyleCnt="0"/>
      <dgm:spPr/>
    </dgm:pt>
    <dgm:pt modelId="{C69DA6A0-698D-40A0-8AAB-ED284182F1AB}" type="pres">
      <dgm:prSet presAssocID="{7D30E7DD-8394-49DE-8154-873E0E91B329}" presName="horzOne" presStyleCnt="0"/>
      <dgm:spPr/>
    </dgm:pt>
    <dgm:pt modelId="{AC4A48E8-1304-43AD-9FBC-DDE15AEDB5C5}" type="pres">
      <dgm:prSet presAssocID="{2E5A521C-7FC3-4E0A-9D43-368B2CF6CBB1}" presName="vertTwo" presStyleCnt="0"/>
      <dgm:spPr/>
    </dgm:pt>
    <dgm:pt modelId="{8EC72B69-1F8F-41E9-8A69-A8DB610DA927}" type="pres">
      <dgm:prSet presAssocID="{2E5A521C-7FC3-4E0A-9D43-368B2CF6CBB1}" presName="txTwo" presStyleLbl="node2" presStyleIdx="3" presStyleCnt="6" custLinFactY="5153" custLinFactNeighborX="-2990" custLinFactNeighborY="100000">
        <dgm:presLayoutVars>
          <dgm:chPref val="3"/>
        </dgm:presLayoutVars>
      </dgm:prSet>
      <dgm:spPr/>
    </dgm:pt>
    <dgm:pt modelId="{36C489D6-ACB4-4333-83EA-A8F75363111B}" type="pres">
      <dgm:prSet presAssocID="{2E5A521C-7FC3-4E0A-9D43-368B2CF6CBB1}" presName="horzTwo" presStyleCnt="0"/>
      <dgm:spPr/>
    </dgm:pt>
    <dgm:pt modelId="{594F946B-5DA8-41F2-92D9-0E2BC9959CF8}" type="pres">
      <dgm:prSet presAssocID="{CA273749-BE4F-4D90-B4CF-8993BBECB861}" presName="sibSpaceTwo" presStyleCnt="0"/>
      <dgm:spPr/>
    </dgm:pt>
    <dgm:pt modelId="{ED737EAD-1016-447C-B233-4A807C8D5013}" type="pres">
      <dgm:prSet presAssocID="{CCDB6684-4CFB-48D2-B4D6-16730ED4BC80}" presName="vertTwo" presStyleCnt="0"/>
      <dgm:spPr/>
    </dgm:pt>
    <dgm:pt modelId="{9CA9FF22-BC93-4294-966F-CA09DEAE2655}" type="pres">
      <dgm:prSet presAssocID="{CCDB6684-4CFB-48D2-B4D6-16730ED4BC80}" presName="txTwo" presStyleLbl="node2" presStyleIdx="4" presStyleCnt="6" custLinFactY="6059" custLinFactNeighborX="-1495" custLinFactNeighborY="100000">
        <dgm:presLayoutVars>
          <dgm:chPref val="3"/>
        </dgm:presLayoutVars>
      </dgm:prSet>
      <dgm:spPr/>
    </dgm:pt>
    <dgm:pt modelId="{C662CE05-1A84-4B2D-B4E1-A71DF46DADED}" type="pres">
      <dgm:prSet presAssocID="{CCDB6684-4CFB-48D2-B4D6-16730ED4BC80}" presName="horzTwo" presStyleCnt="0"/>
      <dgm:spPr/>
    </dgm:pt>
    <dgm:pt modelId="{A83DDF1B-0E5E-4AFA-8DB8-0AF77687BC2D}" type="pres">
      <dgm:prSet presAssocID="{5723262B-4C77-413B-B28A-1ED043029E88}" presName="sibSpaceTwo" presStyleCnt="0"/>
      <dgm:spPr/>
    </dgm:pt>
    <dgm:pt modelId="{72C0288E-CC19-4C7B-8F0B-798C3796AA0E}" type="pres">
      <dgm:prSet presAssocID="{2E84D7CE-4664-4E26-BA57-8556CAEB069B}" presName="vertTwo" presStyleCnt="0"/>
      <dgm:spPr/>
    </dgm:pt>
    <dgm:pt modelId="{F94D952B-9B4A-4D75-AAD9-636D3AAE4637}" type="pres">
      <dgm:prSet presAssocID="{2E84D7CE-4664-4E26-BA57-8556CAEB069B}" presName="txTwo" presStyleLbl="node2" presStyleIdx="5" presStyleCnt="6" custLinFactY="6512" custLinFactNeighborX="-2990" custLinFactNeighborY="100000">
        <dgm:presLayoutVars>
          <dgm:chPref val="3"/>
        </dgm:presLayoutVars>
      </dgm:prSet>
      <dgm:spPr/>
    </dgm:pt>
    <dgm:pt modelId="{1946BEFC-C67C-4DE0-912A-92ECDBFBD01D}" type="pres">
      <dgm:prSet presAssocID="{2E84D7CE-4664-4E26-BA57-8556CAEB069B}" presName="horzTwo" presStyleCnt="0"/>
      <dgm:spPr/>
    </dgm:pt>
  </dgm:ptLst>
  <dgm:cxnLst>
    <dgm:cxn modelId="{4B548117-2136-47FD-BD43-1C770D594219}" type="presOf" srcId="{6D033A7D-5F9B-4E46-A088-94B9B41049E6}" destId="{CB5C7CD8-DA24-4063-AD04-C21514BC2FEB}" srcOrd="0" destOrd="0" presId="urn:microsoft.com/office/officeart/2005/8/layout/architecture"/>
    <dgm:cxn modelId="{040E561B-9BB6-4D0E-A6E1-49F935CEBC20}" srcId="{A869A4D2-8F6F-4330-AC11-F8901CF93E47}" destId="{7D30E7DD-8394-49DE-8154-873E0E91B329}" srcOrd="1" destOrd="0" parTransId="{505C34A3-7FE2-4351-8657-047F87B9745E}" sibTransId="{F662B7E8-EFB7-413E-A7D9-23A58C7CB212}"/>
    <dgm:cxn modelId="{1119B828-DA2A-46CA-A168-9DD2E0F4179D}" srcId="{902ABC4A-D4CE-4208-A3B8-E9E29437BC30}" destId="{0D1039CA-2829-4F33-B855-DEEF7B43D39B}" srcOrd="1" destOrd="0" parTransId="{1F55D8B0-7615-4812-990B-1FF2CC5C1FA9}" sibTransId="{A690BD4D-372A-4304-92F7-2F66387B2DE2}"/>
    <dgm:cxn modelId="{24B6C930-827D-4B27-A711-3A53EE413892}" type="presOf" srcId="{7D30E7DD-8394-49DE-8154-873E0E91B329}" destId="{0598D4B6-D1EA-49D3-B29F-67748C38D54E}" srcOrd="0" destOrd="0" presId="urn:microsoft.com/office/officeart/2005/8/layout/architecture"/>
    <dgm:cxn modelId="{F392D645-FB07-4E08-91A9-86F3373113AA}" type="presOf" srcId="{0D1039CA-2829-4F33-B855-DEEF7B43D39B}" destId="{B87C26F6-3BE8-44F5-BE74-3B4BEFD87F6E}" srcOrd="0" destOrd="0" presId="urn:microsoft.com/office/officeart/2005/8/layout/architecture"/>
    <dgm:cxn modelId="{4E2D6F67-C8AF-4387-9534-BCE89CCC1701}" type="presOf" srcId="{902ABC4A-D4CE-4208-A3B8-E9E29437BC30}" destId="{24BE1EA4-B690-42F7-8118-E34D4FA6596E}" srcOrd="0" destOrd="0" presId="urn:microsoft.com/office/officeart/2005/8/layout/architecture"/>
    <dgm:cxn modelId="{5F5B6E54-768B-437F-99EF-7A0FDC74A1C4}" type="presOf" srcId="{2E5A521C-7FC3-4E0A-9D43-368B2CF6CBB1}" destId="{8EC72B69-1F8F-41E9-8A69-A8DB610DA927}" srcOrd="0" destOrd="0" presId="urn:microsoft.com/office/officeart/2005/8/layout/architecture"/>
    <dgm:cxn modelId="{E7587287-CD4F-4A26-A386-05F56EB2733A}" srcId="{902ABC4A-D4CE-4208-A3B8-E9E29437BC30}" destId="{D8E5DA3D-A010-4821-9FBF-4EAE036A47FB}" srcOrd="0" destOrd="0" parTransId="{CEC5DD57-374C-49B6-8687-0E2F373E2027}" sibTransId="{925DD951-11AC-4F7B-A1CA-9B9B0B488241}"/>
    <dgm:cxn modelId="{C5613691-8DD4-4636-A4A3-2BB8D1D97DBC}" type="presOf" srcId="{A869A4D2-8F6F-4330-AC11-F8901CF93E47}" destId="{97595052-DB56-4D6A-9E87-9E5C67400897}" srcOrd="0" destOrd="0" presId="urn:microsoft.com/office/officeart/2005/8/layout/architecture"/>
    <dgm:cxn modelId="{55D75A92-24CD-434F-AB60-6EE40CB297DB}" srcId="{902ABC4A-D4CE-4208-A3B8-E9E29437BC30}" destId="{6D033A7D-5F9B-4E46-A088-94B9B41049E6}" srcOrd="2" destOrd="0" parTransId="{C772873F-DBA9-490D-AA74-52FAA3116A60}" sibTransId="{9EC62BF7-B911-41CB-88CF-CC5BC89C1DB7}"/>
    <dgm:cxn modelId="{5A0D7D9F-58C7-4C97-B6DC-4498DC431BC0}" type="presOf" srcId="{2E84D7CE-4664-4E26-BA57-8556CAEB069B}" destId="{F94D952B-9B4A-4D75-AAD9-636D3AAE4637}" srcOrd="0" destOrd="0" presId="urn:microsoft.com/office/officeart/2005/8/layout/architecture"/>
    <dgm:cxn modelId="{D0E017A0-9E32-43F1-9E66-CE4FDBCE89DA}" srcId="{7D30E7DD-8394-49DE-8154-873E0E91B329}" destId="{2E5A521C-7FC3-4E0A-9D43-368B2CF6CBB1}" srcOrd="0" destOrd="0" parTransId="{2BC12ECA-3C93-40C2-9584-4D00BE5C2AEE}" sibTransId="{CA273749-BE4F-4D90-B4CF-8993BBECB861}"/>
    <dgm:cxn modelId="{3539ECB9-E078-4504-AB61-41996EA28925}" srcId="{7D30E7DD-8394-49DE-8154-873E0E91B329}" destId="{CCDB6684-4CFB-48D2-B4D6-16730ED4BC80}" srcOrd="1" destOrd="0" parTransId="{67BDF722-A49E-46EA-9425-7D7A4C1901AD}" sibTransId="{5723262B-4C77-413B-B28A-1ED043029E88}"/>
    <dgm:cxn modelId="{B192E4BC-7582-402B-923D-CB03540FA422}" type="presOf" srcId="{D8E5DA3D-A010-4821-9FBF-4EAE036A47FB}" destId="{B7DC6703-32DF-4C6C-9B28-53BD1642A5F6}" srcOrd="0" destOrd="0" presId="urn:microsoft.com/office/officeart/2005/8/layout/architecture"/>
    <dgm:cxn modelId="{896C03C1-BD33-42ED-A32C-63272E0F6491}" type="presOf" srcId="{CCDB6684-4CFB-48D2-B4D6-16730ED4BC80}" destId="{9CA9FF22-BC93-4294-966F-CA09DEAE2655}" srcOrd="0" destOrd="0" presId="urn:microsoft.com/office/officeart/2005/8/layout/architecture"/>
    <dgm:cxn modelId="{74230FF8-C62F-4A32-BE63-8B79C3B5E4D8}" srcId="{7D30E7DD-8394-49DE-8154-873E0E91B329}" destId="{2E84D7CE-4664-4E26-BA57-8556CAEB069B}" srcOrd="2" destOrd="0" parTransId="{EF6B723E-B370-4929-BA0D-D72C78C82EF0}" sibTransId="{C1D79886-8A16-449E-AA32-21E129F5E28C}"/>
    <dgm:cxn modelId="{ADB5EBFF-3F4F-4774-B1DD-D1F899917593}" srcId="{A869A4D2-8F6F-4330-AC11-F8901CF93E47}" destId="{902ABC4A-D4CE-4208-A3B8-E9E29437BC30}" srcOrd="0" destOrd="0" parTransId="{01C7F16C-92A5-41FD-8141-0463E6C90EBA}" sibTransId="{9858EFA1-3D59-4010-AA3F-636F38C45284}"/>
    <dgm:cxn modelId="{08856068-C52E-484E-B6C9-3D141B5AC65B}" type="presParOf" srcId="{97595052-DB56-4D6A-9E87-9E5C67400897}" destId="{E88E9F90-526C-40AD-85F7-38130FE8FCFD}" srcOrd="0" destOrd="0" presId="urn:microsoft.com/office/officeart/2005/8/layout/architecture"/>
    <dgm:cxn modelId="{A8287768-4016-4CDB-8621-7B01F1398763}" type="presParOf" srcId="{E88E9F90-526C-40AD-85F7-38130FE8FCFD}" destId="{24BE1EA4-B690-42F7-8118-E34D4FA6596E}" srcOrd="0" destOrd="0" presId="urn:microsoft.com/office/officeart/2005/8/layout/architecture"/>
    <dgm:cxn modelId="{834A1752-28AE-4B6B-9ADE-BFC6CA8BA314}" type="presParOf" srcId="{E88E9F90-526C-40AD-85F7-38130FE8FCFD}" destId="{77A8C5DA-4B2C-44EF-99BD-043ED7917355}" srcOrd="1" destOrd="0" presId="urn:microsoft.com/office/officeart/2005/8/layout/architecture"/>
    <dgm:cxn modelId="{BBF23974-2F36-483E-98D5-B0D07B5ECFA4}" type="presParOf" srcId="{E88E9F90-526C-40AD-85F7-38130FE8FCFD}" destId="{F33069B3-E77B-4976-959A-4F07F1A1B4D0}" srcOrd="2" destOrd="0" presId="urn:microsoft.com/office/officeart/2005/8/layout/architecture"/>
    <dgm:cxn modelId="{1FEBEEED-28EF-49E1-B4B2-C2D3EDDDFD13}" type="presParOf" srcId="{F33069B3-E77B-4976-959A-4F07F1A1B4D0}" destId="{0B24438F-7FE5-497F-BC35-E1A59C8B45E5}" srcOrd="0" destOrd="0" presId="urn:microsoft.com/office/officeart/2005/8/layout/architecture"/>
    <dgm:cxn modelId="{46B979DA-AACE-49E5-BF7F-EB8E60172BBA}" type="presParOf" srcId="{0B24438F-7FE5-497F-BC35-E1A59C8B45E5}" destId="{B7DC6703-32DF-4C6C-9B28-53BD1642A5F6}" srcOrd="0" destOrd="0" presId="urn:microsoft.com/office/officeart/2005/8/layout/architecture"/>
    <dgm:cxn modelId="{DEACEC83-9AAB-4AF2-B9E9-47699C18CF1C}" type="presParOf" srcId="{0B24438F-7FE5-497F-BC35-E1A59C8B45E5}" destId="{9EC96E5B-EE25-4A44-A8D4-8394A7C34C8C}" srcOrd="1" destOrd="0" presId="urn:microsoft.com/office/officeart/2005/8/layout/architecture"/>
    <dgm:cxn modelId="{D41228D1-1FD0-4CA7-A92F-54ABE333953D}" type="presParOf" srcId="{F33069B3-E77B-4976-959A-4F07F1A1B4D0}" destId="{4E01A85A-10C2-4520-91EF-F7C4BFE83571}" srcOrd="1" destOrd="0" presId="urn:microsoft.com/office/officeart/2005/8/layout/architecture"/>
    <dgm:cxn modelId="{9944EF10-FDFF-4149-AB26-A4A94C1DFBC8}" type="presParOf" srcId="{F33069B3-E77B-4976-959A-4F07F1A1B4D0}" destId="{210B61CE-5518-490C-B131-4754A0F7BEAF}" srcOrd="2" destOrd="0" presId="urn:microsoft.com/office/officeart/2005/8/layout/architecture"/>
    <dgm:cxn modelId="{0EA304ED-AF0A-4B5D-9DA7-2981341F0FAF}" type="presParOf" srcId="{210B61CE-5518-490C-B131-4754A0F7BEAF}" destId="{B87C26F6-3BE8-44F5-BE74-3B4BEFD87F6E}" srcOrd="0" destOrd="0" presId="urn:microsoft.com/office/officeart/2005/8/layout/architecture"/>
    <dgm:cxn modelId="{02E88708-6C62-47D8-B002-0B33F868EA28}" type="presParOf" srcId="{210B61CE-5518-490C-B131-4754A0F7BEAF}" destId="{AEA0D22B-10CA-47A9-BE7E-8E16CA22DC66}" srcOrd="1" destOrd="0" presId="urn:microsoft.com/office/officeart/2005/8/layout/architecture"/>
    <dgm:cxn modelId="{3CAC58CC-69ED-4FA3-9498-461949DAC511}" type="presParOf" srcId="{F33069B3-E77B-4976-959A-4F07F1A1B4D0}" destId="{9CFC48F7-4F88-4D4A-B6BF-503FC4062ABE}" srcOrd="3" destOrd="0" presId="urn:microsoft.com/office/officeart/2005/8/layout/architecture"/>
    <dgm:cxn modelId="{E3C5609C-DF22-4EFF-9D2A-129A3687EBBC}" type="presParOf" srcId="{F33069B3-E77B-4976-959A-4F07F1A1B4D0}" destId="{70948D71-D57D-43A7-AB46-AD9B5E9B6B8C}" srcOrd="4" destOrd="0" presId="urn:microsoft.com/office/officeart/2005/8/layout/architecture"/>
    <dgm:cxn modelId="{1C29618D-09D7-4C2F-8E28-9996AE1E6D91}" type="presParOf" srcId="{70948D71-D57D-43A7-AB46-AD9B5E9B6B8C}" destId="{CB5C7CD8-DA24-4063-AD04-C21514BC2FEB}" srcOrd="0" destOrd="0" presId="urn:microsoft.com/office/officeart/2005/8/layout/architecture"/>
    <dgm:cxn modelId="{E8458C7B-F2EE-4E1B-8868-734BEA63BA00}" type="presParOf" srcId="{70948D71-D57D-43A7-AB46-AD9B5E9B6B8C}" destId="{5BF56C7D-8684-43D9-85F3-4C7E0BB0CC2F}" srcOrd="1" destOrd="0" presId="urn:microsoft.com/office/officeart/2005/8/layout/architecture"/>
    <dgm:cxn modelId="{153918F0-CEC8-4C85-8F2C-8824181C1838}" type="presParOf" srcId="{97595052-DB56-4D6A-9E87-9E5C67400897}" destId="{B0D79054-5686-4457-B843-59F3E2A1689D}" srcOrd="1" destOrd="0" presId="urn:microsoft.com/office/officeart/2005/8/layout/architecture"/>
    <dgm:cxn modelId="{04AA284F-C2D0-439E-9D06-1C536D16C2E1}" type="presParOf" srcId="{97595052-DB56-4D6A-9E87-9E5C67400897}" destId="{6DCC1422-23B9-4D22-9B33-259D85C3C6EB}" srcOrd="2" destOrd="0" presId="urn:microsoft.com/office/officeart/2005/8/layout/architecture"/>
    <dgm:cxn modelId="{C9ED68EE-0BC1-4D66-8A9E-C74580466840}" type="presParOf" srcId="{6DCC1422-23B9-4D22-9B33-259D85C3C6EB}" destId="{0598D4B6-D1EA-49D3-B29F-67748C38D54E}" srcOrd="0" destOrd="0" presId="urn:microsoft.com/office/officeart/2005/8/layout/architecture"/>
    <dgm:cxn modelId="{1EDB0C0D-354C-4FBC-B54A-6FE616038C5D}" type="presParOf" srcId="{6DCC1422-23B9-4D22-9B33-259D85C3C6EB}" destId="{3CCDE932-926D-4BF1-85A4-205317C749B7}" srcOrd="1" destOrd="0" presId="urn:microsoft.com/office/officeart/2005/8/layout/architecture"/>
    <dgm:cxn modelId="{60D3E52E-FC92-4132-ABE7-AA38099448A5}" type="presParOf" srcId="{6DCC1422-23B9-4D22-9B33-259D85C3C6EB}" destId="{C69DA6A0-698D-40A0-8AAB-ED284182F1AB}" srcOrd="2" destOrd="0" presId="urn:microsoft.com/office/officeart/2005/8/layout/architecture"/>
    <dgm:cxn modelId="{B37DE010-19A9-4201-9C80-3725EC13A246}" type="presParOf" srcId="{C69DA6A0-698D-40A0-8AAB-ED284182F1AB}" destId="{AC4A48E8-1304-43AD-9FBC-DDE15AEDB5C5}" srcOrd="0" destOrd="0" presId="urn:microsoft.com/office/officeart/2005/8/layout/architecture"/>
    <dgm:cxn modelId="{558D5C95-1DCF-4ECB-B144-8ED37AF5562C}" type="presParOf" srcId="{AC4A48E8-1304-43AD-9FBC-DDE15AEDB5C5}" destId="{8EC72B69-1F8F-41E9-8A69-A8DB610DA927}" srcOrd="0" destOrd="0" presId="urn:microsoft.com/office/officeart/2005/8/layout/architecture"/>
    <dgm:cxn modelId="{8B3249F4-88AB-4921-A929-04A6F05B87A5}" type="presParOf" srcId="{AC4A48E8-1304-43AD-9FBC-DDE15AEDB5C5}" destId="{36C489D6-ACB4-4333-83EA-A8F75363111B}" srcOrd="1" destOrd="0" presId="urn:microsoft.com/office/officeart/2005/8/layout/architecture"/>
    <dgm:cxn modelId="{47F377AB-6E19-4307-A8D0-EDE86A224FD0}" type="presParOf" srcId="{C69DA6A0-698D-40A0-8AAB-ED284182F1AB}" destId="{594F946B-5DA8-41F2-92D9-0E2BC9959CF8}" srcOrd="1" destOrd="0" presId="urn:microsoft.com/office/officeart/2005/8/layout/architecture"/>
    <dgm:cxn modelId="{8A5AD1A1-BC08-4E9C-B24F-1D67A94E3BEA}" type="presParOf" srcId="{C69DA6A0-698D-40A0-8AAB-ED284182F1AB}" destId="{ED737EAD-1016-447C-B233-4A807C8D5013}" srcOrd="2" destOrd="0" presId="urn:microsoft.com/office/officeart/2005/8/layout/architecture"/>
    <dgm:cxn modelId="{01688E3F-1F33-422C-A644-6351D2E9C355}" type="presParOf" srcId="{ED737EAD-1016-447C-B233-4A807C8D5013}" destId="{9CA9FF22-BC93-4294-966F-CA09DEAE2655}" srcOrd="0" destOrd="0" presId="urn:microsoft.com/office/officeart/2005/8/layout/architecture"/>
    <dgm:cxn modelId="{133F047D-C138-4EA5-83C6-0936B2E7D120}" type="presParOf" srcId="{ED737EAD-1016-447C-B233-4A807C8D5013}" destId="{C662CE05-1A84-4B2D-B4E1-A71DF46DADED}" srcOrd="1" destOrd="0" presId="urn:microsoft.com/office/officeart/2005/8/layout/architecture"/>
    <dgm:cxn modelId="{8349BF05-B7D9-45E6-B4BC-171FC6834E25}" type="presParOf" srcId="{C69DA6A0-698D-40A0-8AAB-ED284182F1AB}" destId="{A83DDF1B-0E5E-4AFA-8DB8-0AF77687BC2D}" srcOrd="3" destOrd="0" presId="urn:microsoft.com/office/officeart/2005/8/layout/architecture"/>
    <dgm:cxn modelId="{4E14F414-CAFC-4D8D-AC14-795073ED6CDC}" type="presParOf" srcId="{C69DA6A0-698D-40A0-8AAB-ED284182F1AB}" destId="{72C0288E-CC19-4C7B-8F0B-798C3796AA0E}" srcOrd="4" destOrd="0" presId="urn:microsoft.com/office/officeart/2005/8/layout/architecture"/>
    <dgm:cxn modelId="{BFEBA169-C091-4CE6-B916-3581819AC82D}" type="presParOf" srcId="{72C0288E-CC19-4C7B-8F0B-798C3796AA0E}" destId="{F94D952B-9B4A-4D75-AAD9-636D3AAE4637}" srcOrd="0" destOrd="0" presId="urn:microsoft.com/office/officeart/2005/8/layout/architecture"/>
    <dgm:cxn modelId="{20E213F5-E692-4847-A4D2-FAE5E7E03846}" type="presParOf" srcId="{72C0288E-CC19-4C7B-8F0B-798C3796AA0E}" destId="{1946BEFC-C67C-4DE0-912A-92ECDBFBD01D}" srcOrd="1" destOrd="0" presId="urn:microsoft.com/office/officeart/2005/8/layout/architectur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869A4D2-8F6F-4330-AC11-F8901CF93E47}" type="doc">
      <dgm:prSet loTypeId="urn:microsoft.com/office/officeart/2005/8/layout/hierarchy1" loCatId="hierarchy" qsTypeId="urn:microsoft.com/office/officeart/2005/8/quickstyle/simple4" qsCatId="simple" csTypeId="urn:microsoft.com/office/officeart/2005/8/colors/colorful5" csCatId="colorful" phldr="1"/>
      <dgm:spPr/>
      <dgm:t>
        <a:bodyPr/>
        <a:lstStyle/>
        <a:p>
          <a:endParaRPr lang="en-US"/>
        </a:p>
      </dgm:t>
    </dgm:pt>
    <dgm:pt modelId="{DD83C629-56C2-469B-9655-BDFE41021C28}">
      <dgm:prSet/>
      <dgm:spPr/>
      <dgm:t>
        <a:bodyPr/>
        <a:lstStyle/>
        <a:p>
          <a:r>
            <a:rPr lang="en-US" dirty="0" err="1"/>
            <a:t>মুরগীর</a:t>
          </a:r>
          <a:r>
            <a:rPr lang="en-US" dirty="0"/>
            <a:t> </a:t>
          </a:r>
          <a:r>
            <a:rPr lang="en-US" dirty="0" err="1"/>
            <a:t>রোগের</a:t>
          </a:r>
          <a:r>
            <a:rPr lang="en-US" dirty="0"/>
            <a:t> </a:t>
          </a:r>
          <a:r>
            <a:rPr lang="en-US" dirty="0" err="1"/>
            <a:t>শ্রেনীবিভাগ</a:t>
          </a:r>
          <a:endParaRPr lang="en-US" dirty="0"/>
        </a:p>
      </dgm:t>
    </dgm:pt>
    <dgm:pt modelId="{5818DC5A-AD46-420F-BB85-371E5A70F731}" type="parTrans" cxnId="{86475C81-38BB-43F4-87B9-65415D01ED8F}">
      <dgm:prSet/>
      <dgm:spPr/>
      <dgm:t>
        <a:bodyPr/>
        <a:lstStyle/>
        <a:p>
          <a:endParaRPr lang="en-US"/>
        </a:p>
      </dgm:t>
    </dgm:pt>
    <dgm:pt modelId="{1CD69BD7-981D-4100-B50D-F76AF457FDA8}" type="sibTrans" cxnId="{86475C81-38BB-43F4-87B9-65415D01ED8F}">
      <dgm:prSet/>
      <dgm:spPr/>
      <dgm:t>
        <a:bodyPr/>
        <a:lstStyle/>
        <a:p>
          <a:endParaRPr lang="en-US"/>
        </a:p>
      </dgm:t>
    </dgm:pt>
    <dgm:pt modelId="{876F51C0-7A7B-4C68-8919-BB49039EE1C1}">
      <dgm:prSet/>
      <dgm:spPr/>
      <dgm:t>
        <a:bodyPr/>
        <a:lstStyle/>
        <a:p>
          <a:r>
            <a:rPr lang="en-US" dirty="0" err="1"/>
            <a:t>সংক্রামক</a:t>
          </a:r>
          <a:r>
            <a:rPr lang="en-US" dirty="0"/>
            <a:t> </a:t>
          </a:r>
          <a:r>
            <a:rPr lang="en-US" dirty="0" err="1"/>
            <a:t>রোগ</a:t>
          </a:r>
          <a:endParaRPr lang="en-US" dirty="0"/>
        </a:p>
      </dgm:t>
    </dgm:pt>
    <dgm:pt modelId="{EB740830-EA73-4E76-B149-837BA46A1C8D}" type="parTrans" cxnId="{FF70EDC9-B429-4132-9B4B-B9CD39C404F0}">
      <dgm:prSet/>
      <dgm:spPr/>
      <dgm:t>
        <a:bodyPr/>
        <a:lstStyle/>
        <a:p>
          <a:endParaRPr lang="en-US"/>
        </a:p>
      </dgm:t>
    </dgm:pt>
    <dgm:pt modelId="{A73041E7-F793-41FE-9B79-605DAC732701}" type="sibTrans" cxnId="{FF70EDC9-B429-4132-9B4B-B9CD39C404F0}">
      <dgm:prSet/>
      <dgm:spPr/>
      <dgm:t>
        <a:bodyPr/>
        <a:lstStyle/>
        <a:p>
          <a:endParaRPr lang="en-US"/>
        </a:p>
      </dgm:t>
    </dgm:pt>
    <dgm:pt modelId="{C8AAB8A7-9D91-4F76-93C6-A3A021D355F2}">
      <dgm:prSet/>
      <dgm:spPr/>
      <dgm:t>
        <a:bodyPr/>
        <a:lstStyle/>
        <a:p>
          <a:r>
            <a:rPr lang="en-US" dirty="0" err="1"/>
            <a:t>অসংক্রামক</a:t>
          </a:r>
          <a:r>
            <a:rPr lang="en-US" dirty="0"/>
            <a:t> </a:t>
          </a:r>
          <a:r>
            <a:rPr lang="en-US" dirty="0" err="1"/>
            <a:t>রোগ</a:t>
          </a:r>
          <a:endParaRPr lang="en-US" dirty="0"/>
        </a:p>
      </dgm:t>
    </dgm:pt>
    <dgm:pt modelId="{42E1A852-CFEE-4D06-A753-42D4862E13BC}" type="parTrans" cxnId="{7FA5B527-D054-4996-AD41-5313821BD1B8}">
      <dgm:prSet/>
      <dgm:spPr/>
      <dgm:t>
        <a:bodyPr/>
        <a:lstStyle/>
        <a:p>
          <a:endParaRPr lang="en-US"/>
        </a:p>
      </dgm:t>
    </dgm:pt>
    <dgm:pt modelId="{6801310F-047B-4415-A78B-F4FA98603E13}" type="sibTrans" cxnId="{7FA5B527-D054-4996-AD41-5313821BD1B8}">
      <dgm:prSet/>
      <dgm:spPr/>
      <dgm:t>
        <a:bodyPr/>
        <a:lstStyle/>
        <a:p>
          <a:endParaRPr lang="en-US"/>
        </a:p>
      </dgm:t>
    </dgm:pt>
    <dgm:pt modelId="{A2E3F639-C99D-4BC7-9C27-DEFB7518DB69}">
      <dgm:prSet/>
      <dgm:spPr/>
      <dgm:t>
        <a:bodyPr/>
        <a:lstStyle/>
        <a:p>
          <a:r>
            <a:rPr lang="en-US" dirty="0" err="1"/>
            <a:t>অপুষ্টিজনিত</a:t>
          </a:r>
          <a:r>
            <a:rPr lang="en-US" dirty="0"/>
            <a:t> </a:t>
          </a:r>
          <a:r>
            <a:rPr lang="en-US" dirty="0" err="1"/>
            <a:t>রোগ</a:t>
          </a:r>
          <a:endParaRPr lang="en-US" dirty="0"/>
        </a:p>
      </dgm:t>
    </dgm:pt>
    <dgm:pt modelId="{4ACC2439-BFEA-45AA-B009-2D1EEFD94551}" type="parTrans" cxnId="{056C4D1D-5957-433D-99FE-499D197B1FEB}">
      <dgm:prSet/>
      <dgm:spPr/>
      <dgm:t>
        <a:bodyPr/>
        <a:lstStyle/>
        <a:p>
          <a:endParaRPr lang="en-US"/>
        </a:p>
      </dgm:t>
    </dgm:pt>
    <dgm:pt modelId="{88B18CA5-CFE0-427F-8221-1E4C00A1BE0E}" type="sibTrans" cxnId="{056C4D1D-5957-433D-99FE-499D197B1FEB}">
      <dgm:prSet/>
      <dgm:spPr/>
      <dgm:t>
        <a:bodyPr/>
        <a:lstStyle/>
        <a:p>
          <a:endParaRPr lang="en-US"/>
        </a:p>
      </dgm:t>
    </dgm:pt>
    <dgm:pt modelId="{F772BFD4-36C1-43C8-BE45-AB093906CC7A}">
      <dgm:prSet/>
      <dgm:spPr/>
      <dgm:t>
        <a:bodyPr/>
        <a:lstStyle/>
        <a:p>
          <a:r>
            <a:rPr lang="en-US" dirty="0" err="1"/>
            <a:t>সাধারণ</a:t>
          </a:r>
          <a:r>
            <a:rPr lang="en-US" dirty="0"/>
            <a:t> </a:t>
          </a:r>
          <a:r>
            <a:rPr lang="en-US" dirty="0" err="1"/>
            <a:t>রোগ</a:t>
          </a:r>
          <a:endParaRPr lang="en-US" dirty="0"/>
        </a:p>
      </dgm:t>
    </dgm:pt>
    <dgm:pt modelId="{3CFE6E0B-7D99-4F92-846F-0850CB17D948}" type="parTrans" cxnId="{EE0D1306-285C-41E2-A8F3-B217CB240D9C}">
      <dgm:prSet/>
      <dgm:spPr/>
      <dgm:t>
        <a:bodyPr/>
        <a:lstStyle/>
        <a:p>
          <a:endParaRPr lang="en-US"/>
        </a:p>
      </dgm:t>
    </dgm:pt>
    <dgm:pt modelId="{A40982A9-032D-46F3-8BCB-7E179802B3D0}" type="sibTrans" cxnId="{EE0D1306-285C-41E2-A8F3-B217CB240D9C}">
      <dgm:prSet/>
      <dgm:spPr/>
      <dgm:t>
        <a:bodyPr/>
        <a:lstStyle/>
        <a:p>
          <a:endParaRPr lang="en-US"/>
        </a:p>
      </dgm:t>
    </dgm:pt>
    <dgm:pt modelId="{6F4F328D-B7AA-4165-BBD4-8A3B7C30A3AA}">
      <dgm:prSet/>
      <dgm:spPr/>
      <dgm:t>
        <a:bodyPr/>
        <a:lstStyle/>
        <a:p>
          <a:r>
            <a:rPr lang="en-US" dirty="0" err="1"/>
            <a:t>ভাইরাসজনিত</a:t>
          </a:r>
          <a:r>
            <a:rPr lang="en-US" dirty="0"/>
            <a:t> </a:t>
          </a:r>
          <a:r>
            <a:rPr lang="en-US" dirty="0" err="1"/>
            <a:t>রোগ</a:t>
          </a:r>
          <a:endParaRPr lang="en-US" dirty="0"/>
        </a:p>
      </dgm:t>
    </dgm:pt>
    <dgm:pt modelId="{BFAE0CBE-F933-4522-82C8-A05D1E362FBC}" type="parTrans" cxnId="{4F9D7DC9-3D1C-4A9A-99FF-9BAB56CAB522}">
      <dgm:prSet/>
      <dgm:spPr/>
      <dgm:t>
        <a:bodyPr/>
        <a:lstStyle/>
        <a:p>
          <a:endParaRPr lang="en-US"/>
        </a:p>
      </dgm:t>
    </dgm:pt>
    <dgm:pt modelId="{B4B46634-1FBF-4C88-A2E1-8C21EC464342}" type="sibTrans" cxnId="{4F9D7DC9-3D1C-4A9A-99FF-9BAB56CAB522}">
      <dgm:prSet/>
      <dgm:spPr/>
      <dgm:t>
        <a:bodyPr/>
        <a:lstStyle/>
        <a:p>
          <a:endParaRPr lang="en-US"/>
        </a:p>
      </dgm:t>
    </dgm:pt>
    <dgm:pt modelId="{ECCECCCD-3A97-4BD6-9422-6713AAC87961}">
      <dgm:prSet/>
      <dgm:spPr/>
      <dgm:t>
        <a:bodyPr/>
        <a:lstStyle/>
        <a:p>
          <a:r>
            <a:rPr lang="en-US" dirty="0" err="1"/>
            <a:t>ব্যাকটেরিয়া</a:t>
          </a:r>
          <a:r>
            <a:rPr lang="en-US" dirty="0"/>
            <a:t> </a:t>
          </a:r>
          <a:r>
            <a:rPr lang="en-US" dirty="0" err="1"/>
            <a:t>জনিত</a:t>
          </a:r>
          <a:r>
            <a:rPr lang="en-US" dirty="0"/>
            <a:t> </a:t>
          </a:r>
          <a:r>
            <a:rPr lang="en-US" dirty="0" err="1"/>
            <a:t>রোগ</a:t>
          </a:r>
          <a:endParaRPr lang="en-US" dirty="0"/>
        </a:p>
      </dgm:t>
    </dgm:pt>
    <dgm:pt modelId="{B53FBE4C-4E39-4520-A66E-CEFF3C5545D2}" type="parTrans" cxnId="{18ED0920-9681-4AB3-9527-5E78E5EB1F1D}">
      <dgm:prSet/>
      <dgm:spPr/>
      <dgm:t>
        <a:bodyPr/>
        <a:lstStyle/>
        <a:p>
          <a:endParaRPr lang="en-US"/>
        </a:p>
      </dgm:t>
    </dgm:pt>
    <dgm:pt modelId="{9A3A2911-C7B1-4256-B62D-041F44F46183}" type="sibTrans" cxnId="{18ED0920-9681-4AB3-9527-5E78E5EB1F1D}">
      <dgm:prSet/>
      <dgm:spPr/>
      <dgm:t>
        <a:bodyPr/>
        <a:lstStyle/>
        <a:p>
          <a:endParaRPr lang="en-US"/>
        </a:p>
      </dgm:t>
    </dgm:pt>
    <dgm:pt modelId="{30123DF4-2C15-4B62-9F65-2D4B3295EE7B}">
      <dgm:prSet/>
      <dgm:spPr/>
      <dgm:t>
        <a:bodyPr/>
        <a:lstStyle/>
        <a:p>
          <a:r>
            <a:rPr lang="en-US" dirty="0" err="1"/>
            <a:t>পরজীবীঘটিত</a:t>
          </a:r>
          <a:r>
            <a:rPr lang="en-US" dirty="0"/>
            <a:t> </a:t>
          </a:r>
          <a:r>
            <a:rPr lang="en-US" dirty="0" err="1"/>
            <a:t>রোগ</a:t>
          </a:r>
          <a:endParaRPr lang="en-US" dirty="0"/>
        </a:p>
      </dgm:t>
    </dgm:pt>
    <dgm:pt modelId="{8927EDCB-5DCA-4D08-946D-FEF6C6F48063}" type="parTrans" cxnId="{AD3B847F-F1E0-46A1-A44B-C1BD76DA9725}">
      <dgm:prSet/>
      <dgm:spPr/>
      <dgm:t>
        <a:bodyPr/>
        <a:lstStyle/>
        <a:p>
          <a:endParaRPr lang="en-US"/>
        </a:p>
      </dgm:t>
    </dgm:pt>
    <dgm:pt modelId="{B8E85DFC-1122-46BB-B078-3AF8040FD881}" type="sibTrans" cxnId="{AD3B847F-F1E0-46A1-A44B-C1BD76DA9725}">
      <dgm:prSet/>
      <dgm:spPr/>
      <dgm:t>
        <a:bodyPr/>
        <a:lstStyle/>
        <a:p>
          <a:endParaRPr lang="en-US"/>
        </a:p>
      </dgm:t>
    </dgm:pt>
    <dgm:pt modelId="{1E9B3809-44A6-4C59-B231-9B62AAF19AE1}">
      <dgm:prSet/>
      <dgm:spPr/>
      <dgm:t>
        <a:bodyPr/>
        <a:lstStyle/>
        <a:p>
          <a:r>
            <a:rPr lang="en-US" dirty="0" err="1"/>
            <a:t>ছত্রাকজনিত</a:t>
          </a:r>
          <a:r>
            <a:rPr lang="en-US" dirty="0"/>
            <a:t> </a:t>
          </a:r>
          <a:r>
            <a:rPr lang="en-US" dirty="0" err="1"/>
            <a:t>রোগ</a:t>
          </a:r>
          <a:endParaRPr lang="en-US" dirty="0"/>
        </a:p>
      </dgm:t>
    </dgm:pt>
    <dgm:pt modelId="{AE6316B3-63DB-4A57-BD9F-A613E63451D8}" type="sibTrans" cxnId="{E01E5EEE-0A41-4EA0-AD07-71393346A90D}">
      <dgm:prSet/>
      <dgm:spPr/>
      <dgm:t>
        <a:bodyPr/>
        <a:lstStyle/>
        <a:p>
          <a:endParaRPr lang="en-US"/>
        </a:p>
      </dgm:t>
    </dgm:pt>
    <dgm:pt modelId="{668DB9AB-275F-4F5A-86E9-07CEAA2693C7}" type="parTrans" cxnId="{E01E5EEE-0A41-4EA0-AD07-71393346A90D}">
      <dgm:prSet/>
      <dgm:spPr/>
      <dgm:t>
        <a:bodyPr/>
        <a:lstStyle/>
        <a:p>
          <a:endParaRPr lang="en-US"/>
        </a:p>
      </dgm:t>
    </dgm:pt>
    <dgm:pt modelId="{2EBFC7E0-8546-4BCD-B352-A27239CB57FB}" type="pres">
      <dgm:prSet presAssocID="{A869A4D2-8F6F-4330-AC11-F8901CF93E47}" presName="hierChild1" presStyleCnt="0">
        <dgm:presLayoutVars>
          <dgm:chPref val="1"/>
          <dgm:dir/>
          <dgm:animOne val="branch"/>
          <dgm:animLvl val="lvl"/>
          <dgm:resizeHandles/>
        </dgm:presLayoutVars>
      </dgm:prSet>
      <dgm:spPr/>
    </dgm:pt>
    <dgm:pt modelId="{FC6721AE-7FA8-45FA-9122-AEA18092A012}" type="pres">
      <dgm:prSet presAssocID="{DD83C629-56C2-469B-9655-BDFE41021C28}" presName="hierRoot1" presStyleCnt="0"/>
      <dgm:spPr/>
    </dgm:pt>
    <dgm:pt modelId="{F1BD2905-6C8C-456F-A9B5-4F4FA925CEDE}" type="pres">
      <dgm:prSet presAssocID="{DD83C629-56C2-469B-9655-BDFE41021C28}" presName="composite" presStyleCnt="0"/>
      <dgm:spPr/>
    </dgm:pt>
    <dgm:pt modelId="{5B97FBD4-5C4B-4B81-90D6-9172880247DA}" type="pres">
      <dgm:prSet presAssocID="{DD83C629-56C2-469B-9655-BDFE41021C28}" presName="background" presStyleLbl="node0" presStyleIdx="0" presStyleCnt="1"/>
      <dgm:spPr/>
    </dgm:pt>
    <dgm:pt modelId="{9903249C-7D24-4ADA-9523-651A4686C0DA}" type="pres">
      <dgm:prSet presAssocID="{DD83C629-56C2-469B-9655-BDFE41021C28}" presName="text" presStyleLbl="fgAcc0" presStyleIdx="0" presStyleCnt="1">
        <dgm:presLayoutVars>
          <dgm:chPref val="3"/>
        </dgm:presLayoutVars>
      </dgm:prSet>
      <dgm:spPr/>
    </dgm:pt>
    <dgm:pt modelId="{42B721BA-6C15-48AE-A753-6A29C2C890EB}" type="pres">
      <dgm:prSet presAssocID="{DD83C629-56C2-469B-9655-BDFE41021C28}" presName="hierChild2" presStyleCnt="0"/>
      <dgm:spPr/>
    </dgm:pt>
    <dgm:pt modelId="{9D0AE331-010A-48E0-AECF-C051F0F3A4FC}" type="pres">
      <dgm:prSet presAssocID="{EB740830-EA73-4E76-B149-837BA46A1C8D}" presName="Name10" presStyleLbl="parChTrans1D2" presStyleIdx="0" presStyleCnt="2"/>
      <dgm:spPr/>
    </dgm:pt>
    <dgm:pt modelId="{BEB82510-855B-4DF0-9237-2D4353FAB7EB}" type="pres">
      <dgm:prSet presAssocID="{876F51C0-7A7B-4C68-8919-BB49039EE1C1}" presName="hierRoot2" presStyleCnt="0"/>
      <dgm:spPr/>
    </dgm:pt>
    <dgm:pt modelId="{10FBFBB9-28F3-44AA-A5FE-11F88C78C104}" type="pres">
      <dgm:prSet presAssocID="{876F51C0-7A7B-4C68-8919-BB49039EE1C1}" presName="composite2" presStyleCnt="0"/>
      <dgm:spPr/>
    </dgm:pt>
    <dgm:pt modelId="{1EA3E8E4-B3CD-428F-A76A-00B9F320B884}" type="pres">
      <dgm:prSet presAssocID="{876F51C0-7A7B-4C68-8919-BB49039EE1C1}" presName="background2" presStyleLbl="node2" presStyleIdx="0" presStyleCnt="2"/>
      <dgm:spPr/>
    </dgm:pt>
    <dgm:pt modelId="{68E921F6-28DF-4727-A7FC-1EA1E2229F18}" type="pres">
      <dgm:prSet presAssocID="{876F51C0-7A7B-4C68-8919-BB49039EE1C1}" presName="text2" presStyleLbl="fgAcc2" presStyleIdx="0" presStyleCnt="2">
        <dgm:presLayoutVars>
          <dgm:chPref val="3"/>
        </dgm:presLayoutVars>
      </dgm:prSet>
      <dgm:spPr/>
    </dgm:pt>
    <dgm:pt modelId="{19363813-6460-4B6F-A61F-BE53DD7A8B9E}" type="pres">
      <dgm:prSet presAssocID="{876F51C0-7A7B-4C68-8919-BB49039EE1C1}" presName="hierChild3" presStyleCnt="0"/>
      <dgm:spPr/>
    </dgm:pt>
    <dgm:pt modelId="{23BA96ED-E1EE-4EE9-8C18-22946E536C41}" type="pres">
      <dgm:prSet presAssocID="{BFAE0CBE-F933-4522-82C8-A05D1E362FBC}" presName="Name17" presStyleLbl="parChTrans1D3" presStyleIdx="0" presStyleCnt="6"/>
      <dgm:spPr/>
    </dgm:pt>
    <dgm:pt modelId="{9D71AECA-A07B-4A54-874F-5AD958A8D419}" type="pres">
      <dgm:prSet presAssocID="{6F4F328D-B7AA-4165-BBD4-8A3B7C30A3AA}" presName="hierRoot3" presStyleCnt="0"/>
      <dgm:spPr/>
    </dgm:pt>
    <dgm:pt modelId="{14D5BE06-0682-4181-960D-FF06E7B451A9}" type="pres">
      <dgm:prSet presAssocID="{6F4F328D-B7AA-4165-BBD4-8A3B7C30A3AA}" presName="composite3" presStyleCnt="0"/>
      <dgm:spPr/>
    </dgm:pt>
    <dgm:pt modelId="{991048C4-70DF-4D95-83C7-96C234E1AC0A}" type="pres">
      <dgm:prSet presAssocID="{6F4F328D-B7AA-4165-BBD4-8A3B7C30A3AA}" presName="background3" presStyleLbl="node3" presStyleIdx="0" presStyleCnt="6"/>
      <dgm:spPr/>
    </dgm:pt>
    <dgm:pt modelId="{AC7FBE42-F854-48DA-A344-7DE07C11D374}" type="pres">
      <dgm:prSet presAssocID="{6F4F328D-B7AA-4165-BBD4-8A3B7C30A3AA}" presName="text3" presStyleLbl="fgAcc3" presStyleIdx="0" presStyleCnt="6">
        <dgm:presLayoutVars>
          <dgm:chPref val="3"/>
        </dgm:presLayoutVars>
      </dgm:prSet>
      <dgm:spPr/>
    </dgm:pt>
    <dgm:pt modelId="{898C225E-4AE3-4A0E-AB20-DD2588687918}" type="pres">
      <dgm:prSet presAssocID="{6F4F328D-B7AA-4165-BBD4-8A3B7C30A3AA}" presName="hierChild4" presStyleCnt="0"/>
      <dgm:spPr/>
    </dgm:pt>
    <dgm:pt modelId="{EB09C2BB-B673-488A-9A80-785B7EE5CF84}" type="pres">
      <dgm:prSet presAssocID="{B53FBE4C-4E39-4520-A66E-CEFF3C5545D2}" presName="Name17" presStyleLbl="parChTrans1D3" presStyleIdx="1" presStyleCnt="6"/>
      <dgm:spPr/>
    </dgm:pt>
    <dgm:pt modelId="{8AA6F92B-4634-4186-9F23-AEF1B450133D}" type="pres">
      <dgm:prSet presAssocID="{ECCECCCD-3A97-4BD6-9422-6713AAC87961}" presName="hierRoot3" presStyleCnt="0"/>
      <dgm:spPr/>
    </dgm:pt>
    <dgm:pt modelId="{33013551-F796-4302-BED7-E5C9140222AC}" type="pres">
      <dgm:prSet presAssocID="{ECCECCCD-3A97-4BD6-9422-6713AAC87961}" presName="composite3" presStyleCnt="0"/>
      <dgm:spPr/>
    </dgm:pt>
    <dgm:pt modelId="{EB51BCCA-86C7-44F2-88E1-275B15D002E3}" type="pres">
      <dgm:prSet presAssocID="{ECCECCCD-3A97-4BD6-9422-6713AAC87961}" presName="background3" presStyleLbl="node3" presStyleIdx="1" presStyleCnt="6"/>
      <dgm:spPr/>
    </dgm:pt>
    <dgm:pt modelId="{705EF503-F134-47B9-9A28-8B6F9F4CB60B}" type="pres">
      <dgm:prSet presAssocID="{ECCECCCD-3A97-4BD6-9422-6713AAC87961}" presName="text3" presStyleLbl="fgAcc3" presStyleIdx="1" presStyleCnt="6">
        <dgm:presLayoutVars>
          <dgm:chPref val="3"/>
        </dgm:presLayoutVars>
      </dgm:prSet>
      <dgm:spPr/>
    </dgm:pt>
    <dgm:pt modelId="{073E9F8E-EA8A-41CE-8CC6-B7B2A6C1C345}" type="pres">
      <dgm:prSet presAssocID="{ECCECCCD-3A97-4BD6-9422-6713AAC87961}" presName="hierChild4" presStyleCnt="0"/>
      <dgm:spPr/>
    </dgm:pt>
    <dgm:pt modelId="{5C65AC76-D6A5-4B37-8575-5FD76F1301C8}" type="pres">
      <dgm:prSet presAssocID="{668DB9AB-275F-4F5A-86E9-07CEAA2693C7}" presName="Name17" presStyleLbl="parChTrans1D3" presStyleIdx="2" presStyleCnt="6"/>
      <dgm:spPr/>
    </dgm:pt>
    <dgm:pt modelId="{F77CAD51-60D3-4C05-9582-D9AC553B0864}" type="pres">
      <dgm:prSet presAssocID="{1E9B3809-44A6-4C59-B231-9B62AAF19AE1}" presName="hierRoot3" presStyleCnt="0"/>
      <dgm:spPr/>
    </dgm:pt>
    <dgm:pt modelId="{29ABC220-4AED-4B2F-A583-8E61B9E7C194}" type="pres">
      <dgm:prSet presAssocID="{1E9B3809-44A6-4C59-B231-9B62AAF19AE1}" presName="composite3" presStyleCnt="0"/>
      <dgm:spPr/>
    </dgm:pt>
    <dgm:pt modelId="{64FE6B93-302A-44BF-98C5-313CE7B1BD0B}" type="pres">
      <dgm:prSet presAssocID="{1E9B3809-44A6-4C59-B231-9B62AAF19AE1}" presName="background3" presStyleLbl="node3" presStyleIdx="2" presStyleCnt="6"/>
      <dgm:spPr/>
    </dgm:pt>
    <dgm:pt modelId="{ADC71773-EA99-4135-A68B-C1C7F39808F2}" type="pres">
      <dgm:prSet presAssocID="{1E9B3809-44A6-4C59-B231-9B62AAF19AE1}" presName="text3" presStyleLbl="fgAcc3" presStyleIdx="2" presStyleCnt="6">
        <dgm:presLayoutVars>
          <dgm:chPref val="3"/>
        </dgm:presLayoutVars>
      </dgm:prSet>
      <dgm:spPr/>
    </dgm:pt>
    <dgm:pt modelId="{719C36D0-C32E-43A9-8FF7-8AFB1E19FB7D}" type="pres">
      <dgm:prSet presAssocID="{1E9B3809-44A6-4C59-B231-9B62AAF19AE1}" presName="hierChild4" presStyleCnt="0"/>
      <dgm:spPr/>
    </dgm:pt>
    <dgm:pt modelId="{5127AE55-E7D6-4EED-B0B3-9596C9EFE9F0}" type="pres">
      <dgm:prSet presAssocID="{8927EDCB-5DCA-4D08-946D-FEF6C6F48063}" presName="Name17" presStyleLbl="parChTrans1D3" presStyleIdx="3" presStyleCnt="6"/>
      <dgm:spPr/>
    </dgm:pt>
    <dgm:pt modelId="{CACFFE14-D058-49BA-8CB3-F3AAB1F20B85}" type="pres">
      <dgm:prSet presAssocID="{30123DF4-2C15-4B62-9F65-2D4B3295EE7B}" presName="hierRoot3" presStyleCnt="0"/>
      <dgm:spPr/>
    </dgm:pt>
    <dgm:pt modelId="{EFC5D1E7-C89F-453B-B4D4-BDC6EAB0D9AB}" type="pres">
      <dgm:prSet presAssocID="{30123DF4-2C15-4B62-9F65-2D4B3295EE7B}" presName="composite3" presStyleCnt="0"/>
      <dgm:spPr/>
    </dgm:pt>
    <dgm:pt modelId="{EFAA4738-A612-4488-8C5E-B1BB48384C1D}" type="pres">
      <dgm:prSet presAssocID="{30123DF4-2C15-4B62-9F65-2D4B3295EE7B}" presName="background3" presStyleLbl="node3" presStyleIdx="3" presStyleCnt="6"/>
      <dgm:spPr/>
    </dgm:pt>
    <dgm:pt modelId="{8E658989-F159-4E8D-992B-BB90D5193055}" type="pres">
      <dgm:prSet presAssocID="{30123DF4-2C15-4B62-9F65-2D4B3295EE7B}" presName="text3" presStyleLbl="fgAcc3" presStyleIdx="3" presStyleCnt="6">
        <dgm:presLayoutVars>
          <dgm:chPref val="3"/>
        </dgm:presLayoutVars>
      </dgm:prSet>
      <dgm:spPr/>
    </dgm:pt>
    <dgm:pt modelId="{8BAC4D37-4E17-4866-AC1D-28BF7E5CA346}" type="pres">
      <dgm:prSet presAssocID="{30123DF4-2C15-4B62-9F65-2D4B3295EE7B}" presName="hierChild4" presStyleCnt="0"/>
      <dgm:spPr/>
    </dgm:pt>
    <dgm:pt modelId="{406C9154-E890-49BE-8FE7-2E0C3D04F9B2}" type="pres">
      <dgm:prSet presAssocID="{42E1A852-CFEE-4D06-A753-42D4862E13BC}" presName="Name10" presStyleLbl="parChTrans1D2" presStyleIdx="1" presStyleCnt="2"/>
      <dgm:spPr/>
    </dgm:pt>
    <dgm:pt modelId="{00CF1D0B-770F-4045-B736-04FCC2F83E7D}" type="pres">
      <dgm:prSet presAssocID="{C8AAB8A7-9D91-4F76-93C6-A3A021D355F2}" presName="hierRoot2" presStyleCnt="0"/>
      <dgm:spPr/>
    </dgm:pt>
    <dgm:pt modelId="{58DED386-43EC-4A57-8852-C74367165108}" type="pres">
      <dgm:prSet presAssocID="{C8AAB8A7-9D91-4F76-93C6-A3A021D355F2}" presName="composite2" presStyleCnt="0"/>
      <dgm:spPr/>
    </dgm:pt>
    <dgm:pt modelId="{66068174-9D80-4EE6-B81F-6FED441006B6}" type="pres">
      <dgm:prSet presAssocID="{C8AAB8A7-9D91-4F76-93C6-A3A021D355F2}" presName="background2" presStyleLbl="node2" presStyleIdx="1" presStyleCnt="2"/>
      <dgm:spPr/>
    </dgm:pt>
    <dgm:pt modelId="{08FAE135-23A9-4169-B866-4AECE5E59DF0}" type="pres">
      <dgm:prSet presAssocID="{C8AAB8A7-9D91-4F76-93C6-A3A021D355F2}" presName="text2" presStyleLbl="fgAcc2" presStyleIdx="1" presStyleCnt="2">
        <dgm:presLayoutVars>
          <dgm:chPref val="3"/>
        </dgm:presLayoutVars>
      </dgm:prSet>
      <dgm:spPr/>
    </dgm:pt>
    <dgm:pt modelId="{76AA3B67-CEAE-49C8-AFA3-379B8600D5AA}" type="pres">
      <dgm:prSet presAssocID="{C8AAB8A7-9D91-4F76-93C6-A3A021D355F2}" presName="hierChild3" presStyleCnt="0"/>
      <dgm:spPr/>
    </dgm:pt>
    <dgm:pt modelId="{FA3624AE-2B20-434B-B542-5A1A9039CD61}" type="pres">
      <dgm:prSet presAssocID="{4ACC2439-BFEA-45AA-B009-2D1EEFD94551}" presName="Name17" presStyleLbl="parChTrans1D3" presStyleIdx="4" presStyleCnt="6"/>
      <dgm:spPr/>
    </dgm:pt>
    <dgm:pt modelId="{C9546DC9-6797-4378-BBD4-3DD07BF19909}" type="pres">
      <dgm:prSet presAssocID="{A2E3F639-C99D-4BC7-9C27-DEFB7518DB69}" presName="hierRoot3" presStyleCnt="0"/>
      <dgm:spPr/>
    </dgm:pt>
    <dgm:pt modelId="{E52FAE0F-5687-42E9-A06B-FD5FDB220B71}" type="pres">
      <dgm:prSet presAssocID="{A2E3F639-C99D-4BC7-9C27-DEFB7518DB69}" presName="composite3" presStyleCnt="0"/>
      <dgm:spPr/>
    </dgm:pt>
    <dgm:pt modelId="{C19F3154-7F19-476B-BD6A-61AA9B397A6B}" type="pres">
      <dgm:prSet presAssocID="{A2E3F639-C99D-4BC7-9C27-DEFB7518DB69}" presName="background3" presStyleLbl="node3" presStyleIdx="4" presStyleCnt="6"/>
      <dgm:spPr/>
    </dgm:pt>
    <dgm:pt modelId="{8237FCD4-F62E-4C84-9B26-C5DA860A8F9C}" type="pres">
      <dgm:prSet presAssocID="{A2E3F639-C99D-4BC7-9C27-DEFB7518DB69}" presName="text3" presStyleLbl="fgAcc3" presStyleIdx="4" presStyleCnt="6">
        <dgm:presLayoutVars>
          <dgm:chPref val="3"/>
        </dgm:presLayoutVars>
      </dgm:prSet>
      <dgm:spPr/>
    </dgm:pt>
    <dgm:pt modelId="{7DDE148E-8329-488F-B5EA-059C701CA0BB}" type="pres">
      <dgm:prSet presAssocID="{A2E3F639-C99D-4BC7-9C27-DEFB7518DB69}" presName="hierChild4" presStyleCnt="0"/>
      <dgm:spPr/>
    </dgm:pt>
    <dgm:pt modelId="{4E5650FF-0D8A-4B13-927C-31FD86C32961}" type="pres">
      <dgm:prSet presAssocID="{3CFE6E0B-7D99-4F92-846F-0850CB17D948}" presName="Name17" presStyleLbl="parChTrans1D3" presStyleIdx="5" presStyleCnt="6"/>
      <dgm:spPr/>
    </dgm:pt>
    <dgm:pt modelId="{030D4582-5514-4BFF-93AE-89AB9705E8BD}" type="pres">
      <dgm:prSet presAssocID="{F772BFD4-36C1-43C8-BE45-AB093906CC7A}" presName="hierRoot3" presStyleCnt="0"/>
      <dgm:spPr/>
    </dgm:pt>
    <dgm:pt modelId="{3D67F77A-2338-4942-BC2B-F81DCD785D66}" type="pres">
      <dgm:prSet presAssocID="{F772BFD4-36C1-43C8-BE45-AB093906CC7A}" presName="composite3" presStyleCnt="0"/>
      <dgm:spPr/>
    </dgm:pt>
    <dgm:pt modelId="{7D575238-184A-418F-A71E-07212277178B}" type="pres">
      <dgm:prSet presAssocID="{F772BFD4-36C1-43C8-BE45-AB093906CC7A}" presName="background3" presStyleLbl="node3" presStyleIdx="5" presStyleCnt="6"/>
      <dgm:spPr/>
    </dgm:pt>
    <dgm:pt modelId="{3EB53225-0560-4A3B-9128-1DB5B8EBDC4E}" type="pres">
      <dgm:prSet presAssocID="{F772BFD4-36C1-43C8-BE45-AB093906CC7A}" presName="text3" presStyleLbl="fgAcc3" presStyleIdx="5" presStyleCnt="6">
        <dgm:presLayoutVars>
          <dgm:chPref val="3"/>
        </dgm:presLayoutVars>
      </dgm:prSet>
      <dgm:spPr/>
    </dgm:pt>
    <dgm:pt modelId="{3485EC63-4CE7-45B8-8C96-3332A68EA541}" type="pres">
      <dgm:prSet presAssocID="{F772BFD4-36C1-43C8-BE45-AB093906CC7A}" presName="hierChild4" presStyleCnt="0"/>
      <dgm:spPr/>
    </dgm:pt>
  </dgm:ptLst>
  <dgm:cxnLst>
    <dgm:cxn modelId="{EE0D1306-285C-41E2-A8F3-B217CB240D9C}" srcId="{C8AAB8A7-9D91-4F76-93C6-A3A021D355F2}" destId="{F772BFD4-36C1-43C8-BE45-AB093906CC7A}" srcOrd="1" destOrd="0" parTransId="{3CFE6E0B-7D99-4F92-846F-0850CB17D948}" sibTransId="{A40982A9-032D-46F3-8BCB-7E179802B3D0}"/>
    <dgm:cxn modelId="{51803512-D2AF-4B0F-9EFF-62ECA70097DE}" type="presOf" srcId="{B53FBE4C-4E39-4520-A66E-CEFF3C5545D2}" destId="{EB09C2BB-B673-488A-9A80-785B7EE5CF84}" srcOrd="0" destOrd="0" presId="urn:microsoft.com/office/officeart/2005/8/layout/hierarchy1"/>
    <dgm:cxn modelId="{11D23819-5799-49C6-A4FD-FABBD232EDC7}" type="presOf" srcId="{BFAE0CBE-F933-4522-82C8-A05D1E362FBC}" destId="{23BA96ED-E1EE-4EE9-8C18-22946E536C41}" srcOrd="0" destOrd="0" presId="urn:microsoft.com/office/officeart/2005/8/layout/hierarchy1"/>
    <dgm:cxn modelId="{58B5DB19-DD14-4AF3-8CE1-7E0F6333A629}" type="presOf" srcId="{30123DF4-2C15-4B62-9F65-2D4B3295EE7B}" destId="{8E658989-F159-4E8D-992B-BB90D5193055}" srcOrd="0" destOrd="0" presId="urn:microsoft.com/office/officeart/2005/8/layout/hierarchy1"/>
    <dgm:cxn modelId="{056C4D1D-5957-433D-99FE-499D197B1FEB}" srcId="{C8AAB8A7-9D91-4F76-93C6-A3A021D355F2}" destId="{A2E3F639-C99D-4BC7-9C27-DEFB7518DB69}" srcOrd="0" destOrd="0" parTransId="{4ACC2439-BFEA-45AA-B009-2D1EEFD94551}" sibTransId="{88B18CA5-CFE0-427F-8221-1E4C00A1BE0E}"/>
    <dgm:cxn modelId="{18ED0920-9681-4AB3-9527-5E78E5EB1F1D}" srcId="{876F51C0-7A7B-4C68-8919-BB49039EE1C1}" destId="{ECCECCCD-3A97-4BD6-9422-6713AAC87961}" srcOrd="1" destOrd="0" parTransId="{B53FBE4C-4E39-4520-A66E-CEFF3C5545D2}" sibTransId="{9A3A2911-C7B1-4256-B62D-041F44F46183}"/>
    <dgm:cxn modelId="{7FA5B527-D054-4996-AD41-5313821BD1B8}" srcId="{DD83C629-56C2-469B-9655-BDFE41021C28}" destId="{C8AAB8A7-9D91-4F76-93C6-A3A021D355F2}" srcOrd="1" destOrd="0" parTransId="{42E1A852-CFEE-4D06-A753-42D4862E13BC}" sibTransId="{6801310F-047B-4415-A78B-F4FA98603E13}"/>
    <dgm:cxn modelId="{859D6932-FDFA-4266-B53A-1AA11697AECF}" type="presOf" srcId="{DD83C629-56C2-469B-9655-BDFE41021C28}" destId="{9903249C-7D24-4ADA-9523-651A4686C0DA}" srcOrd="0" destOrd="0" presId="urn:microsoft.com/office/officeart/2005/8/layout/hierarchy1"/>
    <dgm:cxn modelId="{C27BF33F-8DB5-4A7D-A352-96A3EAC359F9}" type="presOf" srcId="{42E1A852-CFEE-4D06-A753-42D4862E13BC}" destId="{406C9154-E890-49BE-8FE7-2E0C3D04F9B2}" srcOrd="0" destOrd="0" presId="urn:microsoft.com/office/officeart/2005/8/layout/hierarchy1"/>
    <dgm:cxn modelId="{8B79F364-3200-4808-B53C-3720F01AA9AE}" type="presOf" srcId="{1E9B3809-44A6-4C59-B231-9B62AAF19AE1}" destId="{ADC71773-EA99-4135-A68B-C1C7F39808F2}" srcOrd="0" destOrd="0" presId="urn:microsoft.com/office/officeart/2005/8/layout/hierarchy1"/>
    <dgm:cxn modelId="{4FD20968-3F58-4B50-A481-7E933A6EB3EF}" type="presOf" srcId="{3CFE6E0B-7D99-4F92-846F-0850CB17D948}" destId="{4E5650FF-0D8A-4B13-927C-31FD86C32961}" srcOrd="0" destOrd="0" presId="urn:microsoft.com/office/officeart/2005/8/layout/hierarchy1"/>
    <dgm:cxn modelId="{40A75C68-CCBB-40C1-8FA9-CFAD2CC82D7D}" type="presOf" srcId="{A869A4D2-8F6F-4330-AC11-F8901CF93E47}" destId="{2EBFC7E0-8546-4BCD-B352-A27239CB57FB}" srcOrd="0" destOrd="0" presId="urn:microsoft.com/office/officeart/2005/8/layout/hierarchy1"/>
    <dgm:cxn modelId="{C0E27E73-E066-44D6-BCA7-FBA772D9FFBE}" type="presOf" srcId="{4ACC2439-BFEA-45AA-B009-2D1EEFD94551}" destId="{FA3624AE-2B20-434B-B542-5A1A9039CD61}" srcOrd="0" destOrd="0" presId="urn:microsoft.com/office/officeart/2005/8/layout/hierarchy1"/>
    <dgm:cxn modelId="{B009DF73-B5EC-4044-BB0C-BFBDCCAA2601}" type="presOf" srcId="{668DB9AB-275F-4F5A-86E9-07CEAA2693C7}" destId="{5C65AC76-D6A5-4B37-8575-5FD76F1301C8}" srcOrd="0" destOrd="0" presId="urn:microsoft.com/office/officeart/2005/8/layout/hierarchy1"/>
    <dgm:cxn modelId="{AB5F1654-3639-41E1-8775-BF204C416384}" type="presOf" srcId="{876F51C0-7A7B-4C68-8919-BB49039EE1C1}" destId="{68E921F6-28DF-4727-A7FC-1EA1E2229F18}" srcOrd="0" destOrd="0" presId="urn:microsoft.com/office/officeart/2005/8/layout/hierarchy1"/>
    <dgm:cxn modelId="{533EB756-15BA-4A34-9712-709ACEE98129}" type="presOf" srcId="{ECCECCCD-3A97-4BD6-9422-6713AAC87961}" destId="{705EF503-F134-47B9-9A28-8B6F9F4CB60B}" srcOrd="0" destOrd="0" presId="urn:microsoft.com/office/officeart/2005/8/layout/hierarchy1"/>
    <dgm:cxn modelId="{AD3B847F-F1E0-46A1-A44B-C1BD76DA9725}" srcId="{876F51C0-7A7B-4C68-8919-BB49039EE1C1}" destId="{30123DF4-2C15-4B62-9F65-2D4B3295EE7B}" srcOrd="3" destOrd="0" parTransId="{8927EDCB-5DCA-4D08-946D-FEF6C6F48063}" sibTransId="{B8E85DFC-1122-46BB-B078-3AF8040FD881}"/>
    <dgm:cxn modelId="{86475C81-38BB-43F4-87B9-65415D01ED8F}" srcId="{A869A4D2-8F6F-4330-AC11-F8901CF93E47}" destId="{DD83C629-56C2-469B-9655-BDFE41021C28}" srcOrd="0" destOrd="0" parTransId="{5818DC5A-AD46-420F-BB85-371E5A70F731}" sibTransId="{1CD69BD7-981D-4100-B50D-F76AF457FDA8}"/>
    <dgm:cxn modelId="{F3A4E9B1-03B1-4677-A59C-18A61D4BD175}" type="presOf" srcId="{EB740830-EA73-4E76-B149-837BA46A1C8D}" destId="{9D0AE331-010A-48E0-AECF-C051F0F3A4FC}" srcOrd="0" destOrd="0" presId="urn:microsoft.com/office/officeart/2005/8/layout/hierarchy1"/>
    <dgm:cxn modelId="{726F93C1-87EF-427E-9463-8AECFD288662}" type="presOf" srcId="{6F4F328D-B7AA-4165-BBD4-8A3B7C30A3AA}" destId="{AC7FBE42-F854-48DA-A344-7DE07C11D374}" srcOrd="0" destOrd="0" presId="urn:microsoft.com/office/officeart/2005/8/layout/hierarchy1"/>
    <dgm:cxn modelId="{618381C5-9E4D-48EB-9841-236FC4E8BC6E}" type="presOf" srcId="{F772BFD4-36C1-43C8-BE45-AB093906CC7A}" destId="{3EB53225-0560-4A3B-9128-1DB5B8EBDC4E}" srcOrd="0" destOrd="0" presId="urn:microsoft.com/office/officeart/2005/8/layout/hierarchy1"/>
    <dgm:cxn modelId="{4F9D7DC9-3D1C-4A9A-99FF-9BAB56CAB522}" srcId="{876F51C0-7A7B-4C68-8919-BB49039EE1C1}" destId="{6F4F328D-B7AA-4165-BBD4-8A3B7C30A3AA}" srcOrd="0" destOrd="0" parTransId="{BFAE0CBE-F933-4522-82C8-A05D1E362FBC}" sibTransId="{B4B46634-1FBF-4C88-A2E1-8C21EC464342}"/>
    <dgm:cxn modelId="{FF70EDC9-B429-4132-9B4B-B9CD39C404F0}" srcId="{DD83C629-56C2-469B-9655-BDFE41021C28}" destId="{876F51C0-7A7B-4C68-8919-BB49039EE1C1}" srcOrd="0" destOrd="0" parTransId="{EB740830-EA73-4E76-B149-837BA46A1C8D}" sibTransId="{A73041E7-F793-41FE-9B79-605DAC732701}"/>
    <dgm:cxn modelId="{FBBA5AD9-E06D-4A7B-B6F1-B5AF430F9C65}" type="presOf" srcId="{A2E3F639-C99D-4BC7-9C27-DEFB7518DB69}" destId="{8237FCD4-F62E-4C84-9B26-C5DA860A8F9C}" srcOrd="0" destOrd="0" presId="urn:microsoft.com/office/officeart/2005/8/layout/hierarchy1"/>
    <dgm:cxn modelId="{C4C977E1-8DDA-4E8A-9C9B-BC627AA73D2F}" type="presOf" srcId="{C8AAB8A7-9D91-4F76-93C6-A3A021D355F2}" destId="{08FAE135-23A9-4169-B866-4AECE5E59DF0}" srcOrd="0" destOrd="0" presId="urn:microsoft.com/office/officeart/2005/8/layout/hierarchy1"/>
    <dgm:cxn modelId="{145D79E1-8A2F-40D7-904C-239638FC7F81}" type="presOf" srcId="{8927EDCB-5DCA-4D08-946D-FEF6C6F48063}" destId="{5127AE55-E7D6-4EED-B0B3-9596C9EFE9F0}" srcOrd="0" destOrd="0" presId="urn:microsoft.com/office/officeart/2005/8/layout/hierarchy1"/>
    <dgm:cxn modelId="{E01E5EEE-0A41-4EA0-AD07-71393346A90D}" srcId="{876F51C0-7A7B-4C68-8919-BB49039EE1C1}" destId="{1E9B3809-44A6-4C59-B231-9B62AAF19AE1}" srcOrd="2" destOrd="0" parTransId="{668DB9AB-275F-4F5A-86E9-07CEAA2693C7}" sibTransId="{AE6316B3-63DB-4A57-BD9F-A613E63451D8}"/>
    <dgm:cxn modelId="{FD223CA7-11DD-4737-8B15-DF889F960671}" type="presParOf" srcId="{2EBFC7E0-8546-4BCD-B352-A27239CB57FB}" destId="{FC6721AE-7FA8-45FA-9122-AEA18092A012}" srcOrd="0" destOrd="0" presId="urn:microsoft.com/office/officeart/2005/8/layout/hierarchy1"/>
    <dgm:cxn modelId="{F3529E71-17E7-43CA-BD71-2A0C3393AD36}" type="presParOf" srcId="{FC6721AE-7FA8-45FA-9122-AEA18092A012}" destId="{F1BD2905-6C8C-456F-A9B5-4F4FA925CEDE}" srcOrd="0" destOrd="0" presId="urn:microsoft.com/office/officeart/2005/8/layout/hierarchy1"/>
    <dgm:cxn modelId="{832BAE19-886F-4E09-88BC-B59A101643ED}" type="presParOf" srcId="{F1BD2905-6C8C-456F-A9B5-4F4FA925CEDE}" destId="{5B97FBD4-5C4B-4B81-90D6-9172880247DA}" srcOrd="0" destOrd="0" presId="urn:microsoft.com/office/officeart/2005/8/layout/hierarchy1"/>
    <dgm:cxn modelId="{DEA2F3B9-29B4-4D80-91F0-EAEBA63407EA}" type="presParOf" srcId="{F1BD2905-6C8C-456F-A9B5-4F4FA925CEDE}" destId="{9903249C-7D24-4ADA-9523-651A4686C0DA}" srcOrd="1" destOrd="0" presId="urn:microsoft.com/office/officeart/2005/8/layout/hierarchy1"/>
    <dgm:cxn modelId="{1A3804E5-8D47-4592-94B3-22217C921FF6}" type="presParOf" srcId="{FC6721AE-7FA8-45FA-9122-AEA18092A012}" destId="{42B721BA-6C15-48AE-A753-6A29C2C890EB}" srcOrd="1" destOrd="0" presId="urn:microsoft.com/office/officeart/2005/8/layout/hierarchy1"/>
    <dgm:cxn modelId="{FF2824EA-4FA4-44DC-A6B0-D82AAE32EBF0}" type="presParOf" srcId="{42B721BA-6C15-48AE-A753-6A29C2C890EB}" destId="{9D0AE331-010A-48E0-AECF-C051F0F3A4FC}" srcOrd="0" destOrd="0" presId="urn:microsoft.com/office/officeart/2005/8/layout/hierarchy1"/>
    <dgm:cxn modelId="{30FCCC99-1A71-42DF-A4D2-31C9C4EE100C}" type="presParOf" srcId="{42B721BA-6C15-48AE-A753-6A29C2C890EB}" destId="{BEB82510-855B-4DF0-9237-2D4353FAB7EB}" srcOrd="1" destOrd="0" presId="urn:microsoft.com/office/officeart/2005/8/layout/hierarchy1"/>
    <dgm:cxn modelId="{A955AB12-8C6E-4587-8F60-FA96658A0975}" type="presParOf" srcId="{BEB82510-855B-4DF0-9237-2D4353FAB7EB}" destId="{10FBFBB9-28F3-44AA-A5FE-11F88C78C104}" srcOrd="0" destOrd="0" presId="urn:microsoft.com/office/officeart/2005/8/layout/hierarchy1"/>
    <dgm:cxn modelId="{313782DB-760D-4F50-BD11-8927FFB5A21A}" type="presParOf" srcId="{10FBFBB9-28F3-44AA-A5FE-11F88C78C104}" destId="{1EA3E8E4-B3CD-428F-A76A-00B9F320B884}" srcOrd="0" destOrd="0" presId="urn:microsoft.com/office/officeart/2005/8/layout/hierarchy1"/>
    <dgm:cxn modelId="{EBCB3D60-C0F8-445B-89D2-862CB196142C}" type="presParOf" srcId="{10FBFBB9-28F3-44AA-A5FE-11F88C78C104}" destId="{68E921F6-28DF-4727-A7FC-1EA1E2229F18}" srcOrd="1" destOrd="0" presId="urn:microsoft.com/office/officeart/2005/8/layout/hierarchy1"/>
    <dgm:cxn modelId="{9B9665AE-6B15-450F-ABF1-71FE8507D0DA}" type="presParOf" srcId="{BEB82510-855B-4DF0-9237-2D4353FAB7EB}" destId="{19363813-6460-4B6F-A61F-BE53DD7A8B9E}" srcOrd="1" destOrd="0" presId="urn:microsoft.com/office/officeart/2005/8/layout/hierarchy1"/>
    <dgm:cxn modelId="{CAB13DF4-6B86-4E5C-8B4F-6E9701610FD2}" type="presParOf" srcId="{19363813-6460-4B6F-A61F-BE53DD7A8B9E}" destId="{23BA96ED-E1EE-4EE9-8C18-22946E536C41}" srcOrd="0" destOrd="0" presId="urn:microsoft.com/office/officeart/2005/8/layout/hierarchy1"/>
    <dgm:cxn modelId="{4E45E693-AB35-477D-B541-D6AC9B6ADEFF}" type="presParOf" srcId="{19363813-6460-4B6F-A61F-BE53DD7A8B9E}" destId="{9D71AECA-A07B-4A54-874F-5AD958A8D419}" srcOrd="1" destOrd="0" presId="urn:microsoft.com/office/officeart/2005/8/layout/hierarchy1"/>
    <dgm:cxn modelId="{0AB2A9FE-4A65-41FF-B7F1-AB9760556D58}" type="presParOf" srcId="{9D71AECA-A07B-4A54-874F-5AD958A8D419}" destId="{14D5BE06-0682-4181-960D-FF06E7B451A9}" srcOrd="0" destOrd="0" presId="urn:microsoft.com/office/officeart/2005/8/layout/hierarchy1"/>
    <dgm:cxn modelId="{115EFB2B-A0A7-4DE9-8642-1B9E8AE48874}" type="presParOf" srcId="{14D5BE06-0682-4181-960D-FF06E7B451A9}" destId="{991048C4-70DF-4D95-83C7-96C234E1AC0A}" srcOrd="0" destOrd="0" presId="urn:microsoft.com/office/officeart/2005/8/layout/hierarchy1"/>
    <dgm:cxn modelId="{9CDF97B1-2D2B-4BE6-B31E-18FD8796F4FA}" type="presParOf" srcId="{14D5BE06-0682-4181-960D-FF06E7B451A9}" destId="{AC7FBE42-F854-48DA-A344-7DE07C11D374}" srcOrd="1" destOrd="0" presId="urn:microsoft.com/office/officeart/2005/8/layout/hierarchy1"/>
    <dgm:cxn modelId="{953A02EE-02C8-4E82-BD84-02227C4140CE}" type="presParOf" srcId="{9D71AECA-A07B-4A54-874F-5AD958A8D419}" destId="{898C225E-4AE3-4A0E-AB20-DD2588687918}" srcOrd="1" destOrd="0" presId="urn:microsoft.com/office/officeart/2005/8/layout/hierarchy1"/>
    <dgm:cxn modelId="{30A8D72A-2B87-467F-82BF-C34E307C7180}" type="presParOf" srcId="{19363813-6460-4B6F-A61F-BE53DD7A8B9E}" destId="{EB09C2BB-B673-488A-9A80-785B7EE5CF84}" srcOrd="2" destOrd="0" presId="urn:microsoft.com/office/officeart/2005/8/layout/hierarchy1"/>
    <dgm:cxn modelId="{E070C655-6231-4B15-9A34-39E7A903BEDC}" type="presParOf" srcId="{19363813-6460-4B6F-A61F-BE53DD7A8B9E}" destId="{8AA6F92B-4634-4186-9F23-AEF1B450133D}" srcOrd="3" destOrd="0" presId="urn:microsoft.com/office/officeart/2005/8/layout/hierarchy1"/>
    <dgm:cxn modelId="{6FAC1794-DD19-4AED-8228-41A92AF1729C}" type="presParOf" srcId="{8AA6F92B-4634-4186-9F23-AEF1B450133D}" destId="{33013551-F796-4302-BED7-E5C9140222AC}" srcOrd="0" destOrd="0" presId="urn:microsoft.com/office/officeart/2005/8/layout/hierarchy1"/>
    <dgm:cxn modelId="{CC87874F-99DA-431B-BF14-1297E3B5B915}" type="presParOf" srcId="{33013551-F796-4302-BED7-E5C9140222AC}" destId="{EB51BCCA-86C7-44F2-88E1-275B15D002E3}" srcOrd="0" destOrd="0" presId="urn:microsoft.com/office/officeart/2005/8/layout/hierarchy1"/>
    <dgm:cxn modelId="{8A0A4E0B-FE92-48E3-8B14-4C279548E206}" type="presParOf" srcId="{33013551-F796-4302-BED7-E5C9140222AC}" destId="{705EF503-F134-47B9-9A28-8B6F9F4CB60B}" srcOrd="1" destOrd="0" presId="urn:microsoft.com/office/officeart/2005/8/layout/hierarchy1"/>
    <dgm:cxn modelId="{F98BFB08-3B13-4196-8E42-5E3B48F1588A}" type="presParOf" srcId="{8AA6F92B-4634-4186-9F23-AEF1B450133D}" destId="{073E9F8E-EA8A-41CE-8CC6-B7B2A6C1C345}" srcOrd="1" destOrd="0" presId="urn:microsoft.com/office/officeart/2005/8/layout/hierarchy1"/>
    <dgm:cxn modelId="{5ADA89FA-52B8-4622-BFC6-B2D7412D3C09}" type="presParOf" srcId="{19363813-6460-4B6F-A61F-BE53DD7A8B9E}" destId="{5C65AC76-D6A5-4B37-8575-5FD76F1301C8}" srcOrd="4" destOrd="0" presId="urn:microsoft.com/office/officeart/2005/8/layout/hierarchy1"/>
    <dgm:cxn modelId="{7C9C58A9-CD60-4B58-895D-49492968131B}" type="presParOf" srcId="{19363813-6460-4B6F-A61F-BE53DD7A8B9E}" destId="{F77CAD51-60D3-4C05-9582-D9AC553B0864}" srcOrd="5" destOrd="0" presId="urn:microsoft.com/office/officeart/2005/8/layout/hierarchy1"/>
    <dgm:cxn modelId="{AA34799D-2078-4A27-AEC9-613689B9A634}" type="presParOf" srcId="{F77CAD51-60D3-4C05-9582-D9AC553B0864}" destId="{29ABC220-4AED-4B2F-A583-8E61B9E7C194}" srcOrd="0" destOrd="0" presId="urn:microsoft.com/office/officeart/2005/8/layout/hierarchy1"/>
    <dgm:cxn modelId="{BEBEF8A6-D14C-4864-9E9C-A9F3295FA573}" type="presParOf" srcId="{29ABC220-4AED-4B2F-A583-8E61B9E7C194}" destId="{64FE6B93-302A-44BF-98C5-313CE7B1BD0B}" srcOrd="0" destOrd="0" presId="urn:microsoft.com/office/officeart/2005/8/layout/hierarchy1"/>
    <dgm:cxn modelId="{C5399F4A-E974-4A7C-8F1B-0BD7F35F786C}" type="presParOf" srcId="{29ABC220-4AED-4B2F-A583-8E61B9E7C194}" destId="{ADC71773-EA99-4135-A68B-C1C7F39808F2}" srcOrd="1" destOrd="0" presId="urn:microsoft.com/office/officeart/2005/8/layout/hierarchy1"/>
    <dgm:cxn modelId="{13885010-80B8-40C1-BEC1-E4B53B985ABA}" type="presParOf" srcId="{F77CAD51-60D3-4C05-9582-D9AC553B0864}" destId="{719C36D0-C32E-43A9-8FF7-8AFB1E19FB7D}" srcOrd="1" destOrd="0" presId="urn:microsoft.com/office/officeart/2005/8/layout/hierarchy1"/>
    <dgm:cxn modelId="{1BB5DFE0-56AA-47E4-B439-240C1A18EE41}" type="presParOf" srcId="{19363813-6460-4B6F-A61F-BE53DD7A8B9E}" destId="{5127AE55-E7D6-4EED-B0B3-9596C9EFE9F0}" srcOrd="6" destOrd="0" presId="urn:microsoft.com/office/officeart/2005/8/layout/hierarchy1"/>
    <dgm:cxn modelId="{3C216ECF-465A-4FF7-AC39-5F5625FEA2CE}" type="presParOf" srcId="{19363813-6460-4B6F-A61F-BE53DD7A8B9E}" destId="{CACFFE14-D058-49BA-8CB3-F3AAB1F20B85}" srcOrd="7" destOrd="0" presId="urn:microsoft.com/office/officeart/2005/8/layout/hierarchy1"/>
    <dgm:cxn modelId="{26696A72-076F-491A-BE97-34F9D21962E2}" type="presParOf" srcId="{CACFFE14-D058-49BA-8CB3-F3AAB1F20B85}" destId="{EFC5D1E7-C89F-453B-B4D4-BDC6EAB0D9AB}" srcOrd="0" destOrd="0" presId="urn:microsoft.com/office/officeart/2005/8/layout/hierarchy1"/>
    <dgm:cxn modelId="{690AD335-AD32-4C45-AB51-AEEC67080CE3}" type="presParOf" srcId="{EFC5D1E7-C89F-453B-B4D4-BDC6EAB0D9AB}" destId="{EFAA4738-A612-4488-8C5E-B1BB48384C1D}" srcOrd="0" destOrd="0" presId="urn:microsoft.com/office/officeart/2005/8/layout/hierarchy1"/>
    <dgm:cxn modelId="{C5666D9E-1FF7-42D0-A082-95CF029BA8BC}" type="presParOf" srcId="{EFC5D1E7-C89F-453B-B4D4-BDC6EAB0D9AB}" destId="{8E658989-F159-4E8D-992B-BB90D5193055}" srcOrd="1" destOrd="0" presId="urn:microsoft.com/office/officeart/2005/8/layout/hierarchy1"/>
    <dgm:cxn modelId="{3A7150E4-798E-4F99-BC3C-2E4484E541FB}" type="presParOf" srcId="{CACFFE14-D058-49BA-8CB3-F3AAB1F20B85}" destId="{8BAC4D37-4E17-4866-AC1D-28BF7E5CA346}" srcOrd="1" destOrd="0" presId="urn:microsoft.com/office/officeart/2005/8/layout/hierarchy1"/>
    <dgm:cxn modelId="{39A8F874-7600-46D7-ADE4-2FA2189609DA}" type="presParOf" srcId="{42B721BA-6C15-48AE-A753-6A29C2C890EB}" destId="{406C9154-E890-49BE-8FE7-2E0C3D04F9B2}" srcOrd="2" destOrd="0" presId="urn:microsoft.com/office/officeart/2005/8/layout/hierarchy1"/>
    <dgm:cxn modelId="{013EF11F-9078-4D05-BE1A-CC537F267B6E}" type="presParOf" srcId="{42B721BA-6C15-48AE-A753-6A29C2C890EB}" destId="{00CF1D0B-770F-4045-B736-04FCC2F83E7D}" srcOrd="3" destOrd="0" presId="urn:microsoft.com/office/officeart/2005/8/layout/hierarchy1"/>
    <dgm:cxn modelId="{EB2EC2FC-2E82-474A-9BAA-3A923E6479F9}" type="presParOf" srcId="{00CF1D0B-770F-4045-B736-04FCC2F83E7D}" destId="{58DED386-43EC-4A57-8852-C74367165108}" srcOrd="0" destOrd="0" presId="urn:microsoft.com/office/officeart/2005/8/layout/hierarchy1"/>
    <dgm:cxn modelId="{902C2FD2-F252-4DB4-9759-763E994B0B6F}" type="presParOf" srcId="{58DED386-43EC-4A57-8852-C74367165108}" destId="{66068174-9D80-4EE6-B81F-6FED441006B6}" srcOrd="0" destOrd="0" presId="urn:microsoft.com/office/officeart/2005/8/layout/hierarchy1"/>
    <dgm:cxn modelId="{BADA212D-0C18-45DF-B752-2E95AD30401A}" type="presParOf" srcId="{58DED386-43EC-4A57-8852-C74367165108}" destId="{08FAE135-23A9-4169-B866-4AECE5E59DF0}" srcOrd="1" destOrd="0" presId="urn:microsoft.com/office/officeart/2005/8/layout/hierarchy1"/>
    <dgm:cxn modelId="{E492B24D-56C2-4AA8-A0F1-3285A35075E0}" type="presParOf" srcId="{00CF1D0B-770F-4045-B736-04FCC2F83E7D}" destId="{76AA3B67-CEAE-49C8-AFA3-379B8600D5AA}" srcOrd="1" destOrd="0" presId="urn:microsoft.com/office/officeart/2005/8/layout/hierarchy1"/>
    <dgm:cxn modelId="{18BA8281-D4A7-4D0A-9075-D182714D6BC9}" type="presParOf" srcId="{76AA3B67-CEAE-49C8-AFA3-379B8600D5AA}" destId="{FA3624AE-2B20-434B-B542-5A1A9039CD61}" srcOrd="0" destOrd="0" presId="urn:microsoft.com/office/officeart/2005/8/layout/hierarchy1"/>
    <dgm:cxn modelId="{ED5C496C-4567-4C80-973D-963312217975}" type="presParOf" srcId="{76AA3B67-CEAE-49C8-AFA3-379B8600D5AA}" destId="{C9546DC9-6797-4378-BBD4-3DD07BF19909}" srcOrd="1" destOrd="0" presId="urn:microsoft.com/office/officeart/2005/8/layout/hierarchy1"/>
    <dgm:cxn modelId="{0A127D52-2B41-41E0-93DA-6206AEB7B0AF}" type="presParOf" srcId="{C9546DC9-6797-4378-BBD4-3DD07BF19909}" destId="{E52FAE0F-5687-42E9-A06B-FD5FDB220B71}" srcOrd="0" destOrd="0" presId="urn:microsoft.com/office/officeart/2005/8/layout/hierarchy1"/>
    <dgm:cxn modelId="{7536C73A-020E-4DAF-B2F6-18F7AF5CF428}" type="presParOf" srcId="{E52FAE0F-5687-42E9-A06B-FD5FDB220B71}" destId="{C19F3154-7F19-476B-BD6A-61AA9B397A6B}" srcOrd="0" destOrd="0" presId="urn:microsoft.com/office/officeart/2005/8/layout/hierarchy1"/>
    <dgm:cxn modelId="{CFF7493B-3199-4AA3-A2C7-0F9D3D460EB0}" type="presParOf" srcId="{E52FAE0F-5687-42E9-A06B-FD5FDB220B71}" destId="{8237FCD4-F62E-4C84-9B26-C5DA860A8F9C}" srcOrd="1" destOrd="0" presId="urn:microsoft.com/office/officeart/2005/8/layout/hierarchy1"/>
    <dgm:cxn modelId="{7483ACE5-F182-41F9-BF5A-166EE04C7CD6}" type="presParOf" srcId="{C9546DC9-6797-4378-BBD4-3DD07BF19909}" destId="{7DDE148E-8329-488F-B5EA-059C701CA0BB}" srcOrd="1" destOrd="0" presId="urn:microsoft.com/office/officeart/2005/8/layout/hierarchy1"/>
    <dgm:cxn modelId="{8BD5F3D2-9C1E-4D29-9F90-EF6ADC63955A}" type="presParOf" srcId="{76AA3B67-CEAE-49C8-AFA3-379B8600D5AA}" destId="{4E5650FF-0D8A-4B13-927C-31FD86C32961}" srcOrd="2" destOrd="0" presId="urn:microsoft.com/office/officeart/2005/8/layout/hierarchy1"/>
    <dgm:cxn modelId="{02C25A2E-5C74-4998-B1E1-A65F59D77F9C}" type="presParOf" srcId="{76AA3B67-CEAE-49C8-AFA3-379B8600D5AA}" destId="{030D4582-5514-4BFF-93AE-89AB9705E8BD}" srcOrd="3" destOrd="0" presId="urn:microsoft.com/office/officeart/2005/8/layout/hierarchy1"/>
    <dgm:cxn modelId="{075E3F8D-090C-4796-A66E-8C8C2974C0AB}" type="presParOf" srcId="{030D4582-5514-4BFF-93AE-89AB9705E8BD}" destId="{3D67F77A-2338-4942-BC2B-F81DCD785D66}" srcOrd="0" destOrd="0" presId="urn:microsoft.com/office/officeart/2005/8/layout/hierarchy1"/>
    <dgm:cxn modelId="{9B2D4F0A-5C33-4E22-973E-D06270FE76C0}" type="presParOf" srcId="{3D67F77A-2338-4942-BC2B-F81DCD785D66}" destId="{7D575238-184A-418F-A71E-07212277178B}" srcOrd="0" destOrd="0" presId="urn:microsoft.com/office/officeart/2005/8/layout/hierarchy1"/>
    <dgm:cxn modelId="{5A481130-9657-425C-9869-08CD225C2778}" type="presParOf" srcId="{3D67F77A-2338-4942-BC2B-F81DCD785D66}" destId="{3EB53225-0560-4A3B-9128-1DB5B8EBDC4E}" srcOrd="1" destOrd="0" presId="urn:microsoft.com/office/officeart/2005/8/layout/hierarchy1"/>
    <dgm:cxn modelId="{13EE5D2B-FF8D-4B90-BA45-D85A5945CA34}" type="presParOf" srcId="{030D4582-5514-4BFF-93AE-89AB9705E8BD}" destId="{3485EC63-4CE7-45B8-8C96-3332A68EA54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1880B55C-CC7D-4313-86C5-D453F6547BB9}" type="doc">
      <dgm:prSet loTypeId="urn:microsoft.com/office/officeart/2005/8/layout/hierarchy1" loCatId="hierarchy" qsTypeId="urn:microsoft.com/office/officeart/2005/8/quickstyle/simple1" qsCatId="simple" csTypeId="urn:microsoft.com/office/officeart/2005/8/colors/colorful5" csCatId="colorful" phldr="1"/>
      <dgm:spPr/>
      <dgm:t>
        <a:bodyPr/>
        <a:lstStyle/>
        <a:p>
          <a:endParaRPr lang="en-US"/>
        </a:p>
      </dgm:t>
    </dgm:pt>
    <dgm:pt modelId="{123F57E1-179C-4414-8F14-9D6FCEFF7048}">
      <dgm:prSet phldrT="[Text]"/>
      <dgm:spPr/>
      <dgm:t>
        <a:bodyPr/>
        <a:lstStyle/>
        <a:p>
          <a:r>
            <a:rPr lang="en-US" dirty="0" err="1"/>
            <a:t>দেশী</a:t>
          </a:r>
          <a:r>
            <a:rPr lang="en-US" dirty="0"/>
            <a:t> </a:t>
          </a:r>
          <a:r>
            <a:rPr lang="en-US" dirty="0" err="1"/>
            <a:t>হাঁস</a:t>
          </a:r>
          <a:r>
            <a:rPr lang="en-US" dirty="0"/>
            <a:t>/</a:t>
          </a:r>
          <a:r>
            <a:rPr lang="en-US" dirty="0" err="1"/>
            <a:t>পাতিহাঁস</a:t>
          </a:r>
          <a:r>
            <a:rPr lang="en-US" dirty="0"/>
            <a:t> </a:t>
          </a:r>
        </a:p>
      </dgm:t>
    </dgm:pt>
    <dgm:pt modelId="{8F565F60-84FE-4BE7-B0CB-75BA9DB1EE14}" type="parTrans" cxnId="{CBC9DD51-C54A-421C-8423-F85E34DE3B90}">
      <dgm:prSet/>
      <dgm:spPr/>
      <dgm:t>
        <a:bodyPr/>
        <a:lstStyle/>
        <a:p>
          <a:endParaRPr lang="en-US"/>
        </a:p>
      </dgm:t>
    </dgm:pt>
    <dgm:pt modelId="{F3CEA088-B863-4D88-8CFA-2EBE5243EF76}" type="sibTrans" cxnId="{CBC9DD51-C54A-421C-8423-F85E34DE3B90}">
      <dgm:prSet/>
      <dgm:spPr/>
      <dgm:t>
        <a:bodyPr/>
        <a:lstStyle/>
        <a:p>
          <a:endParaRPr lang="en-US"/>
        </a:p>
      </dgm:t>
    </dgm:pt>
    <dgm:pt modelId="{10B09A33-9D59-43AA-A797-59C6B57ACA9C}">
      <dgm:prSet phldrT="[Text]"/>
      <dgm:spPr/>
      <dgm:t>
        <a:bodyPr/>
        <a:lstStyle/>
        <a:p>
          <a:r>
            <a:rPr lang="en-US" dirty="0" err="1"/>
            <a:t>বিদেশী</a:t>
          </a:r>
          <a:r>
            <a:rPr lang="en-US" dirty="0"/>
            <a:t> </a:t>
          </a:r>
          <a:r>
            <a:rPr lang="en-US" dirty="0" err="1"/>
            <a:t>হাঁস</a:t>
          </a:r>
          <a:endParaRPr lang="en-US" dirty="0"/>
        </a:p>
      </dgm:t>
    </dgm:pt>
    <dgm:pt modelId="{513C1CA6-0A82-4E35-9B84-BC953098ED23}" type="parTrans" cxnId="{79931404-6037-4EE2-84A5-235506012923}">
      <dgm:prSet/>
      <dgm:spPr/>
      <dgm:t>
        <a:bodyPr/>
        <a:lstStyle/>
        <a:p>
          <a:endParaRPr lang="en-US"/>
        </a:p>
      </dgm:t>
    </dgm:pt>
    <dgm:pt modelId="{441E4E02-7887-4F1E-8AF3-2869022080A3}" type="sibTrans" cxnId="{79931404-6037-4EE2-84A5-235506012923}">
      <dgm:prSet/>
      <dgm:spPr/>
      <dgm:t>
        <a:bodyPr/>
        <a:lstStyle/>
        <a:p>
          <a:endParaRPr lang="en-US"/>
        </a:p>
      </dgm:t>
    </dgm:pt>
    <dgm:pt modelId="{56E3DDF0-236D-4E84-BFC4-E94B17819204}">
      <dgm:prSet phldrT="[Text]"/>
      <dgm:spPr/>
      <dgm:t>
        <a:bodyPr/>
        <a:lstStyle/>
        <a:p>
          <a:r>
            <a:rPr lang="en-US" dirty="0" err="1"/>
            <a:t>মাংস</a:t>
          </a:r>
          <a:r>
            <a:rPr lang="en-US" dirty="0"/>
            <a:t> </a:t>
          </a:r>
          <a:r>
            <a:rPr lang="en-US" dirty="0" err="1"/>
            <a:t>দেয়</a:t>
          </a:r>
          <a:endParaRPr lang="en-US" dirty="0"/>
        </a:p>
      </dgm:t>
    </dgm:pt>
    <dgm:pt modelId="{F8ED27B7-6B4E-4293-A31A-CD795D530C35}" type="parTrans" cxnId="{4B6B5159-D7BC-42BE-94C1-D646E183463B}">
      <dgm:prSet/>
      <dgm:spPr/>
      <dgm:t>
        <a:bodyPr/>
        <a:lstStyle/>
        <a:p>
          <a:endParaRPr lang="en-US"/>
        </a:p>
      </dgm:t>
    </dgm:pt>
    <dgm:pt modelId="{53CADCF3-E789-4685-955D-90A2B6B84FDA}" type="sibTrans" cxnId="{4B6B5159-D7BC-42BE-94C1-D646E183463B}">
      <dgm:prSet/>
      <dgm:spPr/>
      <dgm:t>
        <a:bodyPr/>
        <a:lstStyle/>
        <a:p>
          <a:endParaRPr lang="en-US"/>
        </a:p>
      </dgm:t>
    </dgm:pt>
    <dgm:pt modelId="{E396C059-E6F1-47C3-8942-6852C53DF98C}">
      <dgm:prSet phldrT="[Text]"/>
      <dgm:spPr/>
      <dgm:t>
        <a:bodyPr/>
        <a:lstStyle/>
        <a:p>
          <a:r>
            <a:rPr lang="en-US" dirty="0" err="1"/>
            <a:t>পেকিন</a:t>
          </a:r>
          <a:endParaRPr lang="en-US" dirty="0"/>
        </a:p>
      </dgm:t>
    </dgm:pt>
    <dgm:pt modelId="{DFDE570F-2D6F-469C-8036-46C6CBA8773B}" type="parTrans" cxnId="{FCCCBBC3-DDC9-4857-8A8C-1D84F2732B43}">
      <dgm:prSet/>
      <dgm:spPr/>
      <dgm:t>
        <a:bodyPr/>
        <a:lstStyle/>
        <a:p>
          <a:endParaRPr lang="en-US"/>
        </a:p>
      </dgm:t>
    </dgm:pt>
    <dgm:pt modelId="{0619BD3D-7AEE-43B2-BFF7-B8FA29D866E1}" type="sibTrans" cxnId="{FCCCBBC3-DDC9-4857-8A8C-1D84F2732B43}">
      <dgm:prSet/>
      <dgm:spPr/>
      <dgm:t>
        <a:bodyPr/>
        <a:lstStyle/>
        <a:p>
          <a:endParaRPr lang="en-US"/>
        </a:p>
      </dgm:t>
    </dgm:pt>
    <dgm:pt modelId="{54C03EB0-F6BD-49C4-8CA2-C958BCDCEBA3}">
      <dgm:prSet phldrT="[Text]"/>
      <dgm:spPr/>
      <dgm:t>
        <a:bodyPr/>
        <a:lstStyle/>
        <a:p>
          <a:r>
            <a:rPr lang="en-US" dirty="0" err="1"/>
            <a:t>রোয়েন</a:t>
          </a:r>
          <a:endParaRPr lang="en-US" dirty="0"/>
        </a:p>
      </dgm:t>
    </dgm:pt>
    <dgm:pt modelId="{1103D869-DCA9-4686-BA33-AB88262C77E9}" type="parTrans" cxnId="{AD7E2C69-0981-453B-91E4-B2D6BAA64EB4}">
      <dgm:prSet/>
      <dgm:spPr/>
      <dgm:t>
        <a:bodyPr/>
        <a:lstStyle/>
        <a:p>
          <a:endParaRPr lang="en-US"/>
        </a:p>
      </dgm:t>
    </dgm:pt>
    <dgm:pt modelId="{B3FE0488-227B-4F85-A4C9-E928AB79CB61}" type="sibTrans" cxnId="{AD7E2C69-0981-453B-91E4-B2D6BAA64EB4}">
      <dgm:prSet/>
      <dgm:spPr/>
      <dgm:t>
        <a:bodyPr/>
        <a:lstStyle/>
        <a:p>
          <a:endParaRPr lang="en-US"/>
        </a:p>
      </dgm:t>
    </dgm:pt>
    <dgm:pt modelId="{1E133998-6564-452B-9562-EE126A2A7F19}">
      <dgm:prSet phldrT="[Text]"/>
      <dgm:spPr/>
      <dgm:t>
        <a:bodyPr/>
        <a:lstStyle/>
        <a:p>
          <a:r>
            <a:rPr lang="en-US" dirty="0" err="1"/>
            <a:t>মাস্কোভি</a:t>
          </a:r>
          <a:endParaRPr lang="en-US" dirty="0"/>
        </a:p>
      </dgm:t>
    </dgm:pt>
    <dgm:pt modelId="{3CE1CFCA-CB05-4D9B-99BB-F7AB5622040C}" type="parTrans" cxnId="{99EFE1FA-58CF-4688-98DD-E330CC3E643A}">
      <dgm:prSet/>
      <dgm:spPr/>
      <dgm:t>
        <a:bodyPr/>
        <a:lstStyle/>
        <a:p>
          <a:endParaRPr lang="en-US"/>
        </a:p>
      </dgm:t>
    </dgm:pt>
    <dgm:pt modelId="{3F7660B2-03FE-4934-B39C-DF362CB7A15B}" type="sibTrans" cxnId="{99EFE1FA-58CF-4688-98DD-E330CC3E643A}">
      <dgm:prSet/>
      <dgm:spPr/>
      <dgm:t>
        <a:bodyPr/>
        <a:lstStyle/>
        <a:p>
          <a:endParaRPr lang="en-US"/>
        </a:p>
      </dgm:t>
    </dgm:pt>
    <dgm:pt modelId="{74282552-245F-4C58-9039-0513F03845AF}">
      <dgm:prSet phldrT="[Text]"/>
      <dgm:spPr/>
      <dgm:t>
        <a:bodyPr/>
        <a:lstStyle/>
        <a:p>
          <a:r>
            <a:rPr lang="en-US" dirty="0" err="1"/>
            <a:t>আইলেসবারি</a:t>
          </a:r>
          <a:endParaRPr lang="en-US" dirty="0"/>
        </a:p>
      </dgm:t>
    </dgm:pt>
    <dgm:pt modelId="{EA987646-F180-44FF-8918-9656390AF284}" type="parTrans" cxnId="{05B8112E-C53F-4A9E-B015-5F775B9CF7F3}">
      <dgm:prSet/>
      <dgm:spPr/>
      <dgm:t>
        <a:bodyPr/>
        <a:lstStyle/>
        <a:p>
          <a:endParaRPr lang="en-US"/>
        </a:p>
      </dgm:t>
    </dgm:pt>
    <dgm:pt modelId="{6DBB320C-C93E-4F44-8111-D3E20353EF31}" type="sibTrans" cxnId="{05B8112E-C53F-4A9E-B015-5F775B9CF7F3}">
      <dgm:prSet/>
      <dgm:spPr/>
      <dgm:t>
        <a:bodyPr/>
        <a:lstStyle/>
        <a:p>
          <a:endParaRPr lang="en-US"/>
        </a:p>
      </dgm:t>
    </dgm:pt>
    <dgm:pt modelId="{039046A4-D857-4ABD-811D-79A8FAF9732B}">
      <dgm:prSet phldrT="[Text]"/>
      <dgm:spPr/>
      <dgm:t>
        <a:bodyPr/>
        <a:lstStyle/>
        <a:p>
          <a:r>
            <a:rPr lang="en-US" dirty="0" err="1"/>
            <a:t>ডিম</a:t>
          </a:r>
          <a:r>
            <a:rPr lang="en-US" dirty="0"/>
            <a:t> </a:t>
          </a:r>
          <a:r>
            <a:rPr lang="en-US" dirty="0" err="1"/>
            <a:t>দেয়ঃ</a:t>
          </a:r>
          <a:endParaRPr lang="en-US" dirty="0"/>
        </a:p>
      </dgm:t>
    </dgm:pt>
    <dgm:pt modelId="{D0F4386F-7999-474C-8826-BF4E6BC82AE5}" type="parTrans" cxnId="{7A45603E-C53E-4A89-902A-75F8FC961C0B}">
      <dgm:prSet/>
      <dgm:spPr/>
      <dgm:t>
        <a:bodyPr/>
        <a:lstStyle/>
        <a:p>
          <a:endParaRPr lang="en-US"/>
        </a:p>
      </dgm:t>
    </dgm:pt>
    <dgm:pt modelId="{AE7CA060-0769-4B5C-8239-2BB9652F376B}" type="sibTrans" cxnId="{7A45603E-C53E-4A89-902A-75F8FC961C0B}">
      <dgm:prSet/>
      <dgm:spPr/>
      <dgm:t>
        <a:bodyPr/>
        <a:lstStyle/>
        <a:p>
          <a:endParaRPr lang="en-US"/>
        </a:p>
      </dgm:t>
    </dgm:pt>
    <dgm:pt modelId="{9D76AB18-9300-4BCB-BBA4-70D404530D8B}">
      <dgm:prSet phldrT="[Text]"/>
      <dgm:spPr/>
      <dgm:t>
        <a:bodyPr/>
        <a:lstStyle/>
        <a:p>
          <a:r>
            <a:rPr lang="en-US" dirty="0" err="1"/>
            <a:t>খাকি</a:t>
          </a:r>
          <a:r>
            <a:rPr lang="en-US" dirty="0"/>
            <a:t> </a:t>
          </a:r>
          <a:r>
            <a:rPr lang="en-US" dirty="0" err="1"/>
            <a:t>ক্যাম্বেল</a:t>
          </a:r>
          <a:endParaRPr lang="en-US" dirty="0"/>
        </a:p>
      </dgm:t>
    </dgm:pt>
    <dgm:pt modelId="{D0611183-50C5-4CA7-B71E-4CF0560F4838}" type="parTrans" cxnId="{BFFB76DD-6B24-43B3-8428-A0E7014DDFE9}">
      <dgm:prSet/>
      <dgm:spPr/>
      <dgm:t>
        <a:bodyPr/>
        <a:lstStyle/>
        <a:p>
          <a:endParaRPr lang="en-US"/>
        </a:p>
      </dgm:t>
    </dgm:pt>
    <dgm:pt modelId="{EDCE0EBB-2006-4A7E-9023-CB1516093FEC}" type="sibTrans" cxnId="{BFFB76DD-6B24-43B3-8428-A0E7014DDFE9}">
      <dgm:prSet/>
      <dgm:spPr/>
      <dgm:t>
        <a:bodyPr/>
        <a:lstStyle/>
        <a:p>
          <a:endParaRPr lang="en-US"/>
        </a:p>
      </dgm:t>
    </dgm:pt>
    <dgm:pt modelId="{2672EB43-A9B6-42E2-B6B1-660C156CD275}">
      <dgm:prSet phldrT="[Text]"/>
      <dgm:spPr/>
      <dgm:t>
        <a:bodyPr/>
        <a:lstStyle/>
        <a:p>
          <a:r>
            <a:rPr lang="en-US" dirty="0" err="1"/>
            <a:t>ইন্ডিয়ান</a:t>
          </a:r>
          <a:r>
            <a:rPr lang="en-US" dirty="0"/>
            <a:t> </a:t>
          </a:r>
          <a:r>
            <a:rPr lang="en-US" dirty="0" err="1"/>
            <a:t>রানার</a:t>
          </a:r>
          <a:endParaRPr lang="en-US" dirty="0"/>
        </a:p>
      </dgm:t>
    </dgm:pt>
    <dgm:pt modelId="{339E6936-6FD6-4E8E-A201-AFEA82DF4089}" type="parTrans" cxnId="{1C2E1016-0761-4591-BA2A-5611BBC02ABA}">
      <dgm:prSet/>
      <dgm:spPr/>
      <dgm:t>
        <a:bodyPr/>
        <a:lstStyle/>
        <a:p>
          <a:endParaRPr lang="en-US"/>
        </a:p>
      </dgm:t>
    </dgm:pt>
    <dgm:pt modelId="{12B703D9-A28D-4315-A562-EAE89AF9F4BE}" type="sibTrans" cxnId="{1C2E1016-0761-4591-BA2A-5611BBC02ABA}">
      <dgm:prSet/>
      <dgm:spPr/>
      <dgm:t>
        <a:bodyPr/>
        <a:lstStyle/>
        <a:p>
          <a:endParaRPr lang="en-US"/>
        </a:p>
      </dgm:t>
    </dgm:pt>
    <dgm:pt modelId="{6D3F89A5-D26B-4021-8D15-7D129A494EE9}">
      <dgm:prSet phldrT="[Text]"/>
      <dgm:spPr/>
      <dgm:t>
        <a:bodyPr/>
        <a:lstStyle/>
        <a:p>
          <a:r>
            <a:rPr lang="en-US" dirty="0" err="1"/>
            <a:t>জিনিডিং</a:t>
          </a:r>
          <a:endParaRPr lang="en-US" dirty="0"/>
        </a:p>
      </dgm:t>
    </dgm:pt>
    <dgm:pt modelId="{64F80FCE-31EF-4594-A161-31C87B0E5A25}" type="parTrans" cxnId="{C803C798-7279-4B82-B523-0B3D542DE02B}">
      <dgm:prSet/>
      <dgm:spPr/>
      <dgm:t>
        <a:bodyPr/>
        <a:lstStyle/>
        <a:p>
          <a:endParaRPr lang="en-US"/>
        </a:p>
      </dgm:t>
    </dgm:pt>
    <dgm:pt modelId="{C232B519-D417-4EC5-BB08-A5CD11750718}" type="sibTrans" cxnId="{C803C798-7279-4B82-B523-0B3D542DE02B}">
      <dgm:prSet/>
      <dgm:spPr/>
      <dgm:t>
        <a:bodyPr/>
        <a:lstStyle/>
        <a:p>
          <a:endParaRPr lang="en-US"/>
        </a:p>
      </dgm:t>
    </dgm:pt>
    <dgm:pt modelId="{41415911-AA04-486E-8C43-B156D738B5EB}">
      <dgm:prSet phldrT="[Text]"/>
      <dgm:spPr/>
      <dgm:t>
        <a:bodyPr/>
        <a:lstStyle/>
        <a:p>
          <a:r>
            <a:rPr lang="en-US" dirty="0" err="1"/>
            <a:t>সৌন্দর্যবর্ধকঃ</a:t>
          </a:r>
          <a:endParaRPr lang="en-US" dirty="0"/>
        </a:p>
      </dgm:t>
    </dgm:pt>
    <dgm:pt modelId="{78BE76C3-424E-4133-A3EC-5173D567B425}" type="parTrans" cxnId="{2B9ECD94-EBFD-4DE0-9FC8-DDDFE2822164}">
      <dgm:prSet/>
      <dgm:spPr/>
      <dgm:t>
        <a:bodyPr/>
        <a:lstStyle/>
        <a:p>
          <a:endParaRPr lang="en-US"/>
        </a:p>
      </dgm:t>
    </dgm:pt>
    <dgm:pt modelId="{CB9C1A12-EC0E-437E-B83B-DBD823A195CB}" type="sibTrans" cxnId="{2B9ECD94-EBFD-4DE0-9FC8-DDDFE2822164}">
      <dgm:prSet/>
      <dgm:spPr/>
      <dgm:t>
        <a:bodyPr/>
        <a:lstStyle/>
        <a:p>
          <a:endParaRPr lang="en-US"/>
        </a:p>
      </dgm:t>
    </dgm:pt>
    <dgm:pt modelId="{76CA0BC4-A74A-44BE-A108-7BFBE205AAD8}">
      <dgm:prSet phldrT="[Text]"/>
      <dgm:spPr/>
      <dgm:t>
        <a:bodyPr/>
        <a:lstStyle/>
        <a:p>
          <a:r>
            <a:rPr lang="en-US" dirty="0" err="1"/>
            <a:t>কল</a:t>
          </a:r>
          <a:endParaRPr lang="en-US" dirty="0"/>
        </a:p>
      </dgm:t>
    </dgm:pt>
    <dgm:pt modelId="{3CCFDA92-6EFC-47A2-AD90-3D69287A4238}" type="parTrans" cxnId="{B2EAFFE2-0594-4DE5-A70E-DE79A124AB19}">
      <dgm:prSet/>
      <dgm:spPr/>
      <dgm:t>
        <a:bodyPr/>
        <a:lstStyle/>
        <a:p>
          <a:endParaRPr lang="en-US"/>
        </a:p>
      </dgm:t>
    </dgm:pt>
    <dgm:pt modelId="{F540A013-5E2D-4259-9A07-16E08C4FFEF0}" type="sibTrans" cxnId="{B2EAFFE2-0594-4DE5-A70E-DE79A124AB19}">
      <dgm:prSet/>
      <dgm:spPr/>
      <dgm:t>
        <a:bodyPr/>
        <a:lstStyle/>
        <a:p>
          <a:endParaRPr lang="en-US"/>
        </a:p>
      </dgm:t>
    </dgm:pt>
    <dgm:pt modelId="{1C51B4FF-F651-4FD7-8D9E-19BC3FCD723E}">
      <dgm:prSet phldrT="[Text]"/>
      <dgm:spPr/>
      <dgm:t>
        <a:bodyPr/>
        <a:lstStyle/>
        <a:p>
          <a:r>
            <a:rPr lang="en-US" dirty="0" err="1"/>
            <a:t>ক্রেস্টেড</a:t>
          </a:r>
          <a:endParaRPr lang="en-US" dirty="0"/>
        </a:p>
      </dgm:t>
    </dgm:pt>
    <dgm:pt modelId="{0564158E-531A-4D1D-903F-378EC1037AF0}" type="parTrans" cxnId="{ADE61E8D-2545-4A04-8B84-9B738A69F1C0}">
      <dgm:prSet/>
      <dgm:spPr/>
      <dgm:t>
        <a:bodyPr/>
        <a:lstStyle/>
        <a:p>
          <a:endParaRPr lang="en-US"/>
        </a:p>
      </dgm:t>
    </dgm:pt>
    <dgm:pt modelId="{8F4BA186-66AD-4DAE-A632-1A243DC59FDF}" type="sibTrans" cxnId="{ADE61E8D-2545-4A04-8B84-9B738A69F1C0}">
      <dgm:prSet/>
      <dgm:spPr/>
      <dgm:t>
        <a:bodyPr/>
        <a:lstStyle/>
        <a:p>
          <a:endParaRPr lang="en-US"/>
        </a:p>
      </dgm:t>
    </dgm:pt>
    <dgm:pt modelId="{090F9DAC-8976-4989-A925-C44DF23E7801}">
      <dgm:prSet phldrT="[Text]"/>
      <dgm:spPr/>
      <dgm:t>
        <a:bodyPr/>
        <a:lstStyle/>
        <a:p>
          <a:r>
            <a:rPr lang="en-US" dirty="0" err="1"/>
            <a:t>কায়াগো</a:t>
          </a:r>
          <a:endParaRPr lang="en-US" dirty="0"/>
        </a:p>
      </dgm:t>
    </dgm:pt>
    <dgm:pt modelId="{828E3C99-6765-4E75-A88E-78ADAD9F726B}" type="parTrans" cxnId="{B8AE0FFE-CC48-4CB2-97CB-9478EC28D640}">
      <dgm:prSet/>
      <dgm:spPr/>
      <dgm:t>
        <a:bodyPr/>
        <a:lstStyle/>
        <a:p>
          <a:endParaRPr lang="en-US"/>
        </a:p>
      </dgm:t>
    </dgm:pt>
    <dgm:pt modelId="{DCEBB839-582C-4D7C-9B87-36BCD46BF7F0}" type="sibTrans" cxnId="{B8AE0FFE-CC48-4CB2-97CB-9478EC28D640}">
      <dgm:prSet/>
      <dgm:spPr/>
      <dgm:t>
        <a:bodyPr/>
        <a:lstStyle/>
        <a:p>
          <a:endParaRPr lang="en-US"/>
        </a:p>
      </dgm:t>
    </dgm:pt>
    <dgm:pt modelId="{95769E60-0B13-4900-A7AA-EA5DB8E3929B}">
      <dgm:prSet phldrT="[Text]"/>
      <dgm:spPr/>
      <dgm:t>
        <a:bodyPr/>
        <a:lstStyle/>
        <a:p>
          <a:r>
            <a:rPr lang="en-US" dirty="0" err="1"/>
            <a:t>ব্লু</a:t>
          </a:r>
          <a:r>
            <a:rPr lang="en-US" dirty="0"/>
            <a:t> </a:t>
          </a:r>
          <a:r>
            <a:rPr lang="en-US" dirty="0" err="1"/>
            <a:t>সুইডিশ</a:t>
          </a:r>
          <a:endParaRPr lang="en-US" dirty="0"/>
        </a:p>
      </dgm:t>
    </dgm:pt>
    <dgm:pt modelId="{4EDF0C2F-0CE3-411C-A39F-7AC85D2AAA9C}" type="parTrans" cxnId="{A9BBC4B0-0648-45B5-BE45-299E75019A7B}">
      <dgm:prSet/>
      <dgm:spPr/>
      <dgm:t>
        <a:bodyPr/>
        <a:lstStyle/>
        <a:p>
          <a:endParaRPr lang="en-US"/>
        </a:p>
      </dgm:t>
    </dgm:pt>
    <dgm:pt modelId="{4ECC0DCA-80E3-4DD2-A2B6-28AD3A405D93}" type="sibTrans" cxnId="{A9BBC4B0-0648-45B5-BE45-299E75019A7B}">
      <dgm:prSet/>
      <dgm:spPr/>
      <dgm:t>
        <a:bodyPr/>
        <a:lstStyle/>
        <a:p>
          <a:endParaRPr lang="en-US"/>
        </a:p>
      </dgm:t>
    </dgm:pt>
    <dgm:pt modelId="{65D24742-C847-43A4-AB81-7FF553A44356}" type="pres">
      <dgm:prSet presAssocID="{1880B55C-CC7D-4313-86C5-D453F6547BB9}" presName="hierChild1" presStyleCnt="0">
        <dgm:presLayoutVars>
          <dgm:chPref val="1"/>
          <dgm:dir/>
          <dgm:animOne val="branch"/>
          <dgm:animLvl val="lvl"/>
          <dgm:resizeHandles/>
        </dgm:presLayoutVars>
      </dgm:prSet>
      <dgm:spPr/>
    </dgm:pt>
    <dgm:pt modelId="{52570D90-68FB-4938-8AA4-5F2779B46BA4}" type="pres">
      <dgm:prSet presAssocID="{123F57E1-179C-4414-8F14-9D6FCEFF7048}" presName="hierRoot1" presStyleCnt="0"/>
      <dgm:spPr/>
    </dgm:pt>
    <dgm:pt modelId="{4CCA9D06-8DB8-46A2-A908-DD50587ABDC7}" type="pres">
      <dgm:prSet presAssocID="{123F57E1-179C-4414-8F14-9D6FCEFF7048}" presName="composite" presStyleCnt="0"/>
      <dgm:spPr/>
    </dgm:pt>
    <dgm:pt modelId="{791EC504-170E-467B-AE23-A3B18CD0A3BD}" type="pres">
      <dgm:prSet presAssocID="{123F57E1-179C-4414-8F14-9D6FCEFF7048}" presName="background" presStyleLbl="node0" presStyleIdx="0" presStyleCnt="2"/>
      <dgm:spPr/>
    </dgm:pt>
    <dgm:pt modelId="{109DBD29-6FAB-419E-B3D2-92667A84423E}" type="pres">
      <dgm:prSet presAssocID="{123F57E1-179C-4414-8F14-9D6FCEFF7048}" presName="text" presStyleLbl="fgAcc0" presStyleIdx="0" presStyleCnt="2">
        <dgm:presLayoutVars>
          <dgm:chPref val="3"/>
        </dgm:presLayoutVars>
      </dgm:prSet>
      <dgm:spPr/>
    </dgm:pt>
    <dgm:pt modelId="{F9E6F5D5-0087-47E4-8574-039E23635465}" type="pres">
      <dgm:prSet presAssocID="{123F57E1-179C-4414-8F14-9D6FCEFF7048}" presName="hierChild2" presStyleCnt="0"/>
      <dgm:spPr/>
    </dgm:pt>
    <dgm:pt modelId="{C4993455-2FD6-4308-B656-71A1F9B2CB40}" type="pres">
      <dgm:prSet presAssocID="{10B09A33-9D59-43AA-A797-59C6B57ACA9C}" presName="hierRoot1" presStyleCnt="0"/>
      <dgm:spPr/>
    </dgm:pt>
    <dgm:pt modelId="{97906150-A1CA-4C96-B75D-3075A6CB2304}" type="pres">
      <dgm:prSet presAssocID="{10B09A33-9D59-43AA-A797-59C6B57ACA9C}" presName="composite" presStyleCnt="0"/>
      <dgm:spPr/>
    </dgm:pt>
    <dgm:pt modelId="{CD64D2A0-8E6B-4EF2-A5D6-3938B9FED0A5}" type="pres">
      <dgm:prSet presAssocID="{10B09A33-9D59-43AA-A797-59C6B57ACA9C}" presName="background" presStyleLbl="node0" presStyleIdx="1" presStyleCnt="2"/>
      <dgm:spPr/>
    </dgm:pt>
    <dgm:pt modelId="{0A8BBE4F-8533-4336-8AEB-EB2F1CD32C92}" type="pres">
      <dgm:prSet presAssocID="{10B09A33-9D59-43AA-A797-59C6B57ACA9C}" presName="text" presStyleLbl="fgAcc0" presStyleIdx="1" presStyleCnt="2">
        <dgm:presLayoutVars>
          <dgm:chPref val="3"/>
        </dgm:presLayoutVars>
      </dgm:prSet>
      <dgm:spPr/>
    </dgm:pt>
    <dgm:pt modelId="{F9982D32-2502-4E7C-9DE8-BFC0E861B3A3}" type="pres">
      <dgm:prSet presAssocID="{10B09A33-9D59-43AA-A797-59C6B57ACA9C}" presName="hierChild2" presStyleCnt="0"/>
      <dgm:spPr/>
    </dgm:pt>
    <dgm:pt modelId="{863ACB47-CC3D-4511-B000-8851EA1FDD24}" type="pres">
      <dgm:prSet presAssocID="{F8ED27B7-6B4E-4293-A31A-CD795D530C35}" presName="Name10" presStyleLbl="parChTrans1D2" presStyleIdx="0" presStyleCnt="3"/>
      <dgm:spPr/>
    </dgm:pt>
    <dgm:pt modelId="{58D645EF-204E-470D-AD94-BE8920C54F5C}" type="pres">
      <dgm:prSet presAssocID="{56E3DDF0-236D-4E84-BFC4-E94B17819204}" presName="hierRoot2" presStyleCnt="0"/>
      <dgm:spPr/>
    </dgm:pt>
    <dgm:pt modelId="{010D743A-B406-4ADC-BADA-1FF922EAFB1D}" type="pres">
      <dgm:prSet presAssocID="{56E3DDF0-236D-4E84-BFC4-E94B17819204}" presName="composite2" presStyleCnt="0"/>
      <dgm:spPr/>
    </dgm:pt>
    <dgm:pt modelId="{3B7565FA-4D89-4EFC-A1D6-27F1D9D25A40}" type="pres">
      <dgm:prSet presAssocID="{56E3DDF0-236D-4E84-BFC4-E94B17819204}" presName="background2" presStyleLbl="node2" presStyleIdx="0" presStyleCnt="3"/>
      <dgm:spPr/>
    </dgm:pt>
    <dgm:pt modelId="{516924C9-7638-449D-BA17-D8F3280F3492}" type="pres">
      <dgm:prSet presAssocID="{56E3DDF0-236D-4E84-BFC4-E94B17819204}" presName="text2" presStyleLbl="fgAcc2" presStyleIdx="0" presStyleCnt="3">
        <dgm:presLayoutVars>
          <dgm:chPref val="3"/>
        </dgm:presLayoutVars>
      </dgm:prSet>
      <dgm:spPr/>
    </dgm:pt>
    <dgm:pt modelId="{82A1F4CD-CE9D-4501-AFC3-A180A55E1E20}" type="pres">
      <dgm:prSet presAssocID="{56E3DDF0-236D-4E84-BFC4-E94B17819204}" presName="hierChild3" presStyleCnt="0"/>
      <dgm:spPr/>
    </dgm:pt>
    <dgm:pt modelId="{2A8D0338-9276-42EA-8D2C-40C1A8AB4E67}" type="pres">
      <dgm:prSet presAssocID="{DFDE570F-2D6F-469C-8036-46C6CBA8773B}" presName="Name17" presStyleLbl="parChTrans1D3" presStyleIdx="0" presStyleCnt="11"/>
      <dgm:spPr/>
    </dgm:pt>
    <dgm:pt modelId="{7EB6B9E4-E5E8-49B1-A506-7B495FAB0F1F}" type="pres">
      <dgm:prSet presAssocID="{E396C059-E6F1-47C3-8942-6852C53DF98C}" presName="hierRoot3" presStyleCnt="0"/>
      <dgm:spPr/>
    </dgm:pt>
    <dgm:pt modelId="{923FEA8E-2371-4150-A76B-DF164C355CF9}" type="pres">
      <dgm:prSet presAssocID="{E396C059-E6F1-47C3-8942-6852C53DF98C}" presName="composite3" presStyleCnt="0"/>
      <dgm:spPr/>
    </dgm:pt>
    <dgm:pt modelId="{CCE1A6E6-13C1-44FA-A64F-FC781656735D}" type="pres">
      <dgm:prSet presAssocID="{E396C059-E6F1-47C3-8942-6852C53DF98C}" presName="background3" presStyleLbl="node3" presStyleIdx="0" presStyleCnt="11"/>
      <dgm:spPr/>
    </dgm:pt>
    <dgm:pt modelId="{F01099BA-FB07-4631-91BA-A050657EAB6B}" type="pres">
      <dgm:prSet presAssocID="{E396C059-E6F1-47C3-8942-6852C53DF98C}" presName="text3" presStyleLbl="fgAcc3" presStyleIdx="0" presStyleCnt="11">
        <dgm:presLayoutVars>
          <dgm:chPref val="3"/>
        </dgm:presLayoutVars>
      </dgm:prSet>
      <dgm:spPr/>
    </dgm:pt>
    <dgm:pt modelId="{D46204CE-AC76-4E1D-BEB5-F2D945C2423B}" type="pres">
      <dgm:prSet presAssocID="{E396C059-E6F1-47C3-8942-6852C53DF98C}" presName="hierChild4" presStyleCnt="0"/>
      <dgm:spPr/>
    </dgm:pt>
    <dgm:pt modelId="{2AAA8578-126B-47C7-963A-2D0ADF6A9CF7}" type="pres">
      <dgm:prSet presAssocID="{1103D869-DCA9-4686-BA33-AB88262C77E9}" presName="Name17" presStyleLbl="parChTrans1D3" presStyleIdx="1" presStyleCnt="11"/>
      <dgm:spPr/>
    </dgm:pt>
    <dgm:pt modelId="{8E67B9C5-7A55-4318-BFB2-BFA27C23A122}" type="pres">
      <dgm:prSet presAssocID="{54C03EB0-F6BD-49C4-8CA2-C958BCDCEBA3}" presName="hierRoot3" presStyleCnt="0"/>
      <dgm:spPr/>
    </dgm:pt>
    <dgm:pt modelId="{4AC54F63-5D32-429B-A887-1753EA99A0B5}" type="pres">
      <dgm:prSet presAssocID="{54C03EB0-F6BD-49C4-8CA2-C958BCDCEBA3}" presName="composite3" presStyleCnt="0"/>
      <dgm:spPr/>
    </dgm:pt>
    <dgm:pt modelId="{279E29A9-CA71-44B8-8E00-737519DB9CCF}" type="pres">
      <dgm:prSet presAssocID="{54C03EB0-F6BD-49C4-8CA2-C958BCDCEBA3}" presName="background3" presStyleLbl="node3" presStyleIdx="1" presStyleCnt="11"/>
      <dgm:spPr/>
    </dgm:pt>
    <dgm:pt modelId="{01689F69-2B6A-4AAA-871F-7689FAB1DFE6}" type="pres">
      <dgm:prSet presAssocID="{54C03EB0-F6BD-49C4-8CA2-C958BCDCEBA3}" presName="text3" presStyleLbl="fgAcc3" presStyleIdx="1" presStyleCnt="11">
        <dgm:presLayoutVars>
          <dgm:chPref val="3"/>
        </dgm:presLayoutVars>
      </dgm:prSet>
      <dgm:spPr/>
    </dgm:pt>
    <dgm:pt modelId="{F4046525-084B-436A-9E33-DCD96883073B}" type="pres">
      <dgm:prSet presAssocID="{54C03EB0-F6BD-49C4-8CA2-C958BCDCEBA3}" presName="hierChild4" presStyleCnt="0"/>
      <dgm:spPr/>
    </dgm:pt>
    <dgm:pt modelId="{CF3CDD42-52FF-494E-84BA-AF89AA3BA555}" type="pres">
      <dgm:prSet presAssocID="{3CE1CFCA-CB05-4D9B-99BB-F7AB5622040C}" presName="Name17" presStyleLbl="parChTrans1D3" presStyleIdx="2" presStyleCnt="11"/>
      <dgm:spPr/>
    </dgm:pt>
    <dgm:pt modelId="{8CEBF383-6403-4C14-A4CE-72E20CEC517C}" type="pres">
      <dgm:prSet presAssocID="{1E133998-6564-452B-9562-EE126A2A7F19}" presName="hierRoot3" presStyleCnt="0"/>
      <dgm:spPr/>
    </dgm:pt>
    <dgm:pt modelId="{3286C6E0-D1A1-4D05-8F0D-F71C52143D5F}" type="pres">
      <dgm:prSet presAssocID="{1E133998-6564-452B-9562-EE126A2A7F19}" presName="composite3" presStyleCnt="0"/>
      <dgm:spPr/>
    </dgm:pt>
    <dgm:pt modelId="{FF9183ED-0443-4560-95CA-E5A3C764FE41}" type="pres">
      <dgm:prSet presAssocID="{1E133998-6564-452B-9562-EE126A2A7F19}" presName="background3" presStyleLbl="node3" presStyleIdx="2" presStyleCnt="11"/>
      <dgm:spPr/>
    </dgm:pt>
    <dgm:pt modelId="{62129D36-423A-449E-BF56-D79EAEEE6E24}" type="pres">
      <dgm:prSet presAssocID="{1E133998-6564-452B-9562-EE126A2A7F19}" presName="text3" presStyleLbl="fgAcc3" presStyleIdx="2" presStyleCnt="11">
        <dgm:presLayoutVars>
          <dgm:chPref val="3"/>
        </dgm:presLayoutVars>
      </dgm:prSet>
      <dgm:spPr/>
    </dgm:pt>
    <dgm:pt modelId="{6F63A07D-8943-4EE2-AACD-0E9A9202B24E}" type="pres">
      <dgm:prSet presAssocID="{1E133998-6564-452B-9562-EE126A2A7F19}" presName="hierChild4" presStyleCnt="0"/>
      <dgm:spPr/>
    </dgm:pt>
    <dgm:pt modelId="{E1D5CF79-B9B4-4E2E-871D-A383B68FC17A}" type="pres">
      <dgm:prSet presAssocID="{EA987646-F180-44FF-8918-9656390AF284}" presName="Name17" presStyleLbl="parChTrans1D3" presStyleIdx="3" presStyleCnt="11"/>
      <dgm:spPr/>
    </dgm:pt>
    <dgm:pt modelId="{76067801-B3A2-4181-822D-274A6DC62A8F}" type="pres">
      <dgm:prSet presAssocID="{74282552-245F-4C58-9039-0513F03845AF}" presName="hierRoot3" presStyleCnt="0"/>
      <dgm:spPr/>
    </dgm:pt>
    <dgm:pt modelId="{38E98DBA-6CB7-41F3-902F-8C15AE679499}" type="pres">
      <dgm:prSet presAssocID="{74282552-245F-4C58-9039-0513F03845AF}" presName="composite3" presStyleCnt="0"/>
      <dgm:spPr/>
    </dgm:pt>
    <dgm:pt modelId="{D11BFE97-551A-4636-AA81-DA7C8DC01673}" type="pres">
      <dgm:prSet presAssocID="{74282552-245F-4C58-9039-0513F03845AF}" presName="background3" presStyleLbl="node3" presStyleIdx="3" presStyleCnt="11"/>
      <dgm:spPr/>
    </dgm:pt>
    <dgm:pt modelId="{6F159D15-EC63-4B16-8C90-3E1F2022F244}" type="pres">
      <dgm:prSet presAssocID="{74282552-245F-4C58-9039-0513F03845AF}" presName="text3" presStyleLbl="fgAcc3" presStyleIdx="3" presStyleCnt="11">
        <dgm:presLayoutVars>
          <dgm:chPref val="3"/>
        </dgm:presLayoutVars>
      </dgm:prSet>
      <dgm:spPr/>
    </dgm:pt>
    <dgm:pt modelId="{343CF998-244C-4004-AFD6-89B44832B46A}" type="pres">
      <dgm:prSet presAssocID="{74282552-245F-4C58-9039-0513F03845AF}" presName="hierChild4" presStyleCnt="0"/>
      <dgm:spPr/>
    </dgm:pt>
    <dgm:pt modelId="{E64930BB-A22E-43C7-A56D-7E2D0FF45546}" type="pres">
      <dgm:prSet presAssocID="{D0F4386F-7999-474C-8826-BF4E6BC82AE5}" presName="Name10" presStyleLbl="parChTrans1D2" presStyleIdx="1" presStyleCnt="3"/>
      <dgm:spPr/>
    </dgm:pt>
    <dgm:pt modelId="{DD00B991-F211-439B-ABEA-79F62F8DEB66}" type="pres">
      <dgm:prSet presAssocID="{039046A4-D857-4ABD-811D-79A8FAF9732B}" presName="hierRoot2" presStyleCnt="0"/>
      <dgm:spPr/>
    </dgm:pt>
    <dgm:pt modelId="{77BF0A8A-BB60-42F5-9355-714372DD4EEE}" type="pres">
      <dgm:prSet presAssocID="{039046A4-D857-4ABD-811D-79A8FAF9732B}" presName="composite2" presStyleCnt="0"/>
      <dgm:spPr/>
    </dgm:pt>
    <dgm:pt modelId="{965850F9-8C5A-4653-BF1E-DC8003916DCF}" type="pres">
      <dgm:prSet presAssocID="{039046A4-D857-4ABD-811D-79A8FAF9732B}" presName="background2" presStyleLbl="node2" presStyleIdx="1" presStyleCnt="3"/>
      <dgm:spPr/>
    </dgm:pt>
    <dgm:pt modelId="{EB5FA8A3-5936-4F1F-B45D-E25886B3FC78}" type="pres">
      <dgm:prSet presAssocID="{039046A4-D857-4ABD-811D-79A8FAF9732B}" presName="text2" presStyleLbl="fgAcc2" presStyleIdx="1" presStyleCnt="3">
        <dgm:presLayoutVars>
          <dgm:chPref val="3"/>
        </dgm:presLayoutVars>
      </dgm:prSet>
      <dgm:spPr/>
    </dgm:pt>
    <dgm:pt modelId="{091E407E-859F-4EB5-B002-58703F6A123A}" type="pres">
      <dgm:prSet presAssocID="{039046A4-D857-4ABD-811D-79A8FAF9732B}" presName="hierChild3" presStyleCnt="0"/>
      <dgm:spPr/>
    </dgm:pt>
    <dgm:pt modelId="{105318D1-4501-4E8B-87D8-91F549285F4E}" type="pres">
      <dgm:prSet presAssocID="{D0611183-50C5-4CA7-B71E-4CF0560F4838}" presName="Name17" presStyleLbl="parChTrans1D3" presStyleIdx="4" presStyleCnt="11"/>
      <dgm:spPr/>
    </dgm:pt>
    <dgm:pt modelId="{BDCBEA1A-A5B5-451B-90F6-C11A6C0B019F}" type="pres">
      <dgm:prSet presAssocID="{9D76AB18-9300-4BCB-BBA4-70D404530D8B}" presName="hierRoot3" presStyleCnt="0"/>
      <dgm:spPr/>
    </dgm:pt>
    <dgm:pt modelId="{7B202EC8-FC05-4F45-BFC3-1737923558B3}" type="pres">
      <dgm:prSet presAssocID="{9D76AB18-9300-4BCB-BBA4-70D404530D8B}" presName="composite3" presStyleCnt="0"/>
      <dgm:spPr/>
    </dgm:pt>
    <dgm:pt modelId="{550243F4-F727-41C4-93A0-E5AB349EB5CB}" type="pres">
      <dgm:prSet presAssocID="{9D76AB18-9300-4BCB-BBA4-70D404530D8B}" presName="background3" presStyleLbl="node3" presStyleIdx="4" presStyleCnt="11"/>
      <dgm:spPr/>
    </dgm:pt>
    <dgm:pt modelId="{C785F5C9-0639-4702-BC97-CCB10EDE861E}" type="pres">
      <dgm:prSet presAssocID="{9D76AB18-9300-4BCB-BBA4-70D404530D8B}" presName="text3" presStyleLbl="fgAcc3" presStyleIdx="4" presStyleCnt="11">
        <dgm:presLayoutVars>
          <dgm:chPref val="3"/>
        </dgm:presLayoutVars>
      </dgm:prSet>
      <dgm:spPr/>
    </dgm:pt>
    <dgm:pt modelId="{ECA8F188-6E55-42CD-879E-1563B8888201}" type="pres">
      <dgm:prSet presAssocID="{9D76AB18-9300-4BCB-BBA4-70D404530D8B}" presName="hierChild4" presStyleCnt="0"/>
      <dgm:spPr/>
    </dgm:pt>
    <dgm:pt modelId="{C26D5651-1621-4929-953E-FCF1379A5633}" type="pres">
      <dgm:prSet presAssocID="{339E6936-6FD6-4E8E-A201-AFEA82DF4089}" presName="Name17" presStyleLbl="parChTrans1D3" presStyleIdx="5" presStyleCnt="11"/>
      <dgm:spPr/>
    </dgm:pt>
    <dgm:pt modelId="{40078E83-D3D5-4CA3-BF08-1CFA8C977DF3}" type="pres">
      <dgm:prSet presAssocID="{2672EB43-A9B6-42E2-B6B1-660C156CD275}" presName="hierRoot3" presStyleCnt="0"/>
      <dgm:spPr/>
    </dgm:pt>
    <dgm:pt modelId="{D369E186-8613-4187-B8BB-7F16E2A5341A}" type="pres">
      <dgm:prSet presAssocID="{2672EB43-A9B6-42E2-B6B1-660C156CD275}" presName="composite3" presStyleCnt="0"/>
      <dgm:spPr/>
    </dgm:pt>
    <dgm:pt modelId="{BEF04C7D-4818-4661-B831-20B0F7B0277F}" type="pres">
      <dgm:prSet presAssocID="{2672EB43-A9B6-42E2-B6B1-660C156CD275}" presName="background3" presStyleLbl="node3" presStyleIdx="5" presStyleCnt="11"/>
      <dgm:spPr/>
    </dgm:pt>
    <dgm:pt modelId="{EED0BD16-6744-4A0B-9140-74916DF73FA8}" type="pres">
      <dgm:prSet presAssocID="{2672EB43-A9B6-42E2-B6B1-660C156CD275}" presName="text3" presStyleLbl="fgAcc3" presStyleIdx="5" presStyleCnt="11">
        <dgm:presLayoutVars>
          <dgm:chPref val="3"/>
        </dgm:presLayoutVars>
      </dgm:prSet>
      <dgm:spPr/>
    </dgm:pt>
    <dgm:pt modelId="{B3275FC6-621D-4BEB-99B4-E275CC0EA298}" type="pres">
      <dgm:prSet presAssocID="{2672EB43-A9B6-42E2-B6B1-660C156CD275}" presName="hierChild4" presStyleCnt="0"/>
      <dgm:spPr/>
    </dgm:pt>
    <dgm:pt modelId="{3D528D45-609A-4C5F-BD84-13AA19B247A9}" type="pres">
      <dgm:prSet presAssocID="{64F80FCE-31EF-4594-A161-31C87B0E5A25}" presName="Name17" presStyleLbl="parChTrans1D3" presStyleIdx="6" presStyleCnt="11"/>
      <dgm:spPr/>
    </dgm:pt>
    <dgm:pt modelId="{76488B3A-21FD-41D2-BD84-59015A160643}" type="pres">
      <dgm:prSet presAssocID="{6D3F89A5-D26B-4021-8D15-7D129A494EE9}" presName="hierRoot3" presStyleCnt="0"/>
      <dgm:spPr/>
    </dgm:pt>
    <dgm:pt modelId="{86505985-677F-47A2-AEC3-8CFB9093CF2E}" type="pres">
      <dgm:prSet presAssocID="{6D3F89A5-D26B-4021-8D15-7D129A494EE9}" presName="composite3" presStyleCnt="0"/>
      <dgm:spPr/>
    </dgm:pt>
    <dgm:pt modelId="{B2D0F601-6F6E-45D4-98CB-3CF733EDAB7B}" type="pres">
      <dgm:prSet presAssocID="{6D3F89A5-D26B-4021-8D15-7D129A494EE9}" presName="background3" presStyleLbl="node3" presStyleIdx="6" presStyleCnt="11"/>
      <dgm:spPr/>
    </dgm:pt>
    <dgm:pt modelId="{926FF0AC-C77F-4133-BD71-A64D664970E5}" type="pres">
      <dgm:prSet presAssocID="{6D3F89A5-D26B-4021-8D15-7D129A494EE9}" presName="text3" presStyleLbl="fgAcc3" presStyleIdx="6" presStyleCnt="11">
        <dgm:presLayoutVars>
          <dgm:chPref val="3"/>
        </dgm:presLayoutVars>
      </dgm:prSet>
      <dgm:spPr/>
    </dgm:pt>
    <dgm:pt modelId="{D8744497-974D-42FC-A551-CC2126505948}" type="pres">
      <dgm:prSet presAssocID="{6D3F89A5-D26B-4021-8D15-7D129A494EE9}" presName="hierChild4" presStyleCnt="0"/>
      <dgm:spPr/>
    </dgm:pt>
    <dgm:pt modelId="{1D94CA49-242E-48D6-BE91-9AAE4BCCFFA6}" type="pres">
      <dgm:prSet presAssocID="{78BE76C3-424E-4133-A3EC-5173D567B425}" presName="Name10" presStyleLbl="parChTrans1D2" presStyleIdx="2" presStyleCnt="3"/>
      <dgm:spPr/>
    </dgm:pt>
    <dgm:pt modelId="{D3DBE321-67A5-43C3-9372-C507F8735BC6}" type="pres">
      <dgm:prSet presAssocID="{41415911-AA04-486E-8C43-B156D738B5EB}" presName="hierRoot2" presStyleCnt="0"/>
      <dgm:spPr/>
    </dgm:pt>
    <dgm:pt modelId="{221D4F20-7AC8-4774-B6E9-1E590481BFF3}" type="pres">
      <dgm:prSet presAssocID="{41415911-AA04-486E-8C43-B156D738B5EB}" presName="composite2" presStyleCnt="0"/>
      <dgm:spPr/>
    </dgm:pt>
    <dgm:pt modelId="{2CCFB583-8ED8-4484-9DAA-644575C75EDD}" type="pres">
      <dgm:prSet presAssocID="{41415911-AA04-486E-8C43-B156D738B5EB}" presName="background2" presStyleLbl="node2" presStyleIdx="2" presStyleCnt="3"/>
      <dgm:spPr/>
    </dgm:pt>
    <dgm:pt modelId="{3402F032-B73B-4C1A-8582-C800BABB7740}" type="pres">
      <dgm:prSet presAssocID="{41415911-AA04-486E-8C43-B156D738B5EB}" presName="text2" presStyleLbl="fgAcc2" presStyleIdx="2" presStyleCnt="3">
        <dgm:presLayoutVars>
          <dgm:chPref val="3"/>
        </dgm:presLayoutVars>
      </dgm:prSet>
      <dgm:spPr/>
    </dgm:pt>
    <dgm:pt modelId="{70EE3F6E-66CD-4FC4-A23F-0524EA46F750}" type="pres">
      <dgm:prSet presAssocID="{41415911-AA04-486E-8C43-B156D738B5EB}" presName="hierChild3" presStyleCnt="0"/>
      <dgm:spPr/>
    </dgm:pt>
    <dgm:pt modelId="{EDAF8D54-1F66-464A-ACD9-A00FB59C7E8C}" type="pres">
      <dgm:prSet presAssocID="{3CCFDA92-6EFC-47A2-AD90-3D69287A4238}" presName="Name17" presStyleLbl="parChTrans1D3" presStyleIdx="7" presStyleCnt="11"/>
      <dgm:spPr/>
    </dgm:pt>
    <dgm:pt modelId="{4F81821D-82E3-4993-AF11-35BEF3C08D5B}" type="pres">
      <dgm:prSet presAssocID="{76CA0BC4-A74A-44BE-A108-7BFBE205AAD8}" presName="hierRoot3" presStyleCnt="0"/>
      <dgm:spPr/>
    </dgm:pt>
    <dgm:pt modelId="{83093260-FB21-4AD3-A744-E391AC7790A3}" type="pres">
      <dgm:prSet presAssocID="{76CA0BC4-A74A-44BE-A108-7BFBE205AAD8}" presName="composite3" presStyleCnt="0"/>
      <dgm:spPr/>
    </dgm:pt>
    <dgm:pt modelId="{F109968D-3D56-4AD9-A197-DC3CC82F8B42}" type="pres">
      <dgm:prSet presAssocID="{76CA0BC4-A74A-44BE-A108-7BFBE205AAD8}" presName="background3" presStyleLbl="node3" presStyleIdx="7" presStyleCnt="11"/>
      <dgm:spPr/>
    </dgm:pt>
    <dgm:pt modelId="{DA770135-EE6A-458D-88F3-0C76F494D48B}" type="pres">
      <dgm:prSet presAssocID="{76CA0BC4-A74A-44BE-A108-7BFBE205AAD8}" presName="text3" presStyleLbl="fgAcc3" presStyleIdx="7" presStyleCnt="11">
        <dgm:presLayoutVars>
          <dgm:chPref val="3"/>
        </dgm:presLayoutVars>
      </dgm:prSet>
      <dgm:spPr/>
    </dgm:pt>
    <dgm:pt modelId="{F4B601FB-A3E8-4185-9E5D-AE148FBDC315}" type="pres">
      <dgm:prSet presAssocID="{76CA0BC4-A74A-44BE-A108-7BFBE205AAD8}" presName="hierChild4" presStyleCnt="0"/>
      <dgm:spPr/>
    </dgm:pt>
    <dgm:pt modelId="{08DA306E-C9FB-4549-AB2A-E55283B55147}" type="pres">
      <dgm:prSet presAssocID="{0564158E-531A-4D1D-903F-378EC1037AF0}" presName="Name17" presStyleLbl="parChTrans1D3" presStyleIdx="8" presStyleCnt="11"/>
      <dgm:spPr/>
    </dgm:pt>
    <dgm:pt modelId="{C2BFF120-853A-4174-8112-551EBC846CED}" type="pres">
      <dgm:prSet presAssocID="{1C51B4FF-F651-4FD7-8D9E-19BC3FCD723E}" presName="hierRoot3" presStyleCnt="0"/>
      <dgm:spPr/>
    </dgm:pt>
    <dgm:pt modelId="{A3502088-65EE-4CCF-8CD8-7628BD2610AA}" type="pres">
      <dgm:prSet presAssocID="{1C51B4FF-F651-4FD7-8D9E-19BC3FCD723E}" presName="composite3" presStyleCnt="0"/>
      <dgm:spPr/>
    </dgm:pt>
    <dgm:pt modelId="{CAC73735-CC2E-42E1-8C90-1A05FB598D59}" type="pres">
      <dgm:prSet presAssocID="{1C51B4FF-F651-4FD7-8D9E-19BC3FCD723E}" presName="background3" presStyleLbl="node3" presStyleIdx="8" presStyleCnt="11"/>
      <dgm:spPr/>
    </dgm:pt>
    <dgm:pt modelId="{B521078C-6871-46AF-8C3F-A995DA10BE9C}" type="pres">
      <dgm:prSet presAssocID="{1C51B4FF-F651-4FD7-8D9E-19BC3FCD723E}" presName="text3" presStyleLbl="fgAcc3" presStyleIdx="8" presStyleCnt="11">
        <dgm:presLayoutVars>
          <dgm:chPref val="3"/>
        </dgm:presLayoutVars>
      </dgm:prSet>
      <dgm:spPr/>
    </dgm:pt>
    <dgm:pt modelId="{C166F106-4D07-4F91-9FFB-9C10F66A0263}" type="pres">
      <dgm:prSet presAssocID="{1C51B4FF-F651-4FD7-8D9E-19BC3FCD723E}" presName="hierChild4" presStyleCnt="0"/>
      <dgm:spPr/>
    </dgm:pt>
    <dgm:pt modelId="{1D579EE4-B9B4-43E3-A949-AE95BBD9D78F}" type="pres">
      <dgm:prSet presAssocID="{828E3C99-6765-4E75-A88E-78ADAD9F726B}" presName="Name17" presStyleLbl="parChTrans1D3" presStyleIdx="9" presStyleCnt="11"/>
      <dgm:spPr/>
    </dgm:pt>
    <dgm:pt modelId="{0ADEB42F-BAB0-4B94-A810-7C85E4964879}" type="pres">
      <dgm:prSet presAssocID="{090F9DAC-8976-4989-A925-C44DF23E7801}" presName="hierRoot3" presStyleCnt="0"/>
      <dgm:spPr/>
    </dgm:pt>
    <dgm:pt modelId="{AD40AC13-2944-4856-B446-F6BE8476510F}" type="pres">
      <dgm:prSet presAssocID="{090F9DAC-8976-4989-A925-C44DF23E7801}" presName="composite3" presStyleCnt="0"/>
      <dgm:spPr/>
    </dgm:pt>
    <dgm:pt modelId="{23D8B9B4-441E-438D-914C-14113F045F91}" type="pres">
      <dgm:prSet presAssocID="{090F9DAC-8976-4989-A925-C44DF23E7801}" presName="background3" presStyleLbl="node3" presStyleIdx="9" presStyleCnt="11"/>
      <dgm:spPr/>
    </dgm:pt>
    <dgm:pt modelId="{F0964B0D-D3A7-4065-9BFE-39C857BAD42D}" type="pres">
      <dgm:prSet presAssocID="{090F9DAC-8976-4989-A925-C44DF23E7801}" presName="text3" presStyleLbl="fgAcc3" presStyleIdx="9" presStyleCnt="11">
        <dgm:presLayoutVars>
          <dgm:chPref val="3"/>
        </dgm:presLayoutVars>
      </dgm:prSet>
      <dgm:spPr/>
    </dgm:pt>
    <dgm:pt modelId="{7D69ABF5-8196-4AC6-80D2-8E9BE90976D4}" type="pres">
      <dgm:prSet presAssocID="{090F9DAC-8976-4989-A925-C44DF23E7801}" presName="hierChild4" presStyleCnt="0"/>
      <dgm:spPr/>
    </dgm:pt>
    <dgm:pt modelId="{1837DA93-F877-432A-84F2-CDC80304F9F1}" type="pres">
      <dgm:prSet presAssocID="{4EDF0C2F-0CE3-411C-A39F-7AC85D2AAA9C}" presName="Name17" presStyleLbl="parChTrans1D3" presStyleIdx="10" presStyleCnt="11"/>
      <dgm:spPr/>
    </dgm:pt>
    <dgm:pt modelId="{D7DD5E5E-61A3-4741-A73D-06F6FEE17D8A}" type="pres">
      <dgm:prSet presAssocID="{95769E60-0B13-4900-A7AA-EA5DB8E3929B}" presName="hierRoot3" presStyleCnt="0"/>
      <dgm:spPr/>
    </dgm:pt>
    <dgm:pt modelId="{BF52A7DC-4C6F-4097-AD69-B9BDE289AAD8}" type="pres">
      <dgm:prSet presAssocID="{95769E60-0B13-4900-A7AA-EA5DB8E3929B}" presName="composite3" presStyleCnt="0"/>
      <dgm:spPr/>
    </dgm:pt>
    <dgm:pt modelId="{A958B017-474E-4DAC-BADC-75FB3FEE4960}" type="pres">
      <dgm:prSet presAssocID="{95769E60-0B13-4900-A7AA-EA5DB8E3929B}" presName="background3" presStyleLbl="node3" presStyleIdx="10" presStyleCnt="11"/>
      <dgm:spPr/>
    </dgm:pt>
    <dgm:pt modelId="{BE2AF250-AF9A-4EA0-BAA2-72E21D1CC1A5}" type="pres">
      <dgm:prSet presAssocID="{95769E60-0B13-4900-A7AA-EA5DB8E3929B}" presName="text3" presStyleLbl="fgAcc3" presStyleIdx="10" presStyleCnt="11">
        <dgm:presLayoutVars>
          <dgm:chPref val="3"/>
        </dgm:presLayoutVars>
      </dgm:prSet>
      <dgm:spPr/>
    </dgm:pt>
    <dgm:pt modelId="{B8C1C6DC-3742-4D03-86B3-F969BC18549A}" type="pres">
      <dgm:prSet presAssocID="{95769E60-0B13-4900-A7AA-EA5DB8E3929B}" presName="hierChild4" presStyleCnt="0"/>
      <dgm:spPr/>
    </dgm:pt>
  </dgm:ptLst>
  <dgm:cxnLst>
    <dgm:cxn modelId="{79931404-6037-4EE2-84A5-235506012923}" srcId="{1880B55C-CC7D-4313-86C5-D453F6547BB9}" destId="{10B09A33-9D59-43AA-A797-59C6B57ACA9C}" srcOrd="1" destOrd="0" parTransId="{513C1CA6-0A82-4E35-9B84-BC953098ED23}" sibTransId="{441E4E02-7887-4F1E-8AF3-2869022080A3}"/>
    <dgm:cxn modelId="{71A2FD0C-7F12-4299-A02D-3657CC41531D}" type="presOf" srcId="{78BE76C3-424E-4133-A3EC-5173D567B425}" destId="{1D94CA49-242E-48D6-BE91-9AAE4BCCFFA6}" srcOrd="0" destOrd="0" presId="urn:microsoft.com/office/officeart/2005/8/layout/hierarchy1"/>
    <dgm:cxn modelId="{1C2E1016-0761-4591-BA2A-5611BBC02ABA}" srcId="{039046A4-D857-4ABD-811D-79A8FAF9732B}" destId="{2672EB43-A9B6-42E2-B6B1-660C156CD275}" srcOrd="1" destOrd="0" parTransId="{339E6936-6FD6-4E8E-A201-AFEA82DF4089}" sibTransId="{12B703D9-A28D-4315-A562-EAE89AF9F4BE}"/>
    <dgm:cxn modelId="{60EECE24-D7C8-45E2-BA36-2FFADB7A935B}" type="presOf" srcId="{54C03EB0-F6BD-49C4-8CA2-C958BCDCEBA3}" destId="{01689F69-2B6A-4AAA-871F-7689FAB1DFE6}" srcOrd="0" destOrd="0" presId="urn:microsoft.com/office/officeart/2005/8/layout/hierarchy1"/>
    <dgm:cxn modelId="{0694442C-6BD1-4AC7-9440-30A3AACBDFAC}" type="presOf" srcId="{4EDF0C2F-0CE3-411C-A39F-7AC85D2AAA9C}" destId="{1837DA93-F877-432A-84F2-CDC80304F9F1}" srcOrd="0" destOrd="0" presId="urn:microsoft.com/office/officeart/2005/8/layout/hierarchy1"/>
    <dgm:cxn modelId="{05B8112E-C53F-4A9E-B015-5F775B9CF7F3}" srcId="{56E3DDF0-236D-4E84-BFC4-E94B17819204}" destId="{74282552-245F-4C58-9039-0513F03845AF}" srcOrd="3" destOrd="0" parTransId="{EA987646-F180-44FF-8918-9656390AF284}" sibTransId="{6DBB320C-C93E-4F44-8111-D3E20353EF31}"/>
    <dgm:cxn modelId="{25446633-01E5-4434-A9C6-7808986231F1}" type="presOf" srcId="{2672EB43-A9B6-42E2-B6B1-660C156CD275}" destId="{EED0BD16-6744-4A0B-9140-74916DF73FA8}" srcOrd="0" destOrd="0" presId="urn:microsoft.com/office/officeart/2005/8/layout/hierarchy1"/>
    <dgm:cxn modelId="{A86BBE33-A0EB-47D5-85B5-D2D2D97AD1C9}" type="presOf" srcId="{090F9DAC-8976-4989-A925-C44DF23E7801}" destId="{F0964B0D-D3A7-4065-9BFE-39C857BAD42D}" srcOrd="0" destOrd="0" presId="urn:microsoft.com/office/officeart/2005/8/layout/hierarchy1"/>
    <dgm:cxn modelId="{9338F135-23C2-45F5-9F5C-16CFCA17760D}" type="presOf" srcId="{828E3C99-6765-4E75-A88E-78ADAD9F726B}" destId="{1D579EE4-B9B4-43E3-A949-AE95BBD9D78F}" srcOrd="0" destOrd="0" presId="urn:microsoft.com/office/officeart/2005/8/layout/hierarchy1"/>
    <dgm:cxn modelId="{7A45603E-C53E-4A89-902A-75F8FC961C0B}" srcId="{10B09A33-9D59-43AA-A797-59C6B57ACA9C}" destId="{039046A4-D857-4ABD-811D-79A8FAF9732B}" srcOrd="1" destOrd="0" parTransId="{D0F4386F-7999-474C-8826-BF4E6BC82AE5}" sibTransId="{AE7CA060-0769-4B5C-8239-2BB9652F376B}"/>
    <dgm:cxn modelId="{C13D8240-F602-4745-8C3D-180BC66C8602}" type="presOf" srcId="{1880B55C-CC7D-4313-86C5-D453F6547BB9}" destId="{65D24742-C847-43A4-AB81-7FF553A44356}" srcOrd="0" destOrd="0" presId="urn:microsoft.com/office/officeart/2005/8/layout/hierarchy1"/>
    <dgm:cxn modelId="{58E9DC66-1488-4E85-B555-7B98FA1300A0}" type="presOf" srcId="{74282552-245F-4C58-9039-0513F03845AF}" destId="{6F159D15-EC63-4B16-8C90-3E1F2022F244}" srcOrd="0" destOrd="0" presId="urn:microsoft.com/office/officeart/2005/8/layout/hierarchy1"/>
    <dgm:cxn modelId="{89CA5A67-4479-4B28-8FA4-4301BBD33A28}" type="presOf" srcId="{DFDE570F-2D6F-469C-8036-46C6CBA8773B}" destId="{2A8D0338-9276-42EA-8D2C-40C1A8AB4E67}" srcOrd="0" destOrd="0" presId="urn:microsoft.com/office/officeart/2005/8/layout/hierarchy1"/>
    <dgm:cxn modelId="{AD7E2C69-0981-453B-91E4-B2D6BAA64EB4}" srcId="{56E3DDF0-236D-4E84-BFC4-E94B17819204}" destId="{54C03EB0-F6BD-49C4-8CA2-C958BCDCEBA3}" srcOrd="1" destOrd="0" parTransId="{1103D869-DCA9-4686-BA33-AB88262C77E9}" sibTransId="{B3FE0488-227B-4F85-A4C9-E928AB79CB61}"/>
    <dgm:cxn modelId="{36C5B04F-A52E-445F-9242-2476F82075F3}" type="presOf" srcId="{339E6936-6FD6-4E8E-A201-AFEA82DF4089}" destId="{C26D5651-1621-4929-953E-FCF1379A5633}" srcOrd="0" destOrd="0" presId="urn:microsoft.com/office/officeart/2005/8/layout/hierarchy1"/>
    <dgm:cxn modelId="{CBC9DD51-C54A-421C-8423-F85E34DE3B90}" srcId="{1880B55C-CC7D-4313-86C5-D453F6547BB9}" destId="{123F57E1-179C-4414-8F14-9D6FCEFF7048}" srcOrd="0" destOrd="0" parTransId="{8F565F60-84FE-4BE7-B0CB-75BA9DB1EE14}" sibTransId="{F3CEA088-B863-4D88-8CFA-2EBE5243EF76}"/>
    <dgm:cxn modelId="{29421553-60BD-438D-B14E-25631EF9BEB9}" type="presOf" srcId="{D0F4386F-7999-474C-8826-BF4E6BC82AE5}" destId="{E64930BB-A22E-43C7-A56D-7E2D0FF45546}" srcOrd="0" destOrd="0" presId="urn:microsoft.com/office/officeart/2005/8/layout/hierarchy1"/>
    <dgm:cxn modelId="{D3DA2C57-8FB2-49BF-AC91-C96A5A10E7A8}" type="presOf" srcId="{1E133998-6564-452B-9562-EE126A2A7F19}" destId="{62129D36-423A-449E-BF56-D79EAEEE6E24}" srcOrd="0" destOrd="0" presId="urn:microsoft.com/office/officeart/2005/8/layout/hierarchy1"/>
    <dgm:cxn modelId="{82F70058-0CC1-4F39-B729-CB6FADBBE1D9}" type="presOf" srcId="{E396C059-E6F1-47C3-8942-6852C53DF98C}" destId="{F01099BA-FB07-4631-91BA-A050657EAB6B}" srcOrd="0" destOrd="0" presId="urn:microsoft.com/office/officeart/2005/8/layout/hierarchy1"/>
    <dgm:cxn modelId="{70530458-57A9-4113-944E-224A66A8DCDA}" type="presOf" srcId="{123F57E1-179C-4414-8F14-9D6FCEFF7048}" destId="{109DBD29-6FAB-419E-B3D2-92667A84423E}" srcOrd="0" destOrd="0" presId="urn:microsoft.com/office/officeart/2005/8/layout/hierarchy1"/>
    <dgm:cxn modelId="{4B6B5159-D7BC-42BE-94C1-D646E183463B}" srcId="{10B09A33-9D59-43AA-A797-59C6B57ACA9C}" destId="{56E3DDF0-236D-4E84-BFC4-E94B17819204}" srcOrd="0" destOrd="0" parTransId="{F8ED27B7-6B4E-4293-A31A-CD795D530C35}" sibTransId="{53CADCF3-E789-4685-955D-90A2B6B84FDA}"/>
    <dgm:cxn modelId="{3EAF577A-9DF5-4126-A7EB-CA478F2E5964}" type="presOf" srcId="{3CCFDA92-6EFC-47A2-AD90-3D69287A4238}" destId="{EDAF8D54-1F66-464A-ACD9-A00FB59C7E8C}" srcOrd="0" destOrd="0" presId="urn:microsoft.com/office/officeart/2005/8/layout/hierarchy1"/>
    <dgm:cxn modelId="{ADE61E8D-2545-4A04-8B84-9B738A69F1C0}" srcId="{41415911-AA04-486E-8C43-B156D738B5EB}" destId="{1C51B4FF-F651-4FD7-8D9E-19BC3FCD723E}" srcOrd="1" destOrd="0" parTransId="{0564158E-531A-4D1D-903F-378EC1037AF0}" sibTransId="{8F4BA186-66AD-4DAE-A632-1A243DC59FDF}"/>
    <dgm:cxn modelId="{94430294-0E7F-40AD-97DD-480B85B60501}" type="presOf" srcId="{10B09A33-9D59-43AA-A797-59C6B57ACA9C}" destId="{0A8BBE4F-8533-4336-8AEB-EB2F1CD32C92}" srcOrd="0" destOrd="0" presId="urn:microsoft.com/office/officeart/2005/8/layout/hierarchy1"/>
    <dgm:cxn modelId="{2B9ECD94-EBFD-4DE0-9FC8-DDDFE2822164}" srcId="{10B09A33-9D59-43AA-A797-59C6B57ACA9C}" destId="{41415911-AA04-486E-8C43-B156D738B5EB}" srcOrd="2" destOrd="0" parTransId="{78BE76C3-424E-4133-A3EC-5173D567B425}" sibTransId="{CB9C1A12-EC0E-437E-B83B-DBD823A195CB}"/>
    <dgm:cxn modelId="{C803C798-7279-4B82-B523-0B3D542DE02B}" srcId="{039046A4-D857-4ABD-811D-79A8FAF9732B}" destId="{6D3F89A5-D26B-4021-8D15-7D129A494EE9}" srcOrd="2" destOrd="0" parTransId="{64F80FCE-31EF-4594-A161-31C87B0E5A25}" sibTransId="{C232B519-D417-4EC5-BB08-A5CD11750718}"/>
    <dgm:cxn modelId="{1BD8FA98-5368-43BC-8DB2-62F17D265A13}" type="presOf" srcId="{039046A4-D857-4ABD-811D-79A8FAF9732B}" destId="{EB5FA8A3-5936-4F1F-B45D-E25886B3FC78}" srcOrd="0" destOrd="0" presId="urn:microsoft.com/office/officeart/2005/8/layout/hierarchy1"/>
    <dgm:cxn modelId="{C8BD8CA3-9E7C-4BFF-B6E6-7056041B9752}" type="presOf" srcId="{9D76AB18-9300-4BCB-BBA4-70D404530D8B}" destId="{C785F5C9-0639-4702-BC97-CCB10EDE861E}" srcOrd="0" destOrd="0" presId="urn:microsoft.com/office/officeart/2005/8/layout/hierarchy1"/>
    <dgm:cxn modelId="{421F62AF-A1C9-49B0-B6D2-024D0B6C2CF7}" type="presOf" srcId="{1103D869-DCA9-4686-BA33-AB88262C77E9}" destId="{2AAA8578-126B-47C7-963A-2D0ADF6A9CF7}" srcOrd="0" destOrd="0" presId="urn:microsoft.com/office/officeart/2005/8/layout/hierarchy1"/>
    <dgm:cxn modelId="{A9BBC4B0-0648-45B5-BE45-299E75019A7B}" srcId="{41415911-AA04-486E-8C43-B156D738B5EB}" destId="{95769E60-0B13-4900-A7AA-EA5DB8E3929B}" srcOrd="3" destOrd="0" parTransId="{4EDF0C2F-0CE3-411C-A39F-7AC85D2AAA9C}" sibTransId="{4ECC0DCA-80E3-4DD2-A2B6-28AD3A405D93}"/>
    <dgm:cxn modelId="{CA8136B7-FD48-4CA3-94A8-12495B19B18C}" type="presOf" srcId="{1C51B4FF-F651-4FD7-8D9E-19BC3FCD723E}" destId="{B521078C-6871-46AF-8C3F-A995DA10BE9C}" srcOrd="0" destOrd="0" presId="urn:microsoft.com/office/officeart/2005/8/layout/hierarchy1"/>
    <dgm:cxn modelId="{0D6E65B7-1383-490C-BE82-816EF275F5C8}" type="presOf" srcId="{56E3DDF0-236D-4E84-BFC4-E94B17819204}" destId="{516924C9-7638-449D-BA17-D8F3280F3492}" srcOrd="0" destOrd="0" presId="urn:microsoft.com/office/officeart/2005/8/layout/hierarchy1"/>
    <dgm:cxn modelId="{43DBB2B7-D47F-4A4C-AEB0-DD96A16C619E}" type="presOf" srcId="{76CA0BC4-A74A-44BE-A108-7BFBE205AAD8}" destId="{DA770135-EE6A-458D-88F3-0C76F494D48B}" srcOrd="0" destOrd="0" presId="urn:microsoft.com/office/officeart/2005/8/layout/hierarchy1"/>
    <dgm:cxn modelId="{68F873C2-F166-4896-AC45-DF60D16BBA2A}" type="presOf" srcId="{64F80FCE-31EF-4594-A161-31C87B0E5A25}" destId="{3D528D45-609A-4C5F-BD84-13AA19B247A9}" srcOrd="0" destOrd="0" presId="urn:microsoft.com/office/officeart/2005/8/layout/hierarchy1"/>
    <dgm:cxn modelId="{FCCCBBC3-DDC9-4857-8A8C-1D84F2732B43}" srcId="{56E3DDF0-236D-4E84-BFC4-E94B17819204}" destId="{E396C059-E6F1-47C3-8942-6852C53DF98C}" srcOrd="0" destOrd="0" parTransId="{DFDE570F-2D6F-469C-8036-46C6CBA8773B}" sibTransId="{0619BD3D-7AEE-43B2-BFF7-B8FA29D866E1}"/>
    <dgm:cxn modelId="{0666B4C4-9BA6-4C50-BE5E-55684AA969C4}" type="presOf" srcId="{41415911-AA04-486E-8C43-B156D738B5EB}" destId="{3402F032-B73B-4C1A-8582-C800BABB7740}" srcOrd="0" destOrd="0" presId="urn:microsoft.com/office/officeart/2005/8/layout/hierarchy1"/>
    <dgm:cxn modelId="{F543FACA-F09B-4B7F-B3FD-57507CC4F16F}" type="presOf" srcId="{EA987646-F180-44FF-8918-9656390AF284}" destId="{E1D5CF79-B9B4-4E2E-871D-A383B68FC17A}" srcOrd="0" destOrd="0" presId="urn:microsoft.com/office/officeart/2005/8/layout/hierarchy1"/>
    <dgm:cxn modelId="{0899CBCD-C5E3-46AB-9500-7A916146FFD2}" type="presOf" srcId="{6D3F89A5-D26B-4021-8D15-7D129A494EE9}" destId="{926FF0AC-C77F-4133-BD71-A64D664970E5}" srcOrd="0" destOrd="0" presId="urn:microsoft.com/office/officeart/2005/8/layout/hierarchy1"/>
    <dgm:cxn modelId="{D5DD27D0-CE17-469F-B3FF-4B20F0845A80}" type="presOf" srcId="{F8ED27B7-6B4E-4293-A31A-CD795D530C35}" destId="{863ACB47-CC3D-4511-B000-8851EA1FDD24}" srcOrd="0" destOrd="0" presId="urn:microsoft.com/office/officeart/2005/8/layout/hierarchy1"/>
    <dgm:cxn modelId="{BFFB76DD-6B24-43B3-8428-A0E7014DDFE9}" srcId="{039046A4-D857-4ABD-811D-79A8FAF9732B}" destId="{9D76AB18-9300-4BCB-BBA4-70D404530D8B}" srcOrd="0" destOrd="0" parTransId="{D0611183-50C5-4CA7-B71E-4CF0560F4838}" sibTransId="{EDCE0EBB-2006-4A7E-9023-CB1516093FEC}"/>
    <dgm:cxn modelId="{BE3555DF-A171-4431-8E80-F6EF6EBCC059}" type="presOf" srcId="{D0611183-50C5-4CA7-B71E-4CF0560F4838}" destId="{105318D1-4501-4E8B-87D8-91F549285F4E}" srcOrd="0" destOrd="0" presId="urn:microsoft.com/office/officeart/2005/8/layout/hierarchy1"/>
    <dgm:cxn modelId="{B2EAFFE2-0594-4DE5-A70E-DE79A124AB19}" srcId="{41415911-AA04-486E-8C43-B156D738B5EB}" destId="{76CA0BC4-A74A-44BE-A108-7BFBE205AAD8}" srcOrd="0" destOrd="0" parTransId="{3CCFDA92-6EFC-47A2-AD90-3D69287A4238}" sibTransId="{F540A013-5E2D-4259-9A07-16E08C4FFEF0}"/>
    <dgm:cxn modelId="{5ABD81F6-5A94-4392-BF2F-A43AA83B9CD1}" type="presOf" srcId="{3CE1CFCA-CB05-4D9B-99BB-F7AB5622040C}" destId="{CF3CDD42-52FF-494E-84BA-AF89AA3BA555}" srcOrd="0" destOrd="0" presId="urn:microsoft.com/office/officeart/2005/8/layout/hierarchy1"/>
    <dgm:cxn modelId="{691CDCF7-F78F-46D7-A9C6-5D52165E7804}" type="presOf" srcId="{95769E60-0B13-4900-A7AA-EA5DB8E3929B}" destId="{BE2AF250-AF9A-4EA0-BAA2-72E21D1CC1A5}" srcOrd="0" destOrd="0" presId="urn:microsoft.com/office/officeart/2005/8/layout/hierarchy1"/>
    <dgm:cxn modelId="{99EFE1FA-58CF-4688-98DD-E330CC3E643A}" srcId="{56E3DDF0-236D-4E84-BFC4-E94B17819204}" destId="{1E133998-6564-452B-9562-EE126A2A7F19}" srcOrd="2" destOrd="0" parTransId="{3CE1CFCA-CB05-4D9B-99BB-F7AB5622040C}" sibTransId="{3F7660B2-03FE-4934-B39C-DF362CB7A15B}"/>
    <dgm:cxn modelId="{B8AE0FFE-CC48-4CB2-97CB-9478EC28D640}" srcId="{41415911-AA04-486E-8C43-B156D738B5EB}" destId="{090F9DAC-8976-4989-A925-C44DF23E7801}" srcOrd="2" destOrd="0" parTransId="{828E3C99-6765-4E75-A88E-78ADAD9F726B}" sibTransId="{DCEBB839-582C-4D7C-9B87-36BCD46BF7F0}"/>
    <dgm:cxn modelId="{15A99BFE-A79A-443E-A08F-4958090D388C}" type="presOf" srcId="{0564158E-531A-4D1D-903F-378EC1037AF0}" destId="{08DA306E-C9FB-4549-AB2A-E55283B55147}" srcOrd="0" destOrd="0" presId="urn:microsoft.com/office/officeart/2005/8/layout/hierarchy1"/>
    <dgm:cxn modelId="{5079DB27-7361-4122-98F7-75EE883C7BB2}" type="presParOf" srcId="{65D24742-C847-43A4-AB81-7FF553A44356}" destId="{52570D90-68FB-4938-8AA4-5F2779B46BA4}" srcOrd="0" destOrd="0" presId="urn:microsoft.com/office/officeart/2005/8/layout/hierarchy1"/>
    <dgm:cxn modelId="{F5427A4C-F325-442E-BC66-7F90F2C437FE}" type="presParOf" srcId="{52570D90-68FB-4938-8AA4-5F2779B46BA4}" destId="{4CCA9D06-8DB8-46A2-A908-DD50587ABDC7}" srcOrd="0" destOrd="0" presId="urn:microsoft.com/office/officeart/2005/8/layout/hierarchy1"/>
    <dgm:cxn modelId="{F2B127DC-EAA7-406D-9B48-A264B24211F4}" type="presParOf" srcId="{4CCA9D06-8DB8-46A2-A908-DD50587ABDC7}" destId="{791EC504-170E-467B-AE23-A3B18CD0A3BD}" srcOrd="0" destOrd="0" presId="urn:microsoft.com/office/officeart/2005/8/layout/hierarchy1"/>
    <dgm:cxn modelId="{D48AF0AE-219D-432F-B521-BC7924BC5135}" type="presParOf" srcId="{4CCA9D06-8DB8-46A2-A908-DD50587ABDC7}" destId="{109DBD29-6FAB-419E-B3D2-92667A84423E}" srcOrd="1" destOrd="0" presId="urn:microsoft.com/office/officeart/2005/8/layout/hierarchy1"/>
    <dgm:cxn modelId="{58805E82-9DF1-41B2-B298-66404967AC64}" type="presParOf" srcId="{52570D90-68FB-4938-8AA4-5F2779B46BA4}" destId="{F9E6F5D5-0087-47E4-8574-039E23635465}" srcOrd="1" destOrd="0" presId="urn:microsoft.com/office/officeart/2005/8/layout/hierarchy1"/>
    <dgm:cxn modelId="{ED22B56B-5A89-4658-9A8D-A5D8C11C0C5E}" type="presParOf" srcId="{65D24742-C847-43A4-AB81-7FF553A44356}" destId="{C4993455-2FD6-4308-B656-71A1F9B2CB40}" srcOrd="1" destOrd="0" presId="urn:microsoft.com/office/officeart/2005/8/layout/hierarchy1"/>
    <dgm:cxn modelId="{6E15821C-1CE8-4D46-88ED-9F9625A24911}" type="presParOf" srcId="{C4993455-2FD6-4308-B656-71A1F9B2CB40}" destId="{97906150-A1CA-4C96-B75D-3075A6CB2304}" srcOrd="0" destOrd="0" presId="urn:microsoft.com/office/officeart/2005/8/layout/hierarchy1"/>
    <dgm:cxn modelId="{BF7C997F-25E4-4549-B07F-E60D0692AE27}" type="presParOf" srcId="{97906150-A1CA-4C96-B75D-3075A6CB2304}" destId="{CD64D2A0-8E6B-4EF2-A5D6-3938B9FED0A5}" srcOrd="0" destOrd="0" presId="urn:microsoft.com/office/officeart/2005/8/layout/hierarchy1"/>
    <dgm:cxn modelId="{9C70C716-4F79-44C5-B8C8-AF30367B7E73}" type="presParOf" srcId="{97906150-A1CA-4C96-B75D-3075A6CB2304}" destId="{0A8BBE4F-8533-4336-8AEB-EB2F1CD32C92}" srcOrd="1" destOrd="0" presId="urn:microsoft.com/office/officeart/2005/8/layout/hierarchy1"/>
    <dgm:cxn modelId="{FB061A6A-FB39-4E8B-93C5-0010998A6FDD}" type="presParOf" srcId="{C4993455-2FD6-4308-B656-71A1F9B2CB40}" destId="{F9982D32-2502-4E7C-9DE8-BFC0E861B3A3}" srcOrd="1" destOrd="0" presId="urn:microsoft.com/office/officeart/2005/8/layout/hierarchy1"/>
    <dgm:cxn modelId="{65C62EDB-4899-4E38-891D-D81647D8F538}" type="presParOf" srcId="{F9982D32-2502-4E7C-9DE8-BFC0E861B3A3}" destId="{863ACB47-CC3D-4511-B000-8851EA1FDD24}" srcOrd="0" destOrd="0" presId="urn:microsoft.com/office/officeart/2005/8/layout/hierarchy1"/>
    <dgm:cxn modelId="{D20B76C9-F06D-42A3-9CBB-132A8FCCCFB1}" type="presParOf" srcId="{F9982D32-2502-4E7C-9DE8-BFC0E861B3A3}" destId="{58D645EF-204E-470D-AD94-BE8920C54F5C}" srcOrd="1" destOrd="0" presId="urn:microsoft.com/office/officeart/2005/8/layout/hierarchy1"/>
    <dgm:cxn modelId="{A75A090D-56FB-4A7D-B994-F92369D294AE}" type="presParOf" srcId="{58D645EF-204E-470D-AD94-BE8920C54F5C}" destId="{010D743A-B406-4ADC-BADA-1FF922EAFB1D}" srcOrd="0" destOrd="0" presId="urn:microsoft.com/office/officeart/2005/8/layout/hierarchy1"/>
    <dgm:cxn modelId="{8D045D16-3ACB-4A43-B82C-6FE1FF315044}" type="presParOf" srcId="{010D743A-B406-4ADC-BADA-1FF922EAFB1D}" destId="{3B7565FA-4D89-4EFC-A1D6-27F1D9D25A40}" srcOrd="0" destOrd="0" presId="urn:microsoft.com/office/officeart/2005/8/layout/hierarchy1"/>
    <dgm:cxn modelId="{6B81616A-62AF-4F44-8984-474F2BF95FD4}" type="presParOf" srcId="{010D743A-B406-4ADC-BADA-1FF922EAFB1D}" destId="{516924C9-7638-449D-BA17-D8F3280F3492}" srcOrd="1" destOrd="0" presId="urn:microsoft.com/office/officeart/2005/8/layout/hierarchy1"/>
    <dgm:cxn modelId="{1E62D055-36FE-452A-A20F-6CE6C2D10FB2}" type="presParOf" srcId="{58D645EF-204E-470D-AD94-BE8920C54F5C}" destId="{82A1F4CD-CE9D-4501-AFC3-A180A55E1E20}" srcOrd="1" destOrd="0" presId="urn:microsoft.com/office/officeart/2005/8/layout/hierarchy1"/>
    <dgm:cxn modelId="{4B6C4A63-49A1-4509-91EE-D59F9C0CBAC5}" type="presParOf" srcId="{82A1F4CD-CE9D-4501-AFC3-A180A55E1E20}" destId="{2A8D0338-9276-42EA-8D2C-40C1A8AB4E67}" srcOrd="0" destOrd="0" presId="urn:microsoft.com/office/officeart/2005/8/layout/hierarchy1"/>
    <dgm:cxn modelId="{6A7B32A1-E6AA-416F-8B83-2C9566BAA1BF}" type="presParOf" srcId="{82A1F4CD-CE9D-4501-AFC3-A180A55E1E20}" destId="{7EB6B9E4-E5E8-49B1-A506-7B495FAB0F1F}" srcOrd="1" destOrd="0" presId="urn:microsoft.com/office/officeart/2005/8/layout/hierarchy1"/>
    <dgm:cxn modelId="{773E854A-B4F7-4AC9-B94D-6891AFAD547F}" type="presParOf" srcId="{7EB6B9E4-E5E8-49B1-A506-7B495FAB0F1F}" destId="{923FEA8E-2371-4150-A76B-DF164C355CF9}" srcOrd="0" destOrd="0" presId="urn:microsoft.com/office/officeart/2005/8/layout/hierarchy1"/>
    <dgm:cxn modelId="{713F2A16-3756-41C0-84F2-ABCC0C093D4F}" type="presParOf" srcId="{923FEA8E-2371-4150-A76B-DF164C355CF9}" destId="{CCE1A6E6-13C1-44FA-A64F-FC781656735D}" srcOrd="0" destOrd="0" presId="urn:microsoft.com/office/officeart/2005/8/layout/hierarchy1"/>
    <dgm:cxn modelId="{8308BE61-567D-48D5-A0AD-AE981AEF0973}" type="presParOf" srcId="{923FEA8E-2371-4150-A76B-DF164C355CF9}" destId="{F01099BA-FB07-4631-91BA-A050657EAB6B}" srcOrd="1" destOrd="0" presId="urn:microsoft.com/office/officeart/2005/8/layout/hierarchy1"/>
    <dgm:cxn modelId="{1E30FEE8-951B-4CE9-82C0-07FDCC1E6804}" type="presParOf" srcId="{7EB6B9E4-E5E8-49B1-A506-7B495FAB0F1F}" destId="{D46204CE-AC76-4E1D-BEB5-F2D945C2423B}" srcOrd="1" destOrd="0" presId="urn:microsoft.com/office/officeart/2005/8/layout/hierarchy1"/>
    <dgm:cxn modelId="{8E6C2F27-4EA9-4ABE-BE75-73E6BD934681}" type="presParOf" srcId="{82A1F4CD-CE9D-4501-AFC3-A180A55E1E20}" destId="{2AAA8578-126B-47C7-963A-2D0ADF6A9CF7}" srcOrd="2" destOrd="0" presId="urn:microsoft.com/office/officeart/2005/8/layout/hierarchy1"/>
    <dgm:cxn modelId="{3A1B06CD-610F-40AA-8FD7-89BEB314DA91}" type="presParOf" srcId="{82A1F4CD-CE9D-4501-AFC3-A180A55E1E20}" destId="{8E67B9C5-7A55-4318-BFB2-BFA27C23A122}" srcOrd="3" destOrd="0" presId="urn:microsoft.com/office/officeart/2005/8/layout/hierarchy1"/>
    <dgm:cxn modelId="{DFE59887-07D5-4A3B-A455-490AA41E87B3}" type="presParOf" srcId="{8E67B9C5-7A55-4318-BFB2-BFA27C23A122}" destId="{4AC54F63-5D32-429B-A887-1753EA99A0B5}" srcOrd="0" destOrd="0" presId="urn:microsoft.com/office/officeart/2005/8/layout/hierarchy1"/>
    <dgm:cxn modelId="{2D28DF4B-C2F0-4147-B342-5525ADFC8C67}" type="presParOf" srcId="{4AC54F63-5D32-429B-A887-1753EA99A0B5}" destId="{279E29A9-CA71-44B8-8E00-737519DB9CCF}" srcOrd="0" destOrd="0" presId="urn:microsoft.com/office/officeart/2005/8/layout/hierarchy1"/>
    <dgm:cxn modelId="{92AD3EBF-5386-4F0B-9DA0-459C26C29817}" type="presParOf" srcId="{4AC54F63-5D32-429B-A887-1753EA99A0B5}" destId="{01689F69-2B6A-4AAA-871F-7689FAB1DFE6}" srcOrd="1" destOrd="0" presId="urn:microsoft.com/office/officeart/2005/8/layout/hierarchy1"/>
    <dgm:cxn modelId="{87269471-78B0-42A3-AC7D-CAF2CEDB08DE}" type="presParOf" srcId="{8E67B9C5-7A55-4318-BFB2-BFA27C23A122}" destId="{F4046525-084B-436A-9E33-DCD96883073B}" srcOrd="1" destOrd="0" presId="urn:microsoft.com/office/officeart/2005/8/layout/hierarchy1"/>
    <dgm:cxn modelId="{439D8B83-86D2-4DF2-8CEE-22F753DCC1BF}" type="presParOf" srcId="{82A1F4CD-CE9D-4501-AFC3-A180A55E1E20}" destId="{CF3CDD42-52FF-494E-84BA-AF89AA3BA555}" srcOrd="4" destOrd="0" presId="urn:microsoft.com/office/officeart/2005/8/layout/hierarchy1"/>
    <dgm:cxn modelId="{8149C5D2-0C2B-4251-8113-DA941F2E7193}" type="presParOf" srcId="{82A1F4CD-CE9D-4501-AFC3-A180A55E1E20}" destId="{8CEBF383-6403-4C14-A4CE-72E20CEC517C}" srcOrd="5" destOrd="0" presId="urn:microsoft.com/office/officeart/2005/8/layout/hierarchy1"/>
    <dgm:cxn modelId="{FA7C418F-4949-48B7-B6BF-68D45E4C5808}" type="presParOf" srcId="{8CEBF383-6403-4C14-A4CE-72E20CEC517C}" destId="{3286C6E0-D1A1-4D05-8F0D-F71C52143D5F}" srcOrd="0" destOrd="0" presId="urn:microsoft.com/office/officeart/2005/8/layout/hierarchy1"/>
    <dgm:cxn modelId="{C5CD95F9-D6FC-4FFD-8CC0-319A3EC7AB7F}" type="presParOf" srcId="{3286C6E0-D1A1-4D05-8F0D-F71C52143D5F}" destId="{FF9183ED-0443-4560-95CA-E5A3C764FE41}" srcOrd="0" destOrd="0" presId="urn:microsoft.com/office/officeart/2005/8/layout/hierarchy1"/>
    <dgm:cxn modelId="{230053D1-F64A-4E2A-AE6F-19587ED7C537}" type="presParOf" srcId="{3286C6E0-D1A1-4D05-8F0D-F71C52143D5F}" destId="{62129D36-423A-449E-BF56-D79EAEEE6E24}" srcOrd="1" destOrd="0" presId="urn:microsoft.com/office/officeart/2005/8/layout/hierarchy1"/>
    <dgm:cxn modelId="{7DAA61CC-8092-4CB8-9245-F63590D496DB}" type="presParOf" srcId="{8CEBF383-6403-4C14-A4CE-72E20CEC517C}" destId="{6F63A07D-8943-4EE2-AACD-0E9A9202B24E}" srcOrd="1" destOrd="0" presId="urn:microsoft.com/office/officeart/2005/8/layout/hierarchy1"/>
    <dgm:cxn modelId="{96558F5A-0B21-4C4F-8F72-D06F511FE7D5}" type="presParOf" srcId="{82A1F4CD-CE9D-4501-AFC3-A180A55E1E20}" destId="{E1D5CF79-B9B4-4E2E-871D-A383B68FC17A}" srcOrd="6" destOrd="0" presId="urn:microsoft.com/office/officeart/2005/8/layout/hierarchy1"/>
    <dgm:cxn modelId="{18873977-2AA9-4A6E-BBB8-41F203F571DD}" type="presParOf" srcId="{82A1F4CD-CE9D-4501-AFC3-A180A55E1E20}" destId="{76067801-B3A2-4181-822D-274A6DC62A8F}" srcOrd="7" destOrd="0" presId="urn:microsoft.com/office/officeart/2005/8/layout/hierarchy1"/>
    <dgm:cxn modelId="{B3850D30-1F25-4C2F-A166-243D4193FF03}" type="presParOf" srcId="{76067801-B3A2-4181-822D-274A6DC62A8F}" destId="{38E98DBA-6CB7-41F3-902F-8C15AE679499}" srcOrd="0" destOrd="0" presId="urn:microsoft.com/office/officeart/2005/8/layout/hierarchy1"/>
    <dgm:cxn modelId="{ED988FA2-2931-4594-8839-F1C278C6A618}" type="presParOf" srcId="{38E98DBA-6CB7-41F3-902F-8C15AE679499}" destId="{D11BFE97-551A-4636-AA81-DA7C8DC01673}" srcOrd="0" destOrd="0" presId="urn:microsoft.com/office/officeart/2005/8/layout/hierarchy1"/>
    <dgm:cxn modelId="{969F61EF-4D19-40BC-A725-EFAFC5DFCB5A}" type="presParOf" srcId="{38E98DBA-6CB7-41F3-902F-8C15AE679499}" destId="{6F159D15-EC63-4B16-8C90-3E1F2022F244}" srcOrd="1" destOrd="0" presId="urn:microsoft.com/office/officeart/2005/8/layout/hierarchy1"/>
    <dgm:cxn modelId="{05DDED4F-AB09-4BF7-9B00-3AB6FFD2C88A}" type="presParOf" srcId="{76067801-B3A2-4181-822D-274A6DC62A8F}" destId="{343CF998-244C-4004-AFD6-89B44832B46A}" srcOrd="1" destOrd="0" presId="urn:microsoft.com/office/officeart/2005/8/layout/hierarchy1"/>
    <dgm:cxn modelId="{DA908425-D0E1-4AF1-B491-39923C6503BF}" type="presParOf" srcId="{F9982D32-2502-4E7C-9DE8-BFC0E861B3A3}" destId="{E64930BB-A22E-43C7-A56D-7E2D0FF45546}" srcOrd="2" destOrd="0" presId="urn:microsoft.com/office/officeart/2005/8/layout/hierarchy1"/>
    <dgm:cxn modelId="{CC4BD8E2-A175-44CE-852C-8EF059505BD6}" type="presParOf" srcId="{F9982D32-2502-4E7C-9DE8-BFC0E861B3A3}" destId="{DD00B991-F211-439B-ABEA-79F62F8DEB66}" srcOrd="3" destOrd="0" presId="urn:microsoft.com/office/officeart/2005/8/layout/hierarchy1"/>
    <dgm:cxn modelId="{B4BAE731-DC2A-4042-9D7C-9EAA23419912}" type="presParOf" srcId="{DD00B991-F211-439B-ABEA-79F62F8DEB66}" destId="{77BF0A8A-BB60-42F5-9355-714372DD4EEE}" srcOrd="0" destOrd="0" presId="urn:microsoft.com/office/officeart/2005/8/layout/hierarchy1"/>
    <dgm:cxn modelId="{2E5F9D7F-0540-4FB6-87DB-DDB67640C5ED}" type="presParOf" srcId="{77BF0A8A-BB60-42F5-9355-714372DD4EEE}" destId="{965850F9-8C5A-4653-BF1E-DC8003916DCF}" srcOrd="0" destOrd="0" presId="urn:microsoft.com/office/officeart/2005/8/layout/hierarchy1"/>
    <dgm:cxn modelId="{D863C935-F55F-4B10-B8E6-54868F0BBEA2}" type="presParOf" srcId="{77BF0A8A-BB60-42F5-9355-714372DD4EEE}" destId="{EB5FA8A3-5936-4F1F-B45D-E25886B3FC78}" srcOrd="1" destOrd="0" presId="urn:microsoft.com/office/officeart/2005/8/layout/hierarchy1"/>
    <dgm:cxn modelId="{460AB2EF-0FEC-4979-85E0-5E4F8BA37D9C}" type="presParOf" srcId="{DD00B991-F211-439B-ABEA-79F62F8DEB66}" destId="{091E407E-859F-4EB5-B002-58703F6A123A}" srcOrd="1" destOrd="0" presId="urn:microsoft.com/office/officeart/2005/8/layout/hierarchy1"/>
    <dgm:cxn modelId="{89EC0E4D-BBB8-4005-923E-5AE50C7F4214}" type="presParOf" srcId="{091E407E-859F-4EB5-B002-58703F6A123A}" destId="{105318D1-4501-4E8B-87D8-91F549285F4E}" srcOrd="0" destOrd="0" presId="urn:microsoft.com/office/officeart/2005/8/layout/hierarchy1"/>
    <dgm:cxn modelId="{C63D4007-F3F7-415A-B8A8-ECC48EBE1830}" type="presParOf" srcId="{091E407E-859F-4EB5-B002-58703F6A123A}" destId="{BDCBEA1A-A5B5-451B-90F6-C11A6C0B019F}" srcOrd="1" destOrd="0" presId="urn:microsoft.com/office/officeart/2005/8/layout/hierarchy1"/>
    <dgm:cxn modelId="{D4C47AE9-1E8E-4A56-8A6C-FB266C7831C0}" type="presParOf" srcId="{BDCBEA1A-A5B5-451B-90F6-C11A6C0B019F}" destId="{7B202EC8-FC05-4F45-BFC3-1737923558B3}" srcOrd="0" destOrd="0" presId="urn:microsoft.com/office/officeart/2005/8/layout/hierarchy1"/>
    <dgm:cxn modelId="{0F83B745-A868-4D2B-810E-0613E3C7E8F2}" type="presParOf" srcId="{7B202EC8-FC05-4F45-BFC3-1737923558B3}" destId="{550243F4-F727-41C4-93A0-E5AB349EB5CB}" srcOrd="0" destOrd="0" presId="urn:microsoft.com/office/officeart/2005/8/layout/hierarchy1"/>
    <dgm:cxn modelId="{5EF458E1-6995-4448-A89C-C4F39A1C8C39}" type="presParOf" srcId="{7B202EC8-FC05-4F45-BFC3-1737923558B3}" destId="{C785F5C9-0639-4702-BC97-CCB10EDE861E}" srcOrd="1" destOrd="0" presId="urn:microsoft.com/office/officeart/2005/8/layout/hierarchy1"/>
    <dgm:cxn modelId="{D4C27762-EB52-476F-870F-0CB443C4E04D}" type="presParOf" srcId="{BDCBEA1A-A5B5-451B-90F6-C11A6C0B019F}" destId="{ECA8F188-6E55-42CD-879E-1563B8888201}" srcOrd="1" destOrd="0" presId="urn:microsoft.com/office/officeart/2005/8/layout/hierarchy1"/>
    <dgm:cxn modelId="{07B05C58-0D80-480C-BC9D-C7145DB0250C}" type="presParOf" srcId="{091E407E-859F-4EB5-B002-58703F6A123A}" destId="{C26D5651-1621-4929-953E-FCF1379A5633}" srcOrd="2" destOrd="0" presId="urn:microsoft.com/office/officeart/2005/8/layout/hierarchy1"/>
    <dgm:cxn modelId="{62E010A4-58E4-4971-969A-65BC8F7CF4B6}" type="presParOf" srcId="{091E407E-859F-4EB5-B002-58703F6A123A}" destId="{40078E83-D3D5-4CA3-BF08-1CFA8C977DF3}" srcOrd="3" destOrd="0" presId="urn:microsoft.com/office/officeart/2005/8/layout/hierarchy1"/>
    <dgm:cxn modelId="{C2D4A691-84D3-4781-AB99-2381CD41DC8D}" type="presParOf" srcId="{40078E83-D3D5-4CA3-BF08-1CFA8C977DF3}" destId="{D369E186-8613-4187-B8BB-7F16E2A5341A}" srcOrd="0" destOrd="0" presId="urn:microsoft.com/office/officeart/2005/8/layout/hierarchy1"/>
    <dgm:cxn modelId="{32BA9412-5975-4393-BA8B-7FFB446A3D5F}" type="presParOf" srcId="{D369E186-8613-4187-B8BB-7F16E2A5341A}" destId="{BEF04C7D-4818-4661-B831-20B0F7B0277F}" srcOrd="0" destOrd="0" presId="urn:microsoft.com/office/officeart/2005/8/layout/hierarchy1"/>
    <dgm:cxn modelId="{C337E625-B38B-4515-9DA3-23D13C758125}" type="presParOf" srcId="{D369E186-8613-4187-B8BB-7F16E2A5341A}" destId="{EED0BD16-6744-4A0B-9140-74916DF73FA8}" srcOrd="1" destOrd="0" presId="urn:microsoft.com/office/officeart/2005/8/layout/hierarchy1"/>
    <dgm:cxn modelId="{B78F563F-37AA-4334-AA9C-D59754084FED}" type="presParOf" srcId="{40078E83-D3D5-4CA3-BF08-1CFA8C977DF3}" destId="{B3275FC6-621D-4BEB-99B4-E275CC0EA298}" srcOrd="1" destOrd="0" presId="urn:microsoft.com/office/officeart/2005/8/layout/hierarchy1"/>
    <dgm:cxn modelId="{5D92E9E9-AB8A-4497-ABC7-CB8B288B59B4}" type="presParOf" srcId="{091E407E-859F-4EB5-B002-58703F6A123A}" destId="{3D528D45-609A-4C5F-BD84-13AA19B247A9}" srcOrd="4" destOrd="0" presId="urn:microsoft.com/office/officeart/2005/8/layout/hierarchy1"/>
    <dgm:cxn modelId="{9F3CA083-4BFF-4E8E-9F31-ACCA00A8A175}" type="presParOf" srcId="{091E407E-859F-4EB5-B002-58703F6A123A}" destId="{76488B3A-21FD-41D2-BD84-59015A160643}" srcOrd="5" destOrd="0" presId="urn:microsoft.com/office/officeart/2005/8/layout/hierarchy1"/>
    <dgm:cxn modelId="{69F7C1CD-CCDE-47B8-A9B0-3C563AC2D37C}" type="presParOf" srcId="{76488B3A-21FD-41D2-BD84-59015A160643}" destId="{86505985-677F-47A2-AEC3-8CFB9093CF2E}" srcOrd="0" destOrd="0" presId="urn:microsoft.com/office/officeart/2005/8/layout/hierarchy1"/>
    <dgm:cxn modelId="{06EC3893-FFF4-4705-A5D7-29DC3D0B9E28}" type="presParOf" srcId="{86505985-677F-47A2-AEC3-8CFB9093CF2E}" destId="{B2D0F601-6F6E-45D4-98CB-3CF733EDAB7B}" srcOrd="0" destOrd="0" presId="urn:microsoft.com/office/officeart/2005/8/layout/hierarchy1"/>
    <dgm:cxn modelId="{684687E5-1F93-4C36-B6E6-F5CC20C811CA}" type="presParOf" srcId="{86505985-677F-47A2-AEC3-8CFB9093CF2E}" destId="{926FF0AC-C77F-4133-BD71-A64D664970E5}" srcOrd="1" destOrd="0" presId="urn:microsoft.com/office/officeart/2005/8/layout/hierarchy1"/>
    <dgm:cxn modelId="{D2EA3ADC-0397-499B-A01F-79B9DB5CFF27}" type="presParOf" srcId="{76488B3A-21FD-41D2-BD84-59015A160643}" destId="{D8744497-974D-42FC-A551-CC2126505948}" srcOrd="1" destOrd="0" presId="urn:microsoft.com/office/officeart/2005/8/layout/hierarchy1"/>
    <dgm:cxn modelId="{70E482A6-1ACD-4ED6-BA2F-0B58EA00632C}" type="presParOf" srcId="{F9982D32-2502-4E7C-9DE8-BFC0E861B3A3}" destId="{1D94CA49-242E-48D6-BE91-9AAE4BCCFFA6}" srcOrd="4" destOrd="0" presId="urn:microsoft.com/office/officeart/2005/8/layout/hierarchy1"/>
    <dgm:cxn modelId="{8F637622-D8BC-4920-9734-C26E6C89B7A6}" type="presParOf" srcId="{F9982D32-2502-4E7C-9DE8-BFC0E861B3A3}" destId="{D3DBE321-67A5-43C3-9372-C507F8735BC6}" srcOrd="5" destOrd="0" presId="urn:microsoft.com/office/officeart/2005/8/layout/hierarchy1"/>
    <dgm:cxn modelId="{161E5526-BA87-4988-8627-16CEFC412C67}" type="presParOf" srcId="{D3DBE321-67A5-43C3-9372-C507F8735BC6}" destId="{221D4F20-7AC8-4774-B6E9-1E590481BFF3}" srcOrd="0" destOrd="0" presId="urn:microsoft.com/office/officeart/2005/8/layout/hierarchy1"/>
    <dgm:cxn modelId="{5115D0FB-BE2F-451B-8D4C-E272E71CC6F5}" type="presParOf" srcId="{221D4F20-7AC8-4774-B6E9-1E590481BFF3}" destId="{2CCFB583-8ED8-4484-9DAA-644575C75EDD}" srcOrd="0" destOrd="0" presId="urn:microsoft.com/office/officeart/2005/8/layout/hierarchy1"/>
    <dgm:cxn modelId="{0B9C21B6-ABCE-4B3E-A288-08B9BBFCC721}" type="presParOf" srcId="{221D4F20-7AC8-4774-B6E9-1E590481BFF3}" destId="{3402F032-B73B-4C1A-8582-C800BABB7740}" srcOrd="1" destOrd="0" presId="urn:microsoft.com/office/officeart/2005/8/layout/hierarchy1"/>
    <dgm:cxn modelId="{D972BCFD-DEB5-4127-BD1E-67F33C926837}" type="presParOf" srcId="{D3DBE321-67A5-43C3-9372-C507F8735BC6}" destId="{70EE3F6E-66CD-4FC4-A23F-0524EA46F750}" srcOrd="1" destOrd="0" presId="urn:microsoft.com/office/officeart/2005/8/layout/hierarchy1"/>
    <dgm:cxn modelId="{74D5E7DF-A2FA-4F16-B65E-0EF7633DD938}" type="presParOf" srcId="{70EE3F6E-66CD-4FC4-A23F-0524EA46F750}" destId="{EDAF8D54-1F66-464A-ACD9-A00FB59C7E8C}" srcOrd="0" destOrd="0" presId="urn:microsoft.com/office/officeart/2005/8/layout/hierarchy1"/>
    <dgm:cxn modelId="{48837E46-E8F1-4FAD-A6BD-2DFDA6416C7C}" type="presParOf" srcId="{70EE3F6E-66CD-4FC4-A23F-0524EA46F750}" destId="{4F81821D-82E3-4993-AF11-35BEF3C08D5B}" srcOrd="1" destOrd="0" presId="urn:microsoft.com/office/officeart/2005/8/layout/hierarchy1"/>
    <dgm:cxn modelId="{27244F4A-BA38-4725-81BF-7A46C6D3A125}" type="presParOf" srcId="{4F81821D-82E3-4993-AF11-35BEF3C08D5B}" destId="{83093260-FB21-4AD3-A744-E391AC7790A3}" srcOrd="0" destOrd="0" presId="urn:microsoft.com/office/officeart/2005/8/layout/hierarchy1"/>
    <dgm:cxn modelId="{05299F5C-1131-4B75-B29A-FC86F7E87F76}" type="presParOf" srcId="{83093260-FB21-4AD3-A744-E391AC7790A3}" destId="{F109968D-3D56-4AD9-A197-DC3CC82F8B42}" srcOrd="0" destOrd="0" presId="urn:microsoft.com/office/officeart/2005/8/layout/hierarchy1"/>
    <dgm:cxn modelId="{2DF0459A-8842-43AF-BB0B-C39189C513E0}" type="presParOf" srcId="{83093260-FB21-4AD3-A744-E391AC7790A3}" destId="{DA770135-EE6A-458D-88F3-0C76F494D48B}" srcOrd="1" destOrd="0" presId="urn:microsoft.com/office/officeart/2005/8/layout/hierarchy1"/>
    <dgm:cxn modelId="{E69D97E6-83AC-4557-8D91-1754372C825E}" type="presParOf" srcId="{4F81821D-82E3-4993-AF11-35BEF3C08D5B}" destId="{F4B601FB-A3E8-4185-9E5D-AE148FBDC315}" srcOrd="1" destOrd="0" presId="urn:microsoft.com/office/officeart/2005/8/layout/hierarchy1"/>
    <dgm:cxn modelId="{F76DA557-5AAD-4C3D-AA6B-6E3B1104B870}" type="presParOf" srcId="{70EE3F6E-66CD-4FC4-A23F-0524EA46F750}" destId="{08DA306E-C9FB-4549-AB2A-E55283B55147}" srcOrd="2" destOrd="0" presId="urn:microsoft.com/office/officeart/2005/8/layout/hierarchy1"/>
    <dgm:cxn modelId="{9F63F40C-C7DC-4DCA-8F1C-82B065BED809}" type="presParOf" srcId="{70EE3F6E-66CD-4FC4-A23F-0524EA46F750}" destId="{C2BFF120-853A-4174-8112-551EBC846CED}" srcOrd="3" destOrd="0" presId="urn:microsoft.com/office/officeart/2005/8/layout/hierarchy1"/>
    <dgm:cxn modelId="{328FE575-AE4F-4ED5-9793-2A6D341B6231}" type="presParOf" srcId="{C2BFF120-853A-4174-8112-551EBC846CED}" destId="{A3502088-65EE-4CCF-8CD8-7628BD2610AA}" srcOrd="0" destOrd="0" presId="urn:microsoft.com/office/officeart/2005/8/layout/hierarchy1"/>
    <dgm:cxn modelId="{0424A464-1D9F-4726-B4E1-D044986A02A4}" type="presParOf" srcId="{A3502088-65EE-4CCF-8CD8-7628BD2610AA}" destId="{CAC73735-CC2E-42E1-8C90-1A05FB598D59}" srcOrd="0" destOrd="0" presId="urn:microsoft.com/office/officeart/2005/8/layout/hierarchy1"/>
    <dgm:cxn modelId="{48D528FA-C701-42D8-B327-842B40BCBFA7}" type="presParOf" srcId="{A3502088-65EE-4CCF-8CD8-7628BD2610AA}" destId="{B521078C-6871-46AF-8C3F-A995DA10BE9C}" srcOrd="1" destOrd="0" presId="urn:microsoft.com/office/officeart/2005/8/layout/hierarchy1"/>
    <dgm:cxn modelId="{F0BFEE0E-28C4-4A6D-B7AB-DA0B20414016}" type="presParOf" srcId="{C2BFF120-853A-4174-8112-551EBC846CED}" destId="{C166F106-4D07-4F91-9FFB-9C10F66A0263}" srcOrd="1" destOrd="0" presId="urn:microsoft.com/office/officeart/2005/8/layout/hierarchy1"/>
    <dgm:cxn modelId="{A762A6D6-7F4C-43E1-9A8C-9B7C723BEA43}" type="presParOf" srcId="{70EE3F6E-66CD-4FC4-A23F-0524EA46F750}" destId="{1D579EE4-B9B4-43E3-A949-AE95BBD9D78F}" srcOrd="4" destOrd="0" presId="urn:microsoft.com/office/officeart/2005/8/layout/hierarchy1"/>
    <dgm:cxn modelId="{6125AB65-2AE3-48CF-97D7-5C396B0746A9}" type="presParOf" srcId="{70EE3F6E-66CD-4FC4-A23F-0524EA46F750}" destId="{0ADEB42F-BAB0-4B94-A810-7C85E4964879}" srcOrd="5" destOrd="0" presId="urn:microsoft.com/office/officeart/2005/8/layout/hierarchy1"/>
    <dgm:cxn modelId="{C28F819E-7A47-4AD1-9994-CA1A7B8D489B}" type="presParOf" srcId="{0ADEB42F-BAB0-4B94-A810-7C85E4964879}" destId="{AD40AC13-2944-4856-B446-F6BE8476510F}" srcOrd="0" destOrd="0" presId="urn:microsoft.com/office/officeart/2005/8/layout/hierarchy1"/>
    <dgm:cxn modelId="{9867C5A7-F03B-47D3-80D5-5893527FCDAA}" type="presParOf" srcId="{AD40AC13-2944-4856-B446-F6BE8476510F}" destId="{23D8B9B4-441E-438D-914C-14113F045F91}" srcOrd="0" destOrd="0" presId="urn:microsoft.com/office/officeart/2005/8/layout/hierarchy1"/>
    <dgm:cxn modelId="{39C6956A-88D2-4053-BB8E-301C1F896DB4}" type="presParOf" srcId="{AD40AC13-2944-4856-B446-F6BE8476510F}" destId="{F0964B0D-D3A7-4065-9BFE-39C857BAD42D}" srcOrd="1" destOrd="0" presId="urn:microsoft.com/office/officeart/2005/8/layout/hierarchy1"/>
    <dgm:cxn modelId="{F3F26428-0B68-45CD-A929-1D5B28168D83}" type="presParOf" srcId="{0ADEB42F-BAB0-4B94-A810-7C85E4964879}" destId="{7D69ABF5-8196-4AC6-80D2-8E9BE90976D4}" srcOrd="1" destOrd="0" presId="urn:microsoft.com/office/officeart/2005/8/layout/hierarchy1"/>
    <dgm:cxn modelId="{BC17CB35-5CF9-4202-A422-4B13AD49303D}" type="presParOf" srcId="{70EE3F6E-66CD-4FC4-A23F-0524EA46F750}" destId="{1837DA93-F877-432A-84F2-CDC80304F9F1}" srcOrd="6" destOrd="0" presId="urn:microsoft.com/office/officeart/2005/8/layout/hierarchy1"/>
    <dgm:cxn modelId="{1F5B830C-21B6-4C52-9654-03DD458FD203}" type="presParOf" srcId="{70EE3F6E-66CD-4FC4-A23F-0524EA46F750}" destId="{D7DD5E5E-61A3-4741-A73D-06F6FEE17D8A}" srcOrd="7" destOrd="0" presId="urn:microsoft.com/office/officeart/2005/8/layout/hierarchy1"/>
    <dgm:cxn modelId="{9A0A0074-85FA-4D22-87DE-FBD427D5C260}" type="presParOf" srcId="{D7DD5E5E-61A3-4741-A73D-06F6FEE17D8A}" destId="{BF52A7DC-4C6F-4097-AD69-B9BDE289AAD8}" srcOrd="0" destOrd="0" presId="urn:microsoft.com/office/officeart/2005/8/layout/hierarchy1"/>
    <dgm:cxn modelId="{31DCD61D-BBF3-4759-A9E3-F1ECBFA84679}" type="presParOf" srcId="{BF52A7DC-4C6F-4097-AD69-B9BDE289AAD8}" destId="{A958B017-474E-4DAC-BADC-75FB3FEE4960}" srcOrd="0" destOrd="0" presId="urn:microsoft.com/office/officeart/2005/8/layout/hierarchy1"/>
    <dgm:cxn modelId="{A2C04434-E733-42CD-A647-9FB62ACF617C}" type="presParOf" srcId="{BF52A7DC-4C6F-4097-AD69-B9BDE289AAD8}" destId="{BE2AF250-AF9A-4EA0-BAA2-72E21D1CC1A5}" srcOrd="1" destOrd="0" presId="urn:microsoft.com/office/officeart/2005/8/layout/hierarchy1"/>
    <dgm:cxn modelId="{B46F0AC5-68BA-4150-B578-EB1018447ABF}" type="presParOf" srcId="{D7DD5E5E-61A3-4741-A73D-06F6FEE17D8A}" destId="{B8C1C6DC-3742-4D03-86B3-F969BC18549A}"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9E468-6DBA-4888-AA58-734D77D196EC}">
      <dsp:nvSpPr>
        <dsp:cNvPr id="0" name=""/>
        <dsp:cNvSpPr/>
      </dsp:nvSpPr>
      <dsp:spPr>
        <a:xfrm>
          <a:off x="4507375" y="170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স্বভাবের</a:t>
          </a:r>
          <a:r>
            <a:rPr lang="en-US" sz="3100" kern="1200" dirty="0"/>
            <a:t> </a:t>
          </a:r>
          <a:r>
            <a:rPr lang="en-US" sz="3100" kern="1200" dirty="0" err="1"/>
            <a:t>ভিত্তিতে</a:t>
          </a:r>
          <a:endParaRPr lang="en-US" sz="3100" kern="1200" dirty="0"/>
        </a:p>
      </dsp:txBody>
      <dsp:txXfrm>
        <a:off x="4559153" y="53481"/>
        <a:ext cx="2548176" cy="1664265"/>
      </dsp:txXfrm>
    </dsp:sp>
    <dsp:sp modelId="{37636999-08C4-4C68-B728-455F0C0C07CB}">
      <dsp:nvSpPr>
        <dsp:cNvPr id="0" name=""/>
        <dsp:cNvSpPr/>
      </dsp:nvSpPr>
      <dsp:spPr>
        <a:xfrm>
          <a:off x="2385989" y="1769525"/>
          <a:ext cx="3447252" cy="707128"/>
        </a:xfrm>
        <a:custGeom>
          <a:avLst/>
          <a:gdLst/>
          <a:ahLst/>
          <a:cxnLst/>
          <a:rect l="0" t="0" r="0" b="0"/>
          <a:pathLst>
            <a:path>
              <a:moveTo>
                <a:pt x="3447252" y="0"/>
              </a:moveTo>
              <a:lnTo>
                <a:pt x="3447252" y="353564"/>
              </a:lnTo>
              <a:lnTo>
                <a:pt x="0" y="353564"/>
              </a:lnTo>
              <a:lnTo>
                <a:pt x="0"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B5B9327-12B9-46AD-8916-9BF11AB35631}">
      <dsp:nvSpPr>
        <dsp:cNvPr id="0" name=""/>
        <dsp:cNvSpPr/>
      </dsp:nvSpPr>
      <dsp:spPr>
        <a:xfrm>
          <a:off x="1060123"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শান্তস্বভাবীঃ</a:t>
          </a:r>
          <a:r>
            <a:rPr lang="en-US" sz="3100" kern="1200" dirty="0"/>
            <a:t> </a:t>
          </a:r>
          <a:r>
            <a:rPr lang="en-US" sz="3100" kern="1200" dirty="0" err="1"/>
            <a:t>রুই</a:t>
          </a:r>
          <a:r>
            <a:rPr lang="en-US" sz="3100" kern="1200" dirty="0"/>
            <a:t>, </a:t>
          </a:r>
          <a:r>
            <a:rPr lang="en-US" sz="3100" kern="1200" dirty="0" err="1"/>
            <a:t>কাতলা</a:t>
          </a:r>
          <a:endParaRPr lang="en-US" sz="3100" kern="1200" dirty="0"/>
        </a:p>
      </dsp:txBody>
      <dsp:txXfrm>
        <a:off x="1111901" y="2528431"/>
        <a:ext cx="2548176" cy="1664265"/>
      </dsp:txXfrm>
    </dsp:sp>
    <dsp:sp modelId="{DD973130-FB6E-41BC-BB88-3C3ED7575068}">
      <dsp:nvSpPr>
        <dsp:cNvPr id="0" name=""/>
        <dsp:cNvSpPr/>
      </dsp:nvSpPr>
      <dsp:spPr>
        <a:xfrm>
          <a:off x="5787521" y="1769525"/>
          <a:ext cx="91440" cy="707128"/>
        </a:xfrm>
        <a:custGeom>
          <a:avLst/>
          <a:gdLst/>
          <a:ahLst/>
          <a:cxnLst/>
          <a:rect l="0" t="0" r="0" b="0"/>
          <a:pathLst>
            <a:path>
              <a:moveTo>
                <a:pt x="45720" y="0"/>
              </a:moveTo>
              <a:lnTo>
                <a:pt x="45720"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3075C73-4952-4B04-A705-1E6A9093DC63}">
      <dsp:nvSpPr>
        <dsp:cNvPr id="0" name=""/>
        <dsp:cNvSpPr/>
      </dsp:nvSpPr>
      <dsp:spPr>
        <a:xfrm>
          <a:off x="4507375"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রাক্ষুসে</a:t>
          </a:r>
          <a:r>
            <a:rPr lang="en-US" sz="3100" kern="1200" dirty="0"/>
            <a:t> </a:t>
          </a:r>
          <a:r>
            <a:rPr lang="en-US" sz="3100" kern="1200" dirty="0" err="1"/>
            <a:t>মাছঃ</a:t>
          </a:r>
          <a:r>
            <a:rPr lang="en-US" sz="3100" kern="1200" dirty="0"/>
            <a:t> </a:t>
          </a:r>
          <a:r>
            <a:rPr lang="en-US" sz="3100" kern="1200" dirty="0" err="1"/>
            <a:t>মাগুর</a:t>
          </a:r>
          <a:r>
            <a:rPr lang="en-US" sz="3100" kern="1200" dirty="0"/>
            <a:t>, </a:t>
          </a:r>
          <a:r>
            <a:rPr lang="en-US" sz="3100" kern="1200" dirty="0" err="1"/>
            <a:t>শোল</a:t>
          </a:r>
          <a:r>
            <a:rPr lang="en-US" sz="3100" kern="1200" dirty="0"/>
            <a:t>, </a:t>
          </a:r>
          <a:r>
            <a:rPr lang="en-US" sz="3100" kern="1200" dirty="0" err="1"/>
            <a:t>গজার</a:t>
          </a:r>
          <a:endParaRPr lang="en-US" sz="3100" kern="1200" dirty="0"/>
        </a:p>
      </dsp:txBody>
      <dsp:txXfrm>
        <a:off x="4559153" y="2528431"/>
        <a:ext cx="2548176" cy="1664265"/>
      </dsp:txXfrm>
    </dsp:sp>
    <dsp:sp modelId="{D5426115-E5BB-433B-B531-9AF78E711935}">
      <dsp:nvSpPr>
        <dsp:cNvPr id="0" name=""/>
        <dsp:cNvSpPr/>
      </dsp:nvSpPr>
      <dsp:spPr>
        <a:xfrm>
          <a:off x="5833241" y="1769525"/>
          <a:ext cx="3447252" cy="707128"/>
        </a:xfrm>
        <a:custGeom>
          <a:avLst/>
          <a:gdLst/>
          <a:ahLst/>
          <a:cxnLst/>
          <a:rect l="0" t="0" r="0" b="0"/>
          <a:pathLst>
            <a:path>
              <a:moveTo>
                <a:pt x="0" y="0"/>
              </a:moveTo>
              <a:lnTo>
                <a:pt x="0" y="353564"/>
              </a:lnTo>
              <a:lnTo>
                <a:pt x="3447252" y="353564"/>
              </a:lnTo>
              <a:lnTo>
                <a:pt x="3447252"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DB27434-41AA-4414-BDB3-B37CC1D63417}">
      <dsp:nvSpPr>
        <dsp:cNvPr id="0" name=""/>
        <dsp:cNvSpPr/>
      </dsp:nvSpPr>
      <dsp:spPr>
        <a:xfrm>
          <a:off x="7954627"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অবাঞ্চিত</a:t>
          </a:r>
          <a:r>
            <a:rPr lang="en-US" sz="3100" kern="1200" dirty="0"/>
            <a:t> </a:t>
          </a:r>
          <a:r>
            <a:rPr lang="en-US" sz="3100" kern="1200" dirty="0" err="1"/>
            <a:t>মাছঃ</a:t>
          </a:r>
          <a:r>
            <a:rPr lang="en-US" sz="3100" kern="1200" dirty="0"/>
            <a:t> </a:t>
          </a:r>
          <a:r>
            <a:rPr lang="en-US" sz="3100" kern="1200" dirty="0" err="1"/>
            <a:t>চান্দা</a:t>
          </a:r>
          <a:r>
            <a:rPr lang="en-US" sz="3100" kern="1200" dirty="0"/>
            <a:t> , </a:t>
          </a:r>
          <a:r>
            <a:rPr lang="en-US" sz="3100" kern="1200" dirty="0" err="1"/>
            <a:t>মলা</a:t>
          </a:r>
          <a:r>
            <a:rPr lang="en-US" sz="3100" kern="1200" dirty="0"/>
            <a:t>, </a:t>
          </a:r>
          <a:r>
            <a:rPr lang="en-US" sz="3100" kern="1200" dirty="0" err="1"/>
            <a:t>পুটি</a:t>
          </a:r>
          <a:endParaRPr lang="en-US" sz="3100" kern="1200" dirty="0"/>
        </a:p>
      </dsp:txBody>
      <dsp:txXfrm>
        <a:off x="8006405" y="2528431"/>
        <a:ext cx="2548176" cy="166426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9E468-6DBA-4888-AA58-734D77D196EC}">
      <dsp:nvSpPr>
        <dsp:cNvPr id="0" name=""/>
        <dsp:cNvSpPr/>
      </dsp:nvSpPr>
      <dsp:spPr>
        <a:xfrm>
          <a:off x="4507375" y="170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err="1"/>
            <a:t>আন্তঃকংকালের</a:t>
          </a:r>
          <a:r>
            <a:rPr lang="en-US" sz="2700" kern="1200" dirty="0"/>
            <a:t> </a:t>
          </a:r>
          <a:r>
            <a:rPr lang="en-US" sz="2700" kern="1200" dirty="0" err="1"/>
            <a:t>ভিত্তিতে</a:t>
          </a:r>
          <a:endParaRPr lang="en-US" sz="2700" kern="1200" dirty="0"/>
        </a:p>
      </dsp:txBody>
      <dsp:txXfrm>
        <a:off x="4559153" y="53481"/>
        <a:ext cx="2548176" cy="1664265"/>
      </dsp:txXfrm>
    </dsp:sp>
    <dsp:sp modelId="{DC880D30-7BBD-4914-AA28-B37C21197DB9}">
      <dsp:nvSpPr>
        <dsp:cNvPr id="0" name=""/>
        <dsp:cNvSpPr/>
      </dsp:nvSpPr>
      <dsp:spPr>
        <a:xfrm>
          <a:off x="4109615" y="1769525"/>
          <a:ext cx="1723626" cy="707128"/>
        </a:xfrm>
        <a:custGeom>
          <a:avLst/>
          <a:gdLst/>
          <a:ahLst/>
          <a:cxnLst/>
          <a:rect l="0" t="0" r="0" b="0"/>
          <a:pathLst>
            <a:path>
              <a:moveTo>
                <a:pt x="1723626" y="0"/>
              </a:moveTo>
              <a:lnTo>
                <a:pt x="1723626" y="353564"/>
              </a:lnTo>
              <a:lnTo>
                <a:pt x="0" y="353564"/>
              </a:lnTo>
              <a:lnTo>
                <a:pt x="0"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957109D-ABE3-44FD-9E41-1FEC1AE78C4D}">
      <dsp:nvSpPr>
        <dsp:cNvPr id="0" name=""/>
        <dsp:cNvSpPr/>
      </dsp:nvSpPr>
      <dsp:spPr>
        <a:xfrm>
          <a:off x="2783749"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err="1"/>
            <a:t>তরুনাস্থিযুক্তঃ</a:t>
          </a:r>
          <a:r>
            <a:rPr lang="en-US" sz="2700" kern="1200" dirty="0"/>
            <a:t> </a:t>
          </a:r>
          <a:r>
            <a:rPr lang="en-US" sz="2700" kern="1200" dirty="0" err="1"/>
            <a:t>করাত</a:t>
          </a:r>
          <a:r>
            <a:rPr lang="en-US" sz="2700" kern="1200" dirty="0"/>
            <a:t> </a:t>
          </a:r>
          <a:r>
            <a:rPr lang="en-US" sz="2700" kern="1200" dirty="0" err="1"/>
            <a:t>মাছ</a:t>
          </a:r>
          <a:r>
            <a:rPr lang="en-US" sz="2700" kern="1200" dirty="0"/>
            <a:t>, </a:t>
          </a:r>
          <a:r>
            <a:rPr lang="en-US" sz="2700" kern="1200" dirty="0" err="1"/>
            <a:t>হাংগর</a:t>
          </a:r>
          <a:endParaRPr lang="en-US" sz="2700" kern="1200" dirty="0"/>
        </a:p>
      </dsp:txBody>
      <dsp:txXfrm>
        <a:off x="2835527" y="2528431"/>
        <a:ext cx="2548176" cy="1664265"/>
      </dsp:txXfrm>
    </dsp:sp>
    <dsp:sp modelId="{4448B30E-8F60-464E-BCF5-252AD0AFCE5E}">
      <dsp:nvSpPr>
        <dsp:cNvPr id="0" name=""/>
        <dsp:cNvSpPr/>
      </dsp:nvSpPr>
      <dsp:spPr>
        <a:xfrm>
          <a:off x="5833241" y="1769525"/>
          <a:ext cx="1723626" cy="707128"/>
        </a:xfrm>
        <a:custGeom>
          <a:avLst/>
          <a:gdLst/>
          <a:ahLst/>
          <a:cxnLst/>
          <a:rect l="0" t="0" r="0" b="0"/>
          <a:pathLst>
            <a:path>
              <a:moveTo>
                <a:pt x="0" y="0"/>
              </a:moveTo>
              <a:lnTo>
                <a:pt x="0" y="353564"/>
              </a:lnTo>
              <a:lnTo>
                <a:pt x="1723626" y="353564"/>
              </a:lnTo>
              <a:lnTo>
                <a:pt x="1723626"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6040D95-675A-4B8C-BB81-95520D75CE3C}">
      <dsp:nvSpPr>
        <dsp:cNvPr id="0" name=""/>
        <dsp:cNvSpPr/>
      </dsp:nvSpPr>
      <dsp:spPr>
        <a:xfrm>
          <a:off x="6231001"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err="1"/>
            <a:t>অস্থিবিশিষ্ট্য</a:t>
          </a:r>
          <a:r>
            <a:rPr lang="en-US" sz="2700" kern="1200" dirty="0"/>
            <a:t> </a:t>
          </a:r>
          <a:r>
            <a:rPr lang="en-US" sz="2700" kern="1200" dirty="0" err="1"/>
            <a:t>মাছঃ</a:t>
          </a:r>
          <a:r>
            <a:rPr lang="en-US" sz="2700" kern="1200" dirty="0"/>
            <a:t> </a:t>
          </a:r>
          <a:r>
            <a:rPr lang="en-US" sz="2700" kern="1200" dirty="0" err="1"/>
            <a:t>রুই</a:t>
          </a:r>
          <a:r>
            <a:rPr lang="en-US" sz="2700" kern="1200" dirty="0"/>
            <a:t>, </a:t>
          </a:r>
          <a:r>
            <a:rPr lang="en-US" sz="2700" kern="1200" dirty="0" err="1"/>
            <a:t>কাতলা</a:t>
          </a:r>
          <a:r>
            <a:rPr lang="en-US" sz="2700" kern="1200" dirty="0"/>
            <a:t>, </a:t>
          </a:r>
          <a:r>
            <a:rPr lang="en-US" sz="2700" kern="1200" dirty="0" err="1"/>
            <a:t>মৃগেল</a:t>
          </a:r>
          <a:endParaRPr lang="en-US" sz="2700" kern="1200" dirty="0"/>
        </a:p>
      </dsp:txBody>
      <dsp:txXfrm>
        <a:off x="6282779" y="2528431"/>
        <a:ext cx="2548176" cy="16642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9E468-6DBA-4888-AA58-734D77D196EC}">
      <dsp:nvSpPr>
        <dsp:cNvPr id="0" name=""/>
        <dsp:cNvSpPr/>
      </dsp:nvSpPr>
      <dsp:spPr>
        <a:xfrm>
          <a:off x="4507375" y="170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আইশের</a:t>
          </a:r>
          <a:r>
            <a:rPr lang="en-US" sz="3100" kern="1200" dirty="0"/>
            <a:t> </a:t>
          </a:r>
          <a:r>
            <a:rPr lang="en-US" sz="3100" kern="1200" dirty="0" err="1"/>
            <a:t>ভিত্তিতে</a:t>
          </a:r>
          <a:endParaRPr lang="en-US" sz="3100" kern="1200" dirty="0"/>
        </a:p>
      </dsp:txBody>
      <dsp:txXfrm>
        <a:off x="4559153" y="53481"/>
        <a:ext cx="2548176" cy="1664265"/>
      </dsp:txXfrm>
    </dsp:sp>
    <dsp:sp modelId="{E858E549-062F-46D4-B177-5938A3A71F07}">
      <dsp:nvSpPr>
        <dsp:cNvPr id="0" name=""/>
        <dsp:cNvSpPr/>
      </dsp:nvSpPr>
      <dsp:spPr>
        <a:xfrm>
          <a:off x="4109615" y="1769525"/>
          <a:ext cx="1723626" cy="707128"/>
        </a:xfrm>
        <a:custGeom>
          <a:avLst/>
          <a:gdLst/>
          <a:ahLst/>
          <a:cxnLst/>
          <a:rect l="0" t="0" r="0" b="0"/>
          <a:pathLst>
            <a:path>
              <a:moveTo>
                <a:pt x="1723626" y="0"/>
              </a:moveTo>
              <a:lnTo>
                <a:pt x="1723626" y="353564"/>
              </a:lnTo>
              <a:lnTo>
                <a:pt x="0" y="353564"/>
              </a:lnTo>
              <a:lnTo>
                <a:pt x="0"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A3F693-602B-41FC-8B2C-E32440134195}">
      <dsp:nvSpPr>
        <dsp:cNvPr id="0" name=""/>
        <dsp:cNvSpPr/>
      </dsp:nvSpPr>
      <dsp:spPr>
        <a:xfrm>
          <a:off x="2783749"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আইশযুক্ত</a:t>
          </a:r>
          <a:r>
            <a:rPr lang="en-US" sz="3100" kern="1200" dirty="0"/>
            <a:t> </a:t>
          </a:r>
          <a:r>
            <a:rPr lang="en-US" sz="3100" kern="1200" dirty="0" err="1"/>
            <a:t>মাছঃ</a:t>
          </a:r>
          <a:r>
            <a:rPr lang="en-US" sz="3100" kern="1200" dirty="0"/>
            <a:t> </a:t>
          </a:r>
          <a:r>
            <a:rPr lang="en-US" sz="3100" kern="1200" dirty="0" err="1"/>
            <a:t>কাতলা</a:t>
          </a:r>
          <a:r>
            <a:rPr lang="en-US" sz="3100" kern="1200" dirty="0"/>
            <a:t>, </a:t>
          </a:r>
          <a:r>
            <a:rPr lang="en-US" sz="3100" kern="1200" dirty="0" err="1"/>
            <a:t>মৃগেল</a:t>
          </a:r>
          <a:endParaRPr lang="en-US" sz="3100" kern="1200" dirty="0"/>
        </a:p>
      </dsp:txBody>
      <dsp:txXfrm>
        <a:off x="2835527" y="2528431"/>
        <a:ext cx="2548176" cy="1664265"/>
      </dsp:txXfrm>
    </dsp:sp>
    <dsp:sp modelId="{D9FAEC2A-C65E-4BF2-902B-D8DC67195D18}">
      <dsp:nvSpPr>
        <dsp:cNvPr id="0" name=""/>
        <dsp:cNvSpPr/>
      </dsp:nvSpPr>
      <dsp:spPr>
        <a:xfrm>
          <a:off x="5833241" y="1769525"/>
          <a:ext cx="1723626" cy="707128"/>
        </a:xfrm>
        <a:custGeom>
          <a:avLst/>
          <a:gdLst/>
          <a:ahLst/>
          <a:cxnLst/>
          <a:rect l="0" t="0" r="0" b="0"/>
          <a:pathLst>
            <a:path>
              <a:moveTo>
                <a:pt x="0" y="0"/>
              </a:moveTo>
              <a:lnTo>
                <a:pt x="0" y="353564"/>
              </a:lnTo>
              <a:lnTo>
                <a:pt x="1723626" y="353564"/>
              </a:lnTo>
              <a:lnTo>
                <a:pt x="1723626"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FA6EB2B-36A1-474E-9832-A8AB1F26D280}">
      <dsp:nvSpPr>
        <dsp:cNvPr id="0" name=""/>
        <dsp:cNvSpPr/>
      </dsp:nvSpPr>
      <dsp:spPr>
        <a:xfrm>
          <a:off x="6231001"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আইশবিহীন</a:t>
          </a:r>
          <a:r>
            <a:rPr lang="en-US" sz="3100" kern="1200" dirty="0"/>
            <a:t> </a:t>
          </a:r>
          <a:r>
            <a:rPr lang="en-US" sz="3100" kern="1200" dirty="0" err="1"/>
            <a:t>মাছঃ</a:t>
          </a:r>
          <a:r>
            <a:rPr lang="en-US" sz="3100" kern="1200" dirty="0"/>
            <a:t> </a:t>
          </a:r>
          <a:r>
            <a:rPr lang="en-US" sz="3100" kern="1200" dirty="0" err="1"/>
            <a:t>পাবদা</a:t>
          </a:r>
          <a:r>
            <a:rPr lang="en-US" sz="3100" kern="1200" dirty="0"/>
            <a:t>, </a:t>
          </a:r>
          <a:r>
            <a:rPr lang="en-US" sz="3100" kern="1200" dirty="0" err="1"/>
            <a:t>মাগুর</a:t>
          </a:r>
          <a:r>
            <a:rPr lang="en-US" sz="3100" kern="1200" dirty="0"/>
            <a:t>, </a:t>
          </a:r>
          <a:r>
            <a:rPr lang="en-US" sz="3100" kern="1200" dirty="0" err="1"/>
            <a:t>শিং</a:t>
          </a:r>
          <a:endParaRPr lang="en-US" sz="3100" kern="1200" dirty="0"/>
        </a:p>
      </dsp:txBody>
      <dsp:txXfrm>
        <a:off x="6282779" y="2528431"/>
        <a:ext cx="2548176" cy="16642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9E468-6DBA-4888-AA58-734D77D196EC}">
      <dsp:nvSpPr>
        <dsp:cNvPr id="0" name=""/>
        <dsp:cNvSpPr/>
      </dsp:nvSpPr>
      <dsp:spPr>
        <a:xfrm>
          <a:off x="4507375" y="170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বাসস্থানের</a:t>
          </a:r>
          <a:r>
            <a:rPr lang="en-US" sz="3100" kern="1200" dirty="0"/>
            <a:t> </a:t>
          </a:r>
          <a:r>
            <a:rPr lang="en-US" sz="3100" kern="1200" dirty="0" err="1"/>
            <a:t>ভিত্তিতে</a:t>
          </a:r>
          <a:r>
            <a:rPr lang="en-US" sz="3100" kern="1200" dirty="0"/>
            <a:t> </a:t>
          </a:r>
        </a:p>
      </dsp:txBody>
      <dsp:txXfrm>
        <a:off x="4559153" y="53481"/>
        <a:ext cx="2548176" cy="1664265"/>
      </dsp:txXfrm>
    </dsp:sp>
    <dsp:sp modelId="{29DB909C-8B5D-4952-B70C-C5A0030575C8}">
      <dsp:nvSpPr>
        <dsp:cNvPr id="0" name=""/>
        <dsp:cNvSpPr/>
      </dsp:nvSpPr>
      <dsp:spPr>
        <a:xfrm>
          <a:off x="2385989" y="1769525"/>
          <a:ext cx="3447252" cy="707128"/>
        </a:xfrm>
        <a:custGeom>
          <a:avLst/>
          <a:gdLst/>
          <a:ahLst/>
          <a:cxnLst/>
          <a:rect l="0" t="0" r="0" b="0"/>
          <a:pathLst>
            <a:path>
              <a:moveTo>
                <a:pt x="3447252" y="0"/>
              </a:moveTo>
              <a:lnTo>
                <a:pt x="3447252" y="353564"/>
              </a:lnTo>
              <a:lnTo>
                <a:pt x="0" y="353564"/>
              </a:lnTo>
              <a:lnTo>
                <a:pt x="0"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5F079A9-A202-472B-84A0-140FEA21F2A5}">
      <dsp:nvSpPr>
        <dsp:cNvPr id="0" name=""/>
        <dsp:cNvSpPr/>
      </dsp:nvSpPr>
      <dsp:spPr>
        <a:xfrm>
          <a:off x="1060123"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স্বাদু</a:t>
          </a:r>
          <a:r>
            <a:rPr lang="en-US" sz="3100" kern="1200" dirty="0"/>
            <a:t> </a:t>
          </a:r>
          <a:r>
            <a:rPr lang="en-US" sz="3100" kern="1200" dirty="0" err="1"/>
            <a:t>পানির</a:t>
          </a:r>
          <a:r>
            <a:rPr lang="en-US" sz="3100" kern="1200" dirty="0"/>
            <a:t> </a:t>
          </a:r>
          <a:r>
            <a:rPr lang="en-US" sz="3100" kern="1200" dirty="0" err="1"/>
            <a:t>মাছঃ</a:t>
          </a:r>
          <a:r>
            <a:rPr lang="en-US" sz="3100" kern="1200" dirty="0"/>
            <a:t> </a:t>
          </a:r>
          <a:r>
            <a:rPr lang="en-US" sz="3100" kern="1200" dirty="0" err="1"/>
            <a:t>রুই</a:t>
          </a:r>
          <a:r>
            <a:rPr lang="en-US" sz="3100" kern="1200" dirty="0"/>
            <a:t>, </a:t>
          </a:r>
          <a:r>
            <a:rPr lang="en-US" sz="3100" kern="1200" dirty="0" err="1"/>
            <a:t>কাতলা</a:t>
          </a:r>
          <a:endParaRPr lang="en-US" sz="3100" kern="1200" dirty="0"/>
        </a:p>
      </dsp:txBody>
      <dsp:txXfrm>
        <a:off x="1111901" y="2528431"/>
        <a:ext cx="2548176" cy="1664265"/>
      </dsp:txXfrm>
    </dsp:sp>
    <dsp:sp modelId="{07F125AF-1960-46E1-831F-AC0D8AFDA457}">
      <dsp:nvSpPr>
        <dsp:cNvPr id="0" name=""/>
        <dsp:cNvSpPr/>
      </dsp:nvSpPr>
      <dsp:spPr>
        <a:xfrm>
          <a:off x="5787521" y="1769525"/>
          <a:ext cx="91440" cy="707128"/>
        </a:xfrm>
        <a:custGeom>
          <a:avLst/>
          <a:gdLst/>
          <a:ahLst/>
          <a:cxnLst/>
          <a:rect l="0" t="0" r="0" b="0"/>
          <a:pathLst>
            <a:path>
              <a:moveTo>
                <a:pt x="45720" y="0"/>
              </a:moveTo>
              <a:lnTo>
                <a:pt x="45720"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1A897C1-2643-4AFC-896A-363644D92CEA}">
      <dsp:nvSpPr>
        <dsp:cNvPr id="0" name=""/>
        <dsp:cNvSpPr/>
      </dsp:nvSpPr>
      <dsp:spPr>
        <a:xfrm>
          <a:off x="4507375"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আধালোনা</a:t>
          </a:r>
          <a:r>
            <a:rPr lang="en-US" sz="3100" kern="1200" dirty="0"/>
            <a:t> </a:t>
          </a:r>
          <a:r>
            <a:rPr lang="en-US" sz="3100" kern="1200" dirty="0" err="1"/>
            <a:t>মাছঃ</a:t>
          </a:r>
          <a:r>
            <a:rPr lang="en-US" sz="3100" kern="1200" dirty="0"/>
            <a:t> </a:t>
          </a:r>
          <a:r>
            <a:rPr lang="en-US" sz="3100" kern="1200" dirty="0" err="1"/>
            <a:t>ভেটকি</a:t>
          </a:r>
          <a:r>
            <a:rPr lang="en-US" sz="3100" kern="1200" dirty="0"/>
            <a:t>, </a:t>
          </a:r>
          <a:r>
            <a:rPr lang="en-US" sz="3100" kern="1200" dirty="0" err="1"/>
            <a:t>টেংরা</a:t>
          </a:r>
          <a:endParaRPr lang="en-US" sz="3100" kern="1200" dirty="0"/>
        </a:p>
      </dsp:txBody>
      <dsp:txXfrm>
        <a:off x="4559153" y="2528431"/>
        <a:ext cx="2548176" cy="1664265"/>
      </dsp:txXfrm>
    </dsp:sp>
    <dsp:sp modelId="{C1220BD1-EB3F-4812-B393-B5F389324EBE}">
      <dsp:nvSpPr>
        <dsp:cNvPr id="0" name=""/>
        <dsp:cNvSpPr/>
      </dsp:nvSpPr>
      <dsp:spPr>
        <a:xfrm>
          <a:off x="5833241" y="1769525"/>
          <a:ext cx="3447252" cy="707128"/>
        </a:xfrm>
        <a:custGeom>
          <a:avLst/>
          <a:gdLst/>
          <a:ahLst/>
          <a:cxnLst/>
          <a:rect l="0" t="0" r="0" b="0"/>
          <a:pathLst>
            <a:path>
              <a:moveTo>
                <a:pt x="0" y="0"/>
              </a:moveTo>
              <a:lnTo>
                <a:pt x="0" y="353564"/>
              </a:lnTo>
              <a:lnTo>
                <a:pt x="3447252" y="353564"/>
              </a:lnTo>
              <a:lnTo>
                <a:pt x="3447252"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90634F6-06E2-41B8-855B-F3F669679698}">
      <dsp:nvSpPr>
        <dsp:cNvPr id="0" name=""/>
        <dsp:cNvSpPr/>
      </dsp:nvSpPr>
      <dsp:spPr>
        <a:xfrm>
          <a:off x="7954627"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লোনা</a:t>
          </a:r>
          <a:r>
            <a:rPr lang="en-US" sz="3100" kern="1200" dirty="0"/>
            <a:t> </a:t>
          </a:r>
          <a:r>
            <a:rPr lang="en-US" sz="3100" kern="1200" dirty="0" err="1"/>
            <a:t>পানির</a:t>
          </a:r>
          <a:r>
            <a:rPr lang="en-US" sz="3100" kern="1200" dirty="0"/>
            <a:t> </a:t>
          </a:r>
          <a:r>
            <a:rPr lang="en-US" sz="3100" kern="1200" dirty="0" err="1"/>
            <a:t>মাছঃ</a:t>
          </a:r>
          <a:r>
            <a:rPr lang="en-US" sz="3100" kern="1200" dirty="0"/>
            <a:t> </a:t>
          </a:r>
          <a:r>
            <a:rPr lang="en-US" sz="3100" kern="1200" dirty="0" err="1"/>
            <a:t>ছুরি</a:t>
          </a:r>
          <a:r>
            <a:rPr lang="en-US" sz="3100" kern="1200" dirty="0"/>
            <a:t> ,</a:t>
          </a:r>
          <a:r>
            <a:rPr lang="en-US" sz="3100" kern="1200" dirty="0" err="1"/>
            <a:t>লইট্টা</a:t>
          </a:r>
          <a:endParaRPr lang="en-US" sz="3100" kern="1200" dirty="0"/>
        </a:p>
      </dsp:txBody>
      <dsp:txXfrm>
        <a:off x="8006405" y="2528431"/>
        <a:ext cx="2548176" cy="16642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D2BD2E-9A65-430D-9D30-4E0DAA028445}">
      <dsp:nvSpPr>
        <dsp:cNvPr id="0" name=""/>
        <dsp:cNvSpPr/>
      </dsp:nvSpPr>
      <dsp:spPr>
        <a:xfrm>
          <a:off x="4507375" y="170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err="1"/>
            <a:t>নিবিড়তার</a:t>
          </a:r>
          <a:r>
            <a:rPr lang="en-US" sz="4100" kern="1200" dirty="0"/>
            <a:t> </a:t>
          </a:r>
          <a:r>
            <a:rPr lang="en-US" sz="4100" kern="1200" dirty="0" err="1"/>
            <a:t>ভিত্তিতে</a:t>
          </a:r>
          <a:endParaRPr lang="en-US" sz="4100" kern="1200" dirty="0"/>
        </a:p>
      </dsp:txBody>
      <dsp:txXfrm>
        <a:off x="4559153" y="53481"/>
        <a:ext cx="2548176" cy="1664265"/>
      </dsp:txXfrm>
    </dsp:sp>
    <dsp:sp modelId="{DC4C107E-55D6-435C-8A37-DA6B67DBB856}">
      <dsp:nvSpPr>
        <dsp:cNvPr id="0" name=""/>
        <dsp:cNvSpPr/>
      </dsp:nvSpPr>
      <dsp:spPr>
        <a:xfrm>
          <a:off x="2385989" y="1769525"/>
          <a:ext cx="3447252" cy="707128"/>
        </a:xfrm>
        <a:custGeom>
          <a:avLst/>
          <a:gdLst/>
          <a:ahLst/>
          <a:cxnLst/>
          <a:rect l="0" t="0" r="0" b="0"/>
          <a:pathLst>
            <a:path>
              <a:moveTo>
                <a:pt x="3447252" y="0"/>
              </a:moveTo>
              <a:lnTo>
                <a:pt x="3447252" y="353564"/>
              </a:lnTo>
              <a:lnTo>
                <a:pt x="0" y="353564"/>
              </a:lnTo>
              <a:lnTo>
                <a:pt x="0"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9FE62C-5472-4616-83CD-27CD12E6CC7E}">
      <dsp:nvSpPr>
        <dsp:cNvPr id="0" name=""/>
        <dsp:cNvSpPr/>
      </dsp:nvSpPr>
      <dsp:spPr>
        <a:xfrm>
          <a:off x="1060123"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err="1"/>
            <a:t>সনাতন</a:t>
          </a:r>
          <a:endParaRPr lang="en-US" sz="4100" kern="1200" dirty="0"/>
        </a:p>
      </dsp:txBody>
      <dsp:txXfrm>
        <a:off x="1111901" y="2528431"/>
        <a:ext cx="2548176" cy="1664265"/>
      </dsp:txXfrm>
    </dsp:sp>
    <dsp:sp modelId="{4EC95D68-D498-429B-B5B4-3A2D2BCCF86B}">
      <dsp:nvSpPr>
        <dsp:cNvPr id="0" name=""/>
        <dsp:cNvSpPr/>
      </dsp:nvSpPr>
      <dsp:spPr>
        <a:xfrm>
          <a:off x="5787521" y="1769525"/>
          <a:ext cx="91440" cy="707128"/>
        </a:xfrm>
        <a:custGeom>
          <a:avLst/>
          <a:gdLst/>
          <a:ahLst/>
          <a:cxnLst/>
          <a:rect l="0" t="0" r="0" b="0"/>
          <a:pathLst>
            <a:path>
              <a:moveTo>
                <a:pt x="45720" y="0"/>
              </a:moveTo>
              <a:lnTo>
                <a:pt x="45720"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90243C-31FC-4B8E-A729-AA48BA902E5C}">
      <dsp:nvSpPr>
        <dsp:cNvPr id="0" name=""/>
        <dsp:cNvSpPr/>
      </dsp:nvSpPr>
      <dsp:spPr>
        <a:xfrm>
          <a:off x="4507375"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err="1"/>
            <a:t>আধা</a:t>
          </a:r>
          <a:r>
            <a:rPr lang="en-US" sz="4100" kern="1200" dirty="0"/>
            <a:t> </a:t>
          </a:r>
          <a:r>
            <a:rPr lang="en-US" sz="4100" kern="1200" dirty="0" err="1"/>
            <a:t>নিবিড়</a:t>
          </a:r>
          <a:endParaRPr lang="en-US" sz="4100" kern="1200" dirty="0"/>
        </a:p>
      </dsp:txBody>
      <dsp:txXfrm>
        <a:off x="4559153" y="2528431"/>
        <a:ext cx="2548176" cy="1664265"/>
      </dsp:txXfrm>
    </dsp:sp>
    <dsp:sp modelId="{B643C38B-08F5-4C18-846E-347BBC1D9C0B}">
      <dsp:nvSpPr>
        <dsp:cNvPr id="0" name=""/>
        <dsp:cNvSpPr/>
      </dsp:nvSpPr>
      <dsp:spPr>
        <a:xfrm>
          <a:off x="5833241" y="1769525"/>
          <a:ext cx="3447252" cy="707128"/>
        </a:xfrm>
        <a:custGeom>
          <a:avLst/>
          <a:gdLst/>
          <a:ahLst/>
          <a:cxnLst/>
          <a:rect l="0" t="0" r="0" b="0"/>
          <a:pathLst>
            <a:path>
              <a:moveTo>
                <a:pt x="0" y="0"/>
              </a:moveTo>
              <a:lnTo>
                <a:pt x="0" y="353564"/>
              </a:lnTo>
              <a:lnTo>
                <a:pt x="3447252" y="353564"/>
              </a:lnTo>
              <a:lnTo>
                <a:pt x="3447252"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3AC69E1-3017-42B6-B00C-9896E8EB0791}">
      <dsp:nvSpPr>
        <dsp:cNvPr id="0" name=""/>
        <dsp:cNvSpPr/>
      </dsp:nvSpPr>
      <dsp:spPr>
        <a:xfrm>
          <a:off x="7954627"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dirty="0" err="1"/>
            <a:t>নিবিড়</a:t>
          </a:r>
          <a:endParaRPr lang="en-US" sz="4100" kern="1200" dirty="0"/>
        </a:p>
      </dsp:txBody>
      <dsp:txXfrm>
        <a:off x="8006405" y="2528431"/>
        <a:ext cx="2548176" cy="166426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34A2FF-FA65-4760-B5E3-902D9316ED5F}">
      <dsp:nvSpPr>
        <dsp:cNvPr id="0" name=""/>
        <dsp:cNvSpPr/>
      </dsp:nvSpPr>
      <dsp:spPr>
        <a:xfrm>
          <a:off x="4644091" y="220450"/>
          <a:ext cx="2378299" cy="158553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চাষ</a:t>
          </a:r>
          <a:r>
            <a:rPr lang="en-US" sz="3100" kern="1200" dirty="0"/>
            <a:t> </a:t>
          </a:r>
          <a:r>
            <a:rPr lang="en-US" sz="3100" kern="1200" dirty="0" err="1"/>
            <a:t>পর্যায়ের</a:t>
          </a:r>
          <a:r>
            <a:rPr lang="en-US" sz="3100" kern="1200" dirty="0"/>
            <a:t> </a:t>
          </a:r>
          <a:r>
            <a:rPr lang="en-US" sz="3100" kern="1200" dirty="0" err="1"/>
            <a:t>ভিত্তিতে</a:t>
          </a:r>
          <a:endParaRPr lang="en-US" sz="3100" kern="1200" dirty="0"/>
        </a:p>
      </dsp:txBody>
      <dsp:txXfrm>
        <a:off x="4690530" y="266889"/>
        <a:ext cx="2285421" cy="1492654"/>
      </dsp:txXfrm>
    </dsp:sp>
    <dsp:sp modelId="{D41CC273-9639-4349-8CC9-0C94E16050FE}">
      <dsp:nvSpPr>
        <dsp:cNvPr id="0" name=""/>
        <dsp:cNvSpPr/>
      </dsp:nvSpPr>
      <dsp:spPr>
        <a:xfrm>
          <a:off x="1195558" y="1805982"/>
          <a:ext cx="4637683" cy="634213"/>
        </a:xfrm>
        <a:custGeom>
          <a:avLst/>
          <a:gdLst/>
          <a:ahLst/>
          <a:cxnLst/>
          <a:rect l="0" t="0" r="0" b="0"/>
          <a:pathLst>
            <a:path>
              <a:moveTo>
                <a:pt x="4637683" y="0"/>
              </a:moveTo>
              <a:lnTo>
                <a:pt x="4637683" y="317106"/>
              </a:lnTo>
              <a:lnTo>
                <a:pt x="0" y="317106"/>
              </a:lnTo>
              <a:lnTo>
                <a:pt x="0" y="63421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ED1887F-0518-416C-84D4-3083B5FB920E}">
      <dsp:nvSpPr>
        <dsp:cNvPr id="0" name=""/>
        <dsp:cNvSpPr/>
      </dsp:nvSpPr>
      <dsp:spPr>
        <a:xfrm>
          <a:off x="6408" y="2440196"/>
          <a:ext cx="2378299" cy="158553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নার্সারি</a:t>
          </a:r>
          <a:endParaRPr lang="en-US" sz="3100" kern="1200" dirty="0"/>
        </a:p>
      </dsp:txBody>
      <dsp:txXfrm>
        <a:off x="52847" y="2486635"/>
        <a:ext cx="2285421" cy="1492654"/>
      </dsp:txXfrm>
    </dsp:sp>
    <dsp:sp modelId="{1D03DE6F-32CC-4BFF-AB87-E17BA8B586E5}">
      <dsp:nvSpPr>
        <dsp:cNvPr id="0" name=""/>
        <dsp:cNvSpPr/>
      </dsp:nvSpPr>
      <dsp:spPr>
        <a:xfrm>
          <a:off x="4287347" y="1805982"/>
          <a:ext cx="1545894" cy="634213"/>
        </a:xfrm>
        <a:custGeom>
          <a:avLst/>
          <a:gdLst/>
          <a:ahLst/>
          <a:cxnLst/>
          <a:rect l="0" t="0" r="0" b="0"/>
          <a:pathLst>
            <a:path>
              <a:moveTo>
                <a:pt x="1545894" y="0"/>
              </a:moveTo>
              <a:lnTo>
                <a:pt x="1545894" y="317106"/>
              </a:lnTo>
              <a:lnTo>
                <a:pt x="0" y="317106"/>
              </a:lnTo>
              <a:lnTo>
                <a:pt x="0" y="63421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7672BE6-0C78-4F52-99D1-F278439727EE}">
      <dsp:nvSpPr>
        <dsp:cNvPr id="0" name=""/>
        <dsp:cNvSpPr/>
      </dsp:nvSpPr>
      <dsp:spPr>
        <a:xfrm>
          <a:off x="3098197" y="2440196"/>
          <a:ext cx="2378299" cy="158553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হ্যাচারি</a:t>
          </a:r>
          <a:endParaRPr lang="en-US" sz="3100" kern="1200" dirty="0"/>
        </a:p>
      </dsp:txBody>
      <dsp:txXfrm>
        <a:off x="3144636" y="2486635"/>
        <a:ext cx="2285421" cy="1492654"/>
      </dsp:txXfrm>
    </dsp:sp>
    <dsp:sp modelId="{54B2B193-B039-4CD6-BA9B-144DD1996936}">
      <dsp:nvSpPr>
        <dsp:cNvPr id="0" name=""/>
        <dsp:cNvSpPr/>
      </dsp:nvSpPr>
      <dsp:spPr>
        <a:xfrm>
          <a:off x="5833241" y="1805982"/>
          <a:ext cx="1545894" cy="634213"/>
        </a:xfrm>
        <a:custGeom>
          <a:avLst/>
          <a:gdLst/>
          <a:ahLst/>
          <a:cxnLst/>
          <a:rect l="0" t="0" r="0" b="0"/>
          <a:pathLst>
            <a:path>
              <a:moveTo>
                <a:pt x="0" y="0"/>
              </a:moveTo>
              <a:lnTo>
                <a:pt x="0" y="317106"/>
              </a:lnTo>
              <a:lnTo>
                <a:pt x="1545894" y="317106"/>
              </a:lnTo>
              <a:lnTo>
                <a:pt x="1545894" y="63421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6B59036-1B59-47F5-AF8D-9F7EA166F246}">
      <dsp:nvSpPr>
        <dsp:cNvPr id="0" name=""/>
        <dsp:cNvSpPr/>
      </dsp:nvSpPr>
      <dsp:spPr>
        <a:xfrm>
          <a:off x="6189986" y="2440196"/>
          <a:ext cx="2378299" cy="158553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ব্রুড</a:t>
          </a:r>
          <a:r>
            <a:rPr lang="en-US" sz="3100" kern="1200" dirty="0"/>
            <a:t> </a:t>
          </a:r>
          <a:r>
            <a:rPr lang="en-US" sz="3100" kern="1200" dirty="0" err="1"/>
            <a:t>পালন</a:t>
          </a:r>
          <a:endParaRPr lang="en-US" sz="3100" kern="1200" dirty="0"/>
        </a:p>
      </dsp:txBody>
      <dsp:txXfrm>
        <a:off x="6236425" y="2486635"/>
        <a:ext cx="2285421" cy="1492654"/>
      </dsp:txXfrm>
    </dsp:sp>
    <dsp:sp modelId="{71AB40DC-A0DC-4A96-8B8C-E52679B31401}">
      <dsp:nvSpPr>
        <dsp:cNvPr id="0" name=""/>
        <dsp:cNvSpPr/>
      </dsp:nvSpPr>
      <dsp:spPr>
        <a:xfrm>
          <a:off x="5833241" y="1805982"/>
          <a:ext cx="4637683" cy="634213"/>
        </a:xfrm>
        <a:custGeom>
          <a:avLst/>
          <a:gdLst/>
          <a:ahLst/>
          <a:cxnLst/>
          <a:rect l="0" t="0" r="0" b="0"/>
          <a:pathLst>
            <a:path>
              <a:moveTo>
                <a:pt x="0" y="0"/>
              </a:moveTo>
              <a:lnTo>
                <a:pt x="0" y="317106"/>
              </a:lnTo>
              <a:lnTo>
                <a:pt x="4637683" y="317106"/>
              </a:lnTo>
              <a:lnTo>
                <a:pt x="4637683" y="63421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A98437-08B2-4B38-896E-5A6EC20A499D}">
      <dsp:nvSpPr>
        <dsp:cNvPr id="0" name=""/>
        <dsp:cNvSpPr/>
      </dsp:nvSpPr>
      <dsp:spPr>
        <a:xfrm>
          <a:off x="9281775" y="2440196"/>
          <a:ext cx="2378299" cy="1585532"/>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পালন</a:t>
          </a:r>
          <a:r>
            <a:rPr lang="en-US" sz="3100" kern="1200" dirty="0"/>
            <a:t> </a:t>
          </a:r>
          <a:r>
            <a:rPr lang="en-US" sz="3100" kern="1200" dirty="0" err="1"/>
            <a:t>পুকুর</a:t>
          </a:r>
          <a:endParaRPr lang="en-US" sz="3100" kern="1200" dirty="0"/>
        </a:p>
      </dsp:txBody>
      <dsp:txXfrm>
        <a:off x="9328214" y="2486635"/>
        <a:ext cx="2285421" cy="14926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729394-24C3-49E3-B718-9C2C7D132A20}">
      <dsp:nvSpPr>
        <dsp:cNvPr id="0" name=""/>
        <dsp:cNvSpPr/>
      </dsp:nvSpPr>
      <dsp:spPr>
        <a:xfrm>
          <a:off x="4507375" y="170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মিশ্র</a:t>
          </a:r>
          <a:r>
            <a:rPr lang="en-US" sz="3100" kern="1200" dirty="0"/>
            <a:t> ও </a:t>
          </a:r>
          <a:r>
            <a:rPr lang="en-US" sz="3100" kern="1200" dirty="0" err="1"/>
            <a:t>সমন্বিত</a:t>
          </a:r>
          <a:r>
            <a:rPr lang="en-US" sz="3100" kern="1200" dirty="0"/>
            <a:t> </a:t>
          </a:r>
          <a:r>
            <a:rPr lang="en-US" sz="3100" kern="1200" dirty="0" err="1"/>
            <a:t>পদ্ধতি</a:t>
          </a:r>
          <a:endParaRPr lang="en-US" sz="3100" kern="1200" dirty="0"/>
        </a:p>
      </dsp:txBody>
      <dsp:txXfrm>
        <a:off x="4559153" y="53481"/>
        <a:ext cx="2548176" cy="1664265"/>
      </dsp:txXfrm>
    </dsp:sp>
    <dsp:sp modelId="{61A785D1-3087-453A-B99A-3B971CD9D5FF}">
      <dsp:nvSpPr>
        <dsp:cNvPr id="0" name=""/>
        <dsp:cNvSpPr/>
      </dsp:nvSpPr>
      <dsp:spPr>
        <a:xfrm>
          <a:off x="2385989" y="1769525"/>
          <a:ext cx="3447252" cy="707128"/>
        </a:xfrm>
        <a:custGeom>
          <a:avLst/>
          <a:gdLst/>
          <a:ahLst/>
          <a:cxnLst/>
          <a:rect l="0" t="0" r="0" b="0"/>
          <a:pathLst>
            <a:path>
              <a:moveTo>
                <a:pt x="3447252" y="0"/>
              </a:moveTo>
              <a:lnTo>
                <a:pt x="3447252" y="353564"/>
              </a:lnTo>
              <a:lnTo>
                <a:pt x="0" y="353564"/>
              </a:lnTo>
              <a:lnTo>
                <a:pt x="0"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E20333-371E-4B07-8D68-4B1987C3D33C}">
      <dsp:nvSpPr>
        <dsp:cNvPr id="0" name=""/>
        <dsp:cNvSpPr/>
      </dsp:nvSpPr>
      <dsp:spPr>
        <a:xfrm>
          <a:off x="1060123"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সমন্বিত</a:t>
          </a:r>
          <a:r>
            <a:rPr lang="en-US" sz="3100" kern="1200" dirty="0"/>
            <a:t> </a:t>
          </a:r>
        </a:p>
      </dsp:txBody>
      <dsp:txXfrm>
        <a:off x="1111901" y="2528431"/>
        <a:ext cx="2548176" cy="1664265"/>
      </dsp:txXfrm>
    </dsp:sp>
    <dsp:sp modelId="{E42CE635-C0E8-432C-96CB-B4D3C57423C6}">
      <dsp:nvSpPr>
        <dsp:cNvPr id="0" name=""/>
        <dsp:cNvSpPr/>
      </dsp:nvSpPr>
      <dsp:spPr>
        <a:xfrm>
          <a:off x="5787521" y="1769525"/>
          <a:ext cx="91440" cy="707128"/>
        </a:xfrm>
        <a:custGeom>
          <a:avLst/>
          <a:gdLst/>
          <a:ahLst/>
          <a:cxnLst/>
          <a:rect l="0" t="0" r="0" b="0"/>
          <a:pathLst>
            <a:path>
              <a:moveTo>
                <a:pt x="45720" y="0"/>
              </a:moveTo>
              <a:lnTo>
                <a:pt x="45720"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39FD1B8-1060-4F2A-AF2E-51B188B4C1FC}">
      <dsp:nvSpPr>
        <dsp:cNvPr id="0" name=""/>
        <dsp:cNvSpPr/>
      </dsp:nvSpPr>
      <dsp:spPr>
        <a:xfrm>
          <a:off x="4507375"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সমন্বিত</a:t>
          </a:r>
          <a:r>
            <a:rPr lang="en-US" sz="3100" kern="1200" dirty="0"/>
            <a:t> </a:t>
          </a:r>
          <a:r>
            <a:rPr lang="en-US" sz="3100" kern="1200" dirty="0" err="1"/>
            <a:t>হাঁস</a:t>
          </a:r>
          <a:r>
            <a:rPr lang="en-US" sz="3100" kern="1200" dirty="0"/>
            <a:t> </a:t>
          </a:r>
          <a:r>
            <a:rPr lang="en-US" sz="3100" kern="1200" dirty="0" err="1"/>
            <a:t>মাছ</a:t>
          </a:r>
          <a:endParaRPr lang="en-US" sz="3100" kern="1200" dirty="0"/>
        </a:p>
      </dsp:txBody>
      <dsp:txXfrm>
        <a:off x="4559153" y="2528431"/>
        <a:ext cx="2548176" cy="1664265"/>
      </dsp:txXfrm>
    </dsp:sp>
    <dsp:sp modelId="{84CC4129-33F6-4519-B242-DB0508C49AA7}">
      <dsp:nvSpPr>
        <dsp:cNvPr id="0" name=""/>
        <dsp:cNvSpPr/>
      </dsp:nvSpPr>
      <dsp:spPr>
        <a:xfrm>
          <a:off x="5833241" y="1769525"/>
          <a:ext cx="3447252" cy="707128"/>
        </a:xfrm>
        <a:custGeom>
          <a:avLst/>
          <a:gdLst/>
          <a:ahLst/>
          <a:cxnLst/>
          <a:rect l="0" t="0" r="0" b="0"/>
          <a:pathLst>
            <a:path>
              <a:moveTo>
                <a:pt x="0" y="0"/>
              </a:moveTo>
              <a:lnTo>
                <a:pt x="0" y="353564"/>
              </a:lnTo>
              <a:lnTo>
                <a:pt x="3447252" y="353564"/>
              </a:lnTo>
              <a:lnTo>
                <a:pt x="3447252"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C4522D-2B7B-42F6-82ED-CE5FD41342C8}">
      <dsp:nvSpPr>
        <dsp:cNvPr id="0" name=""/>
        <dsp:cNvSpPr/>
      </dsp:nvSpPr>
      <dsp:spPr>
        <a:xfrm>
          <a:off x="7954627"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সমন্বিত</a:t>
          </a:r>
          <a:r>
            <a:rPr lang="en-US" sz="3100" kern="1200" dirty="0"/>
            <a:t> </a:t>
          </a:r>
          <a:r>
            <a:rPr lang="en-US" sz="3100" kern="1200" dirty="0" err="1"/>
            <a:t>ধান</a:t>
          </a:r>
          <a:r>
            <a:rPr lang="en-US" sz="3100" kern="1200" dirty="0"/>
            <a:t> </a:t>
          </a:r>
          <a:r>
            <a:rPr lang="en-US" sz="3100" kern="1200" dirty="0" err="1"/>
            <a:t>মাছ</a:t>
          </a:r>
          <a:endParaRPr lang="en-US" sz="3100" kern="1200" dirty="0"/>
        </a:p>
      </dsp:txBody>
      <dsp:txXfrm>
        <a:off x="8006405" y="2528431"/>
        <a:ext cx="2548176" cy="166426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D23FE3-15C1-4A71-AE50-ED3EBDFDB751}">
      <dsp:nvSpPr>
        <dsp:cNvPr id="0" name=""/>
        <dsp:cNvSpPr/>
      </dsp:nvSpPr>
      <dsp:spPr>
        <a:xfrm>
          <a:off x="4507375" y="170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প্রজাতির</a:t>
          </a:r>
          <a:r>
            <a:rPr lang="en-US" sz="3100" kern="1200" dirty="0"/>
            <a:t> </a:t>
          </a:r>
          <a:r>
            <a:rPr lang="en-US" sz="3100" kern="1200" dirty="0" err="1"/>
            <a:t>সংখ্যার</a:t>
          </a:r>
          <a:r>
            <a:rPr lang="en-US" sz="3100" kern="1200" dirty="0"/>
            <a:t> </a:t>
          </a:r>
          <a:r>
            <a:rPr lang="en-US" sz="3100" kern="1200" dirty="0" err="1"/>
            <a:t>ভিত্তিতে</a:t>
          </a:r>
          <a:endParaRPr lang="en-US" sz="3100" kern="1200" dirty="0"/>
        </a:p>
      </dsp:txBody>
      <dsp:txXfrm>
        <a:off x="4559153" y="53481"/>
        <a:ext cx="2548176" cy="1664265"/>
      </dsp:txXfrm>
    </dsp:sp>
    <dsp:sp modelId="{B0DA0303-839F-4DD4-824D-374B8A8F500F}">
      <dsp:nvSpPr>
        <dsp:cNvPr id="0" name=""/>
        <dsp:cNvSpPr/>
      </dsp:nvSpPr>
      <dsp:spPr>
        <a:xfrm>
          <a:off x="2385989" y="1769525"/>
          <a:ext cx="3447252" cy="707128"/>
        </a:xfrm>
        <a:custGeom>
          <a:avLst/>
          <a:gdLst/>
          <a:ahLst/>
          <a:cxnLst/>
          <a:rect l="0" t="0" r="0" b="0"/>
          <a:pathLst>
            <a:path>
              <a:moveTo>
                <a:pt x="3447252" y="0"/>
              </a:moveTo>
              <a:lnTo>
                <a:pt x="3447252" y="353564"/>
              </a:lnTo>
              <a:lnTo>
                <a:pt x="0" y="353564"/>
              </a:lnTo>
              <a:lnTo>
                <a:pt x="0"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7DADA7-E2AF-4A35-9527-64BE4314BEEB}">
      <dsp:nvSpPr>
        <dsp:cNvPr id="0" name=""/>
        <dsp:cNvSpPr/>
      </dsp:nvSpPr>
      <dsp:spPr>
        <a:xfrm>
          <a:off x="1060123"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একক</a:t>
          </a:r>
          <a:r>
            <a:rPr lang="en-US" sz="3100" kern="1200" dirty="0"/>
            <a:t> </a:t>
          </a:r>
          <a:r>
            <a:rPr lang="en-US" sz="3100" kern="1200" dirty="0" err="1"/>
            <a:t>চাষ</a:t>
          </a:r>
          <a:endParaRPr lang="en-US" sz="3100" kern="1200" dirty="0"/>
        </a:p>
      </dsp:txBody>
      <dsp:txXfrm>
        <a:off x="1111901" y="2528431"/>
        <a:ext cx="2548176" cy="1664265"/>
      </dsp:txXfrm>
    </dsp:sp>
    <dsp:sp modelId="{D535D848-3EFB-4738-9FB4-E7FFA2FB9CCA}">
      <dsp:nvSpPr>
        <dsp:cNvPr id="0" name=""/>
        <dsp:cNvSpPr/>
      </dsp:nvSpPr>
      <dsp:spPr>
        <a:xfrm>
          <a:off x="5787521" y="1769525"/>
          <a:ext cx="91440" cy="707128"/>
        </a:xfrm>
        <a:custGeom>
          <a:avLst/>
          <a:gdLst/>
          <a:ahLst/>
          <a:cxnLst/>
          <a:rect l="0" t="0" r="0" b="0"/>
          <a:pathLst>
            <a:path>
              <a:moveTo>
                <a:pt x="45720" y="0"/>
              </a:moveTo>
              <a:lnTo>
                <a:pt x="45720"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A46B6D3-CEFD-4C6F-A158-648A19545CFE}">
      <dsp:nvSpPr>
        <dsp:cNvPr id="0" name=""/>
        <dsp:cNvSpPr/>
      </dsp:nvSpPr>
      <dsp:spPr>
        <a:xfrm>
          <a:off x="4507375"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মিশ্র</a:t>
          </a:r>
          <a:r>
            <a:rPr lang="en-US" sz="3100" kern="1200" dirty="0"/>
            <a:t> </a:t>
          </a:r>
          <a:r>
            <a:rPr lang="en-US" sz="3100" kern="1200" dirty="0" err="1"/>
            <a:t>কার্প</a:t>
          </a:r>
          <a:r>
            <a:rPr lang="en-US" sz="3100" kern="1200" dirty="0"/>
            <a:t> </a:t>
          </a:r>
          <a:r>
            <a:rPr lang="en-US" sz="3100" kern="1200" dirty="0" err="1"/>
            <a:t>চাষ</a:t>
          </a:r>
          <a:endParaRPr lang="en-US" sz="3100" kern="1200" dirty="0"/>
        </a:p>
      </dsp:txBody>
      <dsp:txXfrm>
        <a:off x="4559153" y="2528431"/>
        <a:ext cx="2548176" cy="1664265"/>
      </dsp:txXfrm>
    </dsp:sp>
    <dsp:sp modelId="{6C9A44CF-635C-4268-8F4D-C93717C9B3E4}">
      <dsp:nvSpPr>
        <dsp:cNvPr id="0" name=""/>
        <dsp:cNvSpPr/>
      </dsp:nvSpPr>
      <dsp:spPr>
        <a:xfrm>
          <a:off x="5833241" y="1769525"/>
          <a:ext cx="3447252" cy="707128"/>
        </a:xfrm>
        <a:custGeom>
          <a:avLst/>
          <a:gdLst/>
          <a:ahLst/>
          <a:cxnLst/>
          <a:rect l="0" t="0" r="0" b="0"/>
          <a:pathLst>
            <a:path>
              <a:moveTo>
                <a:pt x="0" y="0"/>
              </a:moveTo>
              <a:lnTo>
                <a:pt x="0" y="353564"/>
              </a:lnTo>
              <a:lnTo>
                <a:pt x="3447252" y="353564"/>
              </a:lnTo>
              <a:lnTo>
                <a:pt x="3447252" y="70712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52F88B3-3DF8-4201-8064-0091BCAE91BE}">
      <dsp:nvSpPr>
        <dsp:cNvPr id="0" name=""/>
        <dsp:cNvSpPr/>
      </dsp:nvSpPr>
      <dsp:spPr>
        <a:xfrm>
          <a:off x="7954627" y="2476653"/>
          <a:ext cx="2651732" cy="176782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err="1"/>
            <a:t>মিশ্র</a:t>
          </a:r>
          <a:r>
            <a:rPr lang="en-US" sz="3100" kern="1200" dirty="0"/>
            <a:t> </a:t>
          </a:r>
          <a:r>
            <a:rPr lang="en-US" sz="3100" kern="1200" dirty="0" err="1"/>
            <a:t>চিংড়ী</a:t>
          </a:r>
          <a:r>
            <a:rPr lang="en-US" sz="3100" kern="1200" dirty="0"/>
            <a:t> </a:t>
          </a:r>
          <a:r>
            <a:rPr lang="en-US" sz="3100" kern="1200" dirty="0" err="1"/>
            <a:t>মাছ</a:t>
          </a:r>
          <a:r>
            <a:rPr lang="en-US" sz="3100" kern="1200" dirty="0"/>
            <a:t> </a:t>
          </a:r>
          <a:r>
            <a:rPr lang="en-US" sz="3100" kern="1200" dirty="0" err="1"/>
            <a:t>চাষ</a:t>
          </a:r>
          <a:endParaRPr lang="en-US" sz="3100" kern="1200" dirty="0"/>
        </a:p>
      </dsp:txBody>
      <dsp:txXfrm>
        <a:off x="8006405" y="2528431"/>
        <a:ext cx="2548176" cy="166426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9F2E9A-5839-4C17-870D-831C20B77FD9}">
      <dsp:nvSpPr>
        <dsp:cNvPr id="0" name=""/>
        <dsp:cNvSpPr/>
      </dsp:nvSpPr>
      <dsp:spPr>
        <a:xfrm>
          <a:off x="8206947" y="2020098"/>
          <a:ext cx="2967132" cy="205982"/>
        </a:xfrm>
        <a:custGeom>
          <a:avLst/>
          <a:gdLst/>
          <a:ahLst/>
          <a:cxnLst/>
          <a:rect l="0" t="0" r="0" b="0"/>
          <a:pathLst>
            <a:path>
              <a:moveTo>
                <a:pt x="0" y="0"/>
              </a:moveTo>
              <a:lnTo>
                <a:pt x="0" y="102991"/>
              </a:lnTo>
              <a:lnTo>
                <a:pt x="2967132" y="102991"/>
              </a:lnTo>
              <a:lnTo>
                <a:pt x="2967132" y="20598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ADD13FF-621E-49B6-B8A9-51DDA6ECD321}">
      <dsp:nvSpPr>
        <dsp:cNvPr id="0" name=""/>
        <dsp:cNvSpPr/>
      </dsp:nvSpPr>
      <dsp:spPr>
        <a:xfrm>
          <a:off x="8206947" y="2020098"/>
          <a:ext cx="1780279" cy="205982"/>
        </a:xfrm>
        <a:custGeom>
          <a:avLst/>
          <a:gdLst/>
          <a:ahLst/>
          <a:cxnLst/>
          <a:rect l="0" t="0" r="0" b="0"/>
          <a:pathLst>
            <a:path>
              <a:moveTo>
                <a:pt x="0" y="0"/>
              </a:moveTo>
              <a:lnTo>
                <a:pt x="0" y="102991"/>
              </a:lnTo>
              <a:lnTo>
                <a:pt x="1780279" y="102991"/>
              </a:lnTo>
              <a:lnTo>
                <a:pt x="1780279" y="20598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4634A1-14B5-4764-A480-7B33CA5970A9}">
      <dsp:nvSpPr>
        <dsp:cNvPr id="0" name=""/>
        <dsp:cNvSpPr/>
      </dsp:nvSpPr>
      <dsp:spPr>
        <a:xfrm>
          <a:off x="8206947" y="2020098"/>
          <a:ext cx="593426" cy="205982"/>
        </a:xfrm>
        <a:custGeom>
          <a:avLst/>
          <a:gdLst/>
          <a:ahLst/>
          <a:cxnLst/>
          <a:rect l="0" t="0" r="0" b="0"/>
          <a:pathLst>
            <a:path>
              <a:moveTo>
                <a:pt x="0" y="0"/>
              </a:moveTo>
              <a:lnTo>
                <a:pt x="0" y="102991"/>
              </a:lnTo>
              <a:lnTo>
                <a:pt x="593426" y="102991"/>
              </a:lnTo>
              <a:lnTo>
                <a:pt x="593426" y="20598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733593D-42B0-4ACA-9C60-B52996DA3F9A}">
      <dsp:nvSpPr>
        <dsp:cNvPr id="0" name=""/>
        <dsp:cNvSpPr/>
      </dsp:nvSpPr>
      <dsp:spPr>
        <a:xfrm>
          <a:off x="7613521" y="2020098"/>
          <a:ext cx="593426" cy="205982"/>
        </a:xfrm>
        <a:custGeom>
          <a:avLst/>
          <a:gdLst/>
          <a:ahLst/>
          <a:cxnLst/>
          <a:rect l="0" t="0" r="0" b="0"/>
          <a:pathLst>
            <a:path>
              <a:moveTo>
                <a:pt x="593426" y="0"/>
              </a:moveTo>
              <a:lnTo>
                <a:pt x="593426" y="102991"/>
              </a:lnTo>
              <a:lnTo>
                <a:pt x="0" y="102991"/>
              </a:lnTo>
              <a:lnTo>
                <a:pt x="0" y="20598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D285624-7909-42C4-AD08-4353BFDAE164}">
      <dsp:nvSpPr>
        <dsp:cNvPr id="0" name=""/>
        <dsp:cNvSpPr/>
      </dsp:nvSpPr>
      <dsp:spPr>
        <a:xfrm>
          <a:off x="6426668" y="2020098"/>
          <a:ext cx="1780279" cy="205982"/>
        </a:xfrm>
        <a:custGeom>
          <a:avLst/>
          <a:gdLst/>
          <a:ahLst/>
          <a:cxnLst/>
          <a:rect l="0" t="0" r="0" b="0"/>
          <a:pathLst>
            <a:path>
              <a:moveTo>
                <a:pt x="1780279" y="0"/>
              </a:moveTo>
              <a:lnTo>
                <a:pt x="1780279" y="102991"/>
              </a:lnTo>
              <a:lnTo>
                <a:pt x="0" y="102991"/>
              </a:lnTo>
              <a:lnTo>
                <a:pt x="0" y="20598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B920AD-1449-440C-8819-C1EC3DC9874D}">
      <dsp:nvSpPr>
        <dsp:cNvPr id="0" name=""/>
        <dsp:cNvSpPr/>
      </dsp:nvSpPr>
      <dsp:spPr>
        <a:xfrm>
          <a:off x="5239814" y="2020098"/>
          <a:ext cx="2967132" cy="205982"/>
        </a:xfrm>
        <a:custGeom>
          <a:avLst/>
          <a:gdLst/>
          <a:ahLst/>
          <a:cxnLst/>
          <a:rect l="0" t="0" r="0" b="0"/>
          <a:pathLst>
            <a:path>
              <a:moveTo>
                <a:pt x="2967132" y="0"/>
              </a:moveTo>
              <a:lnTo>
                <a:pt x="2967132" y="102991"/>
              </a:lnTo>
              <a:lnTo>
                <a:pt x="0" y="102991"/>
              </a:lnTo>
              <a:lnTo>
                <a:pt x="0" y="20598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50BB888-5469-4BEC-9306-B08444D76843}">
      <dsp:nvSpPr>
        <dsp:cNvPr id="0" name=""/>
        <dsp:cNvSpPr/>
      </dsp:nvSpPr>
      <dsp:spPr>
        <a:xfrm>
          <a:off x="2272682" y="2020098"/>
          <a:ext cx="1780279" cy="205982"/>
        </a:xfrm>
        <a:custGeom>
          <a:avLst/>
          <a:gdLst/>
          <a:ahLst/>
          <a:cxnLst/>
          <a:rect l="0" t="0" r="0" b="0"/>
          <a:pathLst>
            <a:path>
              <a:moveTo>
                <a:pt x="0" y="0"/>
              </a:moveTo>
              <a:lnTo>
                <a:pt x="0" y="102991"/>
              </a:lnTo>
              <a:lnTo>
                <a:pt x="1780279" y="102991"/>
              </a:lnTo>
              <a:lnTo>
                <a:pt x="1780279" y="20598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A584311-01F8-4077-8E02-0D03A14F9DBC}">
      <dsp:nvSpPr>
        <dsp:cNvPr id="0" name=""/>
        <dsp:cNvSpPr/>
      </dsp:nvSpPr>
      <dsp:spPr>
        <a:xfrm>
          <a:off x="2272682" y="2020098"/>
          <a:ext cx="593426" cy="205982"/>
        </a:xfrm>
        <a:custGeom>
          <a:avLst/>
          <a:gdLst/>
          <a:ahLst/>
          <a:cxnLst/>
          <a:rect l="0" t="0" r="0" b="0"/>
          <a:pathLst>
            <a:path>
              <a:moveTo>
                <a:pt x="0" y="0"/>
              </a:moveTo>
              <a:lnTo>
                <a:pt x="0" y="102991"/>
              </a:lnTo>
              <a:lnTo>
                <a:pt x="593426" y="102991"/>
              </a:lnTo>
              <a:lnTo>
                <a:pt x="593426" y="20598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94E9538-5571-41A2-828F-1057A53E19A4}">
      <dsp:nvSpPr>
        <dsp:cNvPr id="0" name=""/>
        <dsp:cNvSpPr/>
      </dsp:nvSpPr>
      <dsp:spPr>
        <a:xfrm>
          <a:off x="1679255" y="2020098"/>
          <a:ext cx="593426" cy="205982"/>
        </a:xfrm>
        <a:custGeom>
          <a:avLst/>
          <a:gdLst/>
          <a:ahLst/>
          <a:cxnLst/>
          <a:rect l="0" t="0" r="0" b="0"/>
          <a:pathLst>
            <a:path>
              <a:moveTo>
                <a:pt x="593426" y="0"/>
              </a:moveTo>
              <a:lnTo>
                <a:pt x="593426" y="102991"/>
              </a:lnTo>
              <a:lnTo>
                <a:pt x="0" y="102991"/>
              </a:lnTo>
              <a:lnTo>
                <a:pt x="0" y="20598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71936E-25A6-40AA-885D-D2AC9E7BAEBC}">
      <dsp:nvSpPr>
        <dsp:cNvPr id="0" name=""/>
        <dsp:cNvSpPr/>
      </dsp:nvSpPr>
      <dsp:spPr>
        <a:xfrm>
          <a:off x="492402" y="2020098"/>
          <a:ext cx="1780279" cy="205982"/>
        </a:xfrm>
        <a:custGeom>
          <a:avLst/>
          <a:gdLst/>
          <a:ahLst/>
          <a:cxnLst/>
          <a:rect l="0" t="0" r="0" b="0"/>
          <a:pathLst>
            <a:path>
              <a:moveTo>
                <a:pt x="1780279" y="0"/>
              </a:moveTo>
              <a:lnTo>
                <a:pt x="1780279" y="102991"/>
              </a:lnTo>
              <a:lnTo>
                <a:pt x="0" y="102991"/>
              </a:lnTo>
              <a:lnTo>
                <a:pt x="0" y="205982"/>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CDA801E-9032-4331-BFE0-DD445C9F218A}">
      <dsp:nvSpPr>
        <dsp:cNvPr id="0" name=""/>
        <dsp:cNvSpPr/>
      </dsp:nvSpPr>
      <dsp:spPr>
        <a:xfrm>
          <a:off x="1782246" y="1529662"/>
          <a:ext cx="980870" cy="4904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ভৌত</a:t>
          </a:r>
          <a:r>
            <a:rPr lang="en-US" sz="1400" kern="1200" dirty="0"/>
            <a:t> </a:t>
          </a:r>
          <a:r>
            <a:rPr lang="en-US" sz="1400" kern="1200" dirty="0" err="1"/>
            <a:t>গুনাগুণ</a:t>
          </a:r>
          <a:endParaRPr lang="en-US" sz="1400" kern="1200" dirty="0"/>
        </a:p>
      </dsp:txBody>
      <dsp:txXfrm>
        <a:off x="1782246" y="1529662"/>
        <a:ext cx="980870" cy="490435"/>
      </dsp:txXfrm>
    </dsp:sp>
    <dsp:sp modelId="{B19852FC-37C2-4F99-8E21-DE141783C190}">
      <dsp:nvSpPr>
        <dsp:cNvPr id="0" name=""/>
        <dsp:cNvSpPr/>
      </dsp:nvSpPr>
      <dsp:spPr>
        <a:xfrm>
          <a:off x="1967" y="2226080"/>
          <a:ext cx="980870" cy="4904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গভীরতা</a:t>
          </a:r>
          <a:endParaRPr lang="en-US" sz="1400" kern="1200" dirty="0"/>
        </a:p>
      </dsp:txBody>
      <dsp:txXfrm>
        <a:off x="1967" y="2226080"/>
        <a:ext cx="980870" cy="490435"/>
      </dsp:txXfrm>
    </dsp:sp>
    <dsp:sp modelId="{FC30111A-7064-4523-A2FC-2DA8AAB299A0}">
      <dsp:nvSpPr>
        <dsp:cNvPr id="0" name=""/>
        <dsp:cNvSpPr/>
      </dsp:nvSpPr>
      <dsp:spPr>
        <a:xfrm>
          <a:off x="1188820" y="2226080"/>
          <a:ext cx="980870" cy="4904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তাপমাত্রা</a:t>
          </a:r>
          <a:endParaRPr lang="en-US" sz="1400" kern="1200" dirty="0"/>
        </a:p>
      </dsp:txBody>
      <dsp:txXfrm>
        <a:off x="1188820" y="2226080"/>
        <a:ext cx="980870" cy="490435"/>
      </dsp:txXfrm>
    </dsp:sp>
    <dsp:sp modelId="{11831776-98C0-4E50-92E0-353DD9EB26BA}">
      <dsp:nvSpPr>
        <dsp:cNvPr id="0" name=""/>
        <dsp:cNvSpPr/>
      </dsp:nvSpPr>
      <dsp:spPr>
        <a:xfrm>
          <a:off x="2375673" y="2226080"/>
          <a:ext cx="980870" cy="4904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সূর্যালোক</a:t>
          </a:r>
          <a:endParaRPr lang="en-US" sz="1400" kern="1200" dirty="0"/>
        </a:p>
      </dsp:txBody>
      <dsp:txXfrm>
        <a:off x="2375673" y="2226080"/>
        <a:ext cx="980870" cy="490435"/>
      </dsp:txXfrm>
    </dsp:sp>
    <dsp:sp modelId="{75D35EE3-6661-4777-ACE3-F4787C1F48BB}">
      <dsp:nvSpPr>
        <dsp:cNvPr id="0" name=""/>
        <dsp:cNvSpPr/>
      </dsp:nvSpPr>
      <dsp:spPr>
        <a:xfrm>
          <a:off x="3562526" y="2226080"/>
          <a:ext cx="980870" cy="4904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পানির</a:t>
          </a:r>
          <a:r>
            <a:rPr lang="en-US" sz="1400" kern="1200" dirty="0"/>
            <a:t> </a:t>
          </a:r>
          <a:r>
            <a:rPr lang="en-US" sz="1400" kern="1200" dirty="0" err="1"/>
            <a:t>ঘোলাত্ব</a:t>
          </a:r>
          <a:endParaRPr lang="en-US" sz="1400" kern="1200" dirty="0"/>
        </a:p>
      </dsp:txBody>
      <dsp:txXfrm>
        <a:off x="3562526" y="2226080"/>
        <a:ext cx="980870" cy="490435"/>
      </dsp:txXfrm>
    </dsp:sp>
    <dsp:sp modelId="{5A6D9A22-1C9E-4504-8603-F90BA79D77C0}">
      <dsp:nvSpPr>
        <dsp:cNvPr id="0" name=""/>
        <dsp:cNvSpPr/>
      </dsp:nvSpPr>
      <dsp:spPr>
        <a:xfrm>
          <a:off x="7716512" y="1529662"/>
          <a:ext cx="980870" cy="4904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রাসায়নিক</a:t>
          </a:r>
          <a:r>
            <a:rPr lang="en-US" sz="1400" kern="1200" dirty="0"/>
            <a:t> </a:t>
          </a:r>
          <a:r>
            <a:rPr lang="en-US" sz="1400" kern="1200" dirty="0" err="1"/>
            <a:t>গুণাগুণ</a:t>
          </a:r>
          <a:endParaRPr lang="en-US" sz="1400" kern="1200" dirty="0"/>
        </a:p>
      </dsp:txBody>
      <dsp:txXfrm>
        <a:off x="7716512" y="1529662"/>
        <a:ext cx="980870" cy="490435"/>
      </dsp:txXfrm>
    </dsp:sp>
    <dsp:sp modelId="{A96CD886-F5FA-4D76-9CF9-C2D9AD2CB18E}">
      <dsp:nvSpPr>
        <dsp:cNvPr id="0" name=""/>
        <dsp:cNvSpPr/>
      </dsp:nvSpPr>
      <dsp:spPr>
        <a:xfrm>
          <a:off x="4749379" y="2226080"/>
          <a:ext cx="980870" cy="4904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অক্সিজেন</a:t>
          </a:r>
          <a:endParaRPr lang="en-US" sz="1400" kern="1200" dirty="0"/>
        </a:p>
      </dsp:txBody>
      <dsp:txXfrm>
        <a:off x="4749379" y="2226080"/>
        <a:ext cx="980870" cy="490435"/>
      </dsp:txXfrm>
    </dsp:sp>
    <dsp:sp modelId="{FB7FE644-BE4C-41B5-A950-67639908E44C}">
      <dsp:nvSpPr>
        <dsp:cNvPr id="0" name=""/>
        <dsp:cNvSpPr/>
      </dsp:nvSpPr>
      <dsp:spPr>
        <a:xfrm>
          <a:off x="5936232" y="2226080"/>
          <a:ext cx="980870" cy="4904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কার্বন</a:t>
          </a:r>
          <a:r>
            <a:rPr lang="en-US" sz="1400" kern="1200" dirty="0"/>
            <a:t> </a:t>
          </a:r>
          <a:r>
            <a:rPr lang="en-US" sz="1400" kern="1200" dirty="0" err="1"/>
            <a:t>ডাই</a:t>
          </a:r>
          <a:r>
            <a:rPr lang="en-US" sz="1400" kern="1200" dirty="0"/>
            <a:t> </a:t>
          </a:r>
          <a:r>
            <a:rPr lang="en-US" sz="1400" kern="1200" dirty="0" err="1"/>
            <a:t>অক্সাইড</a:t>
          </a:r>
          <a:endParaRPr lang="en-US" sz="1400" kern="1200" dirty="0"/>
        </a:p>
      </dsp:txBody>
      <dsp:txXfrm>
        <a:off x="5936232" y="2226080"/>
        <a:ext cx="980870" cy="490435"/>
      </dsp:txXfrm>
    </dsp:sp>
    <dsp:sp modelId="{B496C60C-BF22-4E58-82CB-4086EB563462}">
      <dsp:nvSpPr>
        <dsp:cNvPr id="0" name=""/>
        <dsp:cNvSpPr/>
      </dsp:nvSpPr>
      <dsp:spPr>
        <a:xfrm>
          <a:off x="7123086" y="2226080"/>
          <a:ext cx="980870" cy="4904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এমোনিয়া</a:t>
          </a:r>
          <a:endParaRPr lang="en-US" sz="1400" kern="1200" dirty="0"/>
        </a:p>
      </dsp:txBody>
      <dsp:txXfrm>
        <a:off x="7123086" y="2226080"/>
        <a:ext cx="980870" cy="490435"/>
      </dsp:txXfrm>
    </dsp:sp>
    <dsp:sp modelId="{B4A8F663-9D1D-40C6-9EAF-A1B8E73E9B9C}">
      <dsp:nvSpPr>
        <dsp:cNvPr id="0" name=""/>
        <dsp:cNvSpPr/>
      </dsp:nvSpPr>
      <dsp:spPr>
        <a:xfrm>
          <a:off x="8309939" y="2226080"/>
          <a:ext cx="980870" cy="4904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নাইট্রাইট</a:t>
          </a:r>
          <a:endParaRPr lang="en-US" sz="1400" kern="1200" dirty="0"/>
        </a:p>
      </dsp:txBody>
      <dsp:txXfrm>
        <a:off x="8309939" y="2226080"/>
        <a:ext cx="980870" cy="490435"/>
      </dsp:txXfrm>
    </dsp:sp>
    <dsp:sp modelId="{CC09C226-0D8A-453F-8EFD-BC13740D66F5}">
      <dsp:nvSpPr>
        <dsp:cNvPr id="0" name=""/>
        <dsp:cNvSpPr/>
      </dsp:nvSpPr>
      <dsp:spPr>
        <a:xfrm>
          <a:off x="9496792" y="2226080"/>
          <a:ext cx="980870" cy="4904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নাইট্রেট</a:t>
          </a:r>
          <a:endParaRPr lang="en-US" sz="1400" kern="1200" dirty="0"/>
        </a:p>
      </dsp:txBody>
      <dsp:txXfrm>
        <a:off x="9496792" y="2226080"/>
        <a:ext cx="980870" cy="490435"/>
      </dsp:txXfrm>
    </dsp:sp>
    <dsp:sp modelId="{DB3FA815-B65C-45D6-B1CF-09FC462DEA3E}">
      <dsp:nvSpPr>
        <dsp:cNvPr id="0" name=""/>
        <dsp:cNvSpPr/>
      </dsp:nvSpPr>
      <dsp:spPr>
        <a:xfrm>
          <a:off x="10683645" y="2226080"/>
          <a:ext cx="980870" cy="49043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err="1"/>
            <a:t>হাইড্রোজেন</a:t>
          </a:r>
          <a:r>
            <a:rPr lang="en-US" sz="1400" kern="1200" dirty="0"/>
            <a:t> </a:t>
          </a:r>
          <a:r>
            <a:rPr lang="en-US" sz="1400" kern="1200" dirty="0" err="1"/>
            <a:t>সালফাইড</a:t>
          </a:r>
          <a:endParaRPr lang="en-US" sz="1400" kern="1200" dirty="0"/>
        </a:p>
      </dsp:txBody>
      <dsp:txXfrm>
        <a:off x="10683645" y="2226080"/>
        <a:ext cx="980870" cy="49043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4786A-C93A-4B64-89EB-286BD2106319}">
      <dsp:nvSpPr>
        <dsp:cNvPr id="0" name=""/>
        <dsp:cNvSpPr/>
      </dsp:nvSpPr>
      <dsp:spPr>
        <a:xfrm>
          <a:off x="1388883" y="759"/>
          <a:ext cx="1871308" cy="93565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bn-IN" sz="2500" kern="1200" dirty="0"/>
            <a:t>আমেরিকান শ্রেণী</a:t>
          </a:r>
          <a:endParaRPr lang="en-US" sz="2500" kern="1200" dirty="0"/>
        </a:p>
      </dsp:txBody>
      <dsp:txXfrm>
        <a:off x="1416287" y="28163"/>
        <a:ext cx="1816500" cy="880846"/>
      </dsp:txXfrm>
    </dsp:sp>
    <dsp:sp modelId="{87868605-DE5D-4BF3-B625-1D92F4B01179}">
      <dsp:nvSpPr>
        <dsp:cNvPr id="0" name=""/>
        <dsp:cNvSpPr/>
      </dsp:nvSpPr>
      <dsp:spPr>
        <a:xfrm>
          <a:off x="1576014" y="936413"/>
          <a:ext cx="187130" cy="701740"/>
        </a:xfrm>
        <a:custGeom>
          <a:avLst/>
          <a:gdLst/>
          <a:ahLst/>
          <a:cxnLst/>
          <a:rect l="0" t="0" r="0" b="0"/>
          <a:pathLst>
            <a:path>
              <a:moveTo>
                <a:pt x="0" y="0"/>
              </a:moveTo>
              <a:lnTo>
                <a:pt x="0" y="701740"/>
              </a:lnTo>
              <a:lnTo>
                <a:pt x="187130" y="70174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74F939-E805-4286-A8DC-D9A69A8B1F94}">
      <dsp:nvSpPr>
        <dsp:cNvPr id="0" name=""/>
        <dsp:cNvSpPr/>
      </dsp:nvSpPr>
      <dsp:spPr>
        <a:xfrm>
          <a:off x="1763145" y="1170327"/>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রোড আইল্যান্ড রেড</a:t>
          </a:r>
          <a:endParaRPr lang="en-US" sz="1900" kern="1200" dirty="0"/>
        </a:p>
      </dsp:txBody>
      <dsp:txXfrm>
        <a:off x="1790549" y="1197731"/>
        <a:ext cx="1442238" cy="880846"/>
      </dsp:txXfrm>
    </dsp:sp>
    <dsp:sp modelId="{71336DF8-C12E-4355-8399-740F06EA66A7}">
      <dsp:nvSpPr>
        <dsp:cNvPr id="0" name=""/>
        <dsp:cNvSpPr/>
      </dsp:nvSpPr>
      <dsp:spPr>
        <a:xfrm>
          <a:off x="1576014" y="936413"/>
          <a:ext cx="187130" cy="1871308"/>
        </a:xfrm>
        <a:custGeom>
          <a:avLst/>
          <a:gdLst/>
          <a:ahLst/>
          <a:cxnLst/>
          <a:rect l="0" t="0" r="0" b="0"/>
          <a:pathLst>
            <a:path>
              <a:moveTo>
                <a:pt x="0" y="0"/>
              </a:moveTo>
              <a:lnTo>
                <a:pt x="0" y="1871308"/>
              </a:lnTo>
              <a:lnTo>
                <a:pt x="187130" y="187130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765850-BB40-4BA5-A151-EDBCD82997C6}">
      <dsp:nvSpPr>
        <dsp:cNvPr id="0" name=""/>
        <dsp:cNvSpPr/>
      </dsp:nvSpPr>
      <dsp:spPr>
        <a:xfrm>
          <a:off x="1763145" y="2339894"/>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নিউ হ্যাম্পশায়ার</a:t>
          </a:r>
          <a:endParaRPr lang="en-US" sz="1900" kern="1200" dirty="0"/>
        </a:p>
      </dsp:txBody>
      <dsp:txXfrm>
        <a:off x="1790549" y="2367298"/>
        <a:ext cx="1442238" cy="880846"/>
      </dsp:txXfrm>
    </dsp:sp>
    <dsp:sp modelId="{4F7A7FFB-906B-4D02-B2DC-B95E18FDC006}">
      <dsp:nvSpPr>
        <dsp:cNvPr id="0" name=""/>
        <dsp:cNvSpPr/>
      </dsp:nvSpPr>
      <dsp:spPr>
        <a:xfrm>
          <a:off x="1576014" y="936413"/>
          <a:ext cx="187130" cy="3040876"/>
        </a:xfrm>
        <a:custGeom>
          <a:avLst/>
          <a:gdLst/>
          <a:ahLst/>
          <a:cxnLst/>
          <a:rect l="0" t="0" r="0" b="0"/>
          <a:pathLst>
            <a:path>
              <a:moveTo>
                <a:pt x="0" y="0"/>
              </a:moveTo>
              <a:lnTo>
                <a:pt x="0" y="3040876"/>
              </a:lnTo>
              <a:lnTo>
                <a:pt x="187130" y="304087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7C7D5CE-792C-4578-9CE3-759B5230E298}">
      <dsp:nvSpPr>
        <dsp:cNvPr id="0" name=""/>
        <dsp:cNvSpPr/>
      </dsp:nvSpPr>
      <dsp:spPr>
        <a:xfrm>
          <a:off x="1763145" y="3509462"/>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প্লাইমাউথ রক</a:t>
          </a:r>
          <a:endParaRPr lang="en-US" sz="1900" kern="1200" dirty="0"/>
        </a:p>
      </dsp:txBody>
      <dsp:txXfrm>
        <a:off x="1790549" y="3536866"/>
        <a:ext cx="1442238" cy="880846"/>
      </dsp:txXfrm>
    </dsp:sp>
    <dsp:sp modelId="{336840B7-B532-4C3B-AD13-D780C462781B}">
      <dsp:nvSpPr>
        <dsp:cNvPr id="0" name=""/>
        <dsp:cNvSpPr/>
      </dsp:nvSpPr>
      <dsp:spPr>
        <a:xfrm>
          <a:off x="3728019" y="759"/>
          <a:ext cx="1871308" cy="93565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bn-IN" sz="2500" kern="1200" dirty="0"/>
            <a:t>ভূমধ্যসাগরীয় শ্রেণী</a:t>
          </a:r>
          <a:endParaRPr lang="en-US" sz="2500" kern="1200" dirty="0"/>
        </a:p>
      </dsp:txBody>
      <dsp:txXfrm>
        <a:off x="3755423" y="28163"/>
        <a:ext cx="1816500" cy="880846"/>
      </dsp:txXfrm>
    </dsp:sp>
    <dsp:sp modelId="{9528C1BA-B0B1-4B32-BFD2-16C55152C152}">
      <dsp:nvSpPr>
        <dsp:cNvPr id="0" name=""/>
        <dsp:cNvSpPr/>
      </dsp:nvSpPr>
      <dsp:spPr>
        <a:xfrm>
          <a:off x="3915150" y="936413"/>
          <a:ext cx="187130" cy="701740"/>
        </a:xfrm>
        <a:custGeom>
          <a:avLst/>
          <a:gdLst/>
          <a:ahLst/>
          <a:cxnLst/>
          <a:rect l="0" t="0" r="0" b="0"/>
          <a:pathLst>
            <a:path>
              <a:moveTo>
                <a:pt x="0" y="0"/>
              </a:moveTo>
              <a:lnTo>
                <a:pt x="0" y="701740"/>
              </a:lnTo>
              <a:lnTo>
                <a:pt x="187130" y="70174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040B7D3-F052-490C-A88B-B29A78310F59}">
      <dsp:nvSpPr>
        <dsp:cNvPr id="0" name=""/>
        <dsp:cNvSpPr/>
      </dsp:nvSpPr>
      <dsp:spPr>
        <a:xfrm>
          <a:off x="4102281" y="1170327"/>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লেগহর্ণ</a:t>
          </a:r>
          <a:endParaRPr lang="en-US" sz="1900" kern="1200" dirty="0"/>
        </a:p>
      </dsp:txBody>
      <dsp:txXfrm>
        <a:off x="4129685" y="1197731"/>
        <a:ext cx="1442238" cy="880846"/>
      </dsp:txXfrm>
    </dsp:sp>
    <dsp:sp modelId="{5DE899CC-0652-4CDE-A686-36211241694F}">
      <dsp:nvSpPr>
        <dsp:cNvPr id="0" name=""/>
        <dsp:cNvSpPr/>
      </dsp:nvSpPr>
      <dsp:spPr>
        <a:xfrm>
          <a:off x="3915150" y="936413"/>
          <a:ext cx="187130" cy="1871308"/>
        </a:xfrm>
        <a:custGeom>
          <a:avLst/>
          <a:gdLst/>
          <a:ahLst/>
          <a:cxnLst/>
          <a:rect l="0" t="0" r="0" b="0"/>
          <a:pathLst>
            <a:path>
              <a:moveTo>
                <a:pt x="0" y="0"/>
              </a:moveTo>
              <a:lnTo>
                <a:pt x="0" y="1871308"/>
              </a:lnTo>
              <a:lnTo>
                <a:pt x="187130" y="187130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FADC20-C895-428F-A80D-B60D49E5BA5E}">
      <dsp:nvSpPr>
        <dsp:cNvPr id="0" name=""/>
        <dsp:cNvSpPr/>
      </dsp:nvSpPr>
      <dsp:spPr>
        <a:xfrm>
          <a:off x="4102281" y="2339894"/>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ফাউমি</a:t>
          </a:r>
          <a:endParaRPr lang="en-US" sz="1900" kern="1200" dirty="0"/>
        </a:p>
      </dsp:txBody>
      <dsp:txXfrm>
        <a:off x="4129685" y="2367298"/>
        <a:ext cx="1442238" cy="880846"/>
      </dsp:txXfrm>
    </dsp:sp>
    <dsp:sp modelId="{C865676B-C920-4B07-BC1C-ADDBAA701E34}">
      <dsp:nvSpPr>
        <dsp:cNvPr id="0" name=""/>
        <dsp:cNvSpPr/>
      </dsp:nvSpPr>
      <dsp:spPr>
        <a:xfrm>
          <a:off x="3915150" y="936413"/>
          <a:ext cx="187130" cy="3040876"/>
        </a:xfrm>
        <a:custGeom>
          <a:avLst/>
          <a:gdLst/>
          <a:ahLst/>
          <a:cxnLst/>
          <a:rect l="0" t="0" r="0" b="0"/>
          <a:pathLst>
            <a:path>
              <a:moveTo>
                <a:pt x="0" y="0"/>
              </a:moveTo>
              <a:lnTo>
                <a:pt x="0" y="3040876"/>
              </a:lnTo>
              <a:lnTo>
                <a:pt x="187130" y="304087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5F7B42-8DF0-418C-9C78-47E64D3F0ADF}">
      <dsp:nvSpPr>
        <dsp:cNvPr id="0" name=""/>
        <dsp:cNvSpPr/>
      </dsp:nvSpPr>
      <dsp:spPr>
        <a:xfrm>
          <a:off x="4102281" y="3509462"/>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মিনর্কা</a:t>
          </a:r>
          <a:endParaRPr lang="en-US" sz="1900" kern="1200" dirty="0"/>
        </a:p>
      </dsp:txBody>
      <dsp:txXfrm>
        <a:off x="4129685" y="3536866"/>
        <a:ext cx="1442238" cy="880846"/>
      </dsp:txXfrm>
    </dsp:sp>
    <dsp:sp modelId="{8009F096-A19D-4E7D-A401-B429C912BA75}">
      <dsp:nvSpPr>
        <dsp:cNvPr id="0" name=""/>
        <dsp:cNvSpPr/>
      </dsp:nvSpPr>
      <dsp:spPr>
        <a:xfrm>
          <a:off x="6067155" y="759"/>
          <a:ext cx="1871308" cy="93565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bn-IN" sz="2500" kern="1200" dirty="0"/>
            <a:t>ইংলিশ শ্রেণী</a:t>
          </a:r>
          <a:endParaRPr lang="en-US" sz="2500" kern="1200" dirty="0"/>
        </a:p>
      </dsp:txBody>
      <dsp:txXfrm>
        <a:off x="6094559" y="28163"/>
        <a:ext cx="1816500" cy="880846"/>
      </dsp:txXfrm>
    </dsp:sp>
    <dsp:sp modelId="{307BA7A2-C709-4AC8-A50B-B1059F846314}">
      <dsp:nvSpPr>
        <dsp:cNvPr id="0" name=""/>
        <dsp:cNvSpPr/>
      </dsp:nvSpPr>
      <dsp:spPr>
        <a:xfrm>
          <a:off x="6254285" y="936413"/>
          <a:ext cx="187130" cy="701740"/>
        </a:xfrm>
        <a:custGeom>
          <a:avLst/>
          <a:gdLst/>
          <a:ahLst/>
          <a:cxnLst/>
          <a:rect l="0" t="0" r="0" b="0"/>
          <a:pathLst>
            <a:path>
              <a:moveTo>
                <a:pt x="0" y="0"/>
              </a:moveTo>
              <a:lnTo>
                <a:pt x="0" y="701740"/>
              </a:lnTo>
              <a:lnTo>
                <a:pt x="187130" y="70174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03F98FD-FCDA-4653-B246-B99270784990}">
      <dsp:nvSpPr>
        <dsp:cNvPr id="0" name=""/>
        <dsp:cNvSpPr/>
      </dsp:nvSpPr>
      <dsp:spPr>
        <a:xfrm>
          <a:off x="6441416" y="1170327"/>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অস্ট্রার্লপ</a:t>
          </a:r>
          <a:endParaRPr lang="en-US" sz="1900" kern="1200" dirty="0"/>
        </a:p>
      </dsp:txBody>
      <dsp:txXfrm>
        <a:off x="6468820" y="1197731"/>
        <a:ext cx="1442238" cy="880846"/>
      </dsp:txXfrm>
    </dsp:sp>
    <dsp:sp modelId="{C425201B-9ACF-4947-A90D-573D75D752DA}">
      <dsp:nvSpPr>
        <dsp:cNvPr id="0" name=""/>
        <dsp:cNvSpPr/>
      </dsp:nvSpPr>
      <dsp:spPr>
        <a:xfrm>
          <a:off x="6254285" y="936413"/>
          <a:ext cx="187130" cy="1871308"/>
        </a:xfrm>
        <a:custGeom>
          <a:avLst/>
          <a:gdLst/>
          <a:ahLst/>
          <a:cxnLst/>
          <a:rect l="0" t="0" r="0" b="0"/>
          <a:pathLst>
            <a:path>
              <a:moveTo>
                <a:pt x="0" y="0"/>
              </a:moveTo>
              <a:lnTo>
                <a:pt x="0" y="1871308"/>
              </a:lnTo>
              <a:lnTo>
                <a:pt x="187130" y="187130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CA298D4-53A6-4405-AF13-7D49DB6D591B}">
      <dsp:nvSpPr>
        <dsp:cNvPr id="0" name=""/>
        <dsp:cNvSpPr/>
      </dsp:nvSpPr>
      <dsp:spPr>
        <a:xfrm>
          <a:off x="6441416" y="2339894"/>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কর্নিশ</a:t>
          </a:r>
          <a:endParaRPr lang="en-US" sz="1900" kern="1200" dirty="0"/>
        </a:p>
      </dsp:txBody>
      <dsp:txXfrm>
        <a:off x="6468820" y="2367298"/>
        <a:ext cx="1442238" cy="880846"/>
      </dsp:txXfrm>
    </dsp:sp>
    <dsp:sp modelId="{F69E006E-DBC8-4939-AD88-10AFE2A6DFBF}">
      <dsp:nvSpPr>
        <dsp:cNvPr id="0" name=""/>
        <dsp:cNvSpPr/>
      </dsp:nvSpPr>
      <dsp:spPr>
        <a:xfrm>
          <a:off x="6254285" y="936413"/>
          <a:ext cx="187130" cy="3040876"/>
        </a:xfrm>
        <a:custGeom>
          <a:avLst/>
          <a:gdLst/>
          <a:ahLst/>
          <a:cxnLst/>
          <a:rect l="0" t="0" r="0" b="0"/>
          <a:pathLst>
            <a:path>
              <a:moveTo>
                <a:pt x="0" y="0"/>
              </a:moveTo>
              <a:lnTo>
                <a:pt x="0" y="3040876"/>
              </a:lnTo>
              <a:lnTo>
                <a:pt x="187130" y="304087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C30B183-2873-409C-A8E9-ACF55E60E346}">
      <dsp:nvSpPr>
        <dsp:cNvPr id="0" name=""/>
        <dsp:cNvSpPr/>
      </dsp:nvSpPr>
      <dsp:spPr>
        <a:xfrm>
          <a:off x="6441416" y="3509462"/>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সাসেক্স</a:t>
          </a:r>
          <a:endParaRPr lang="en-US" sz="1900" kern="1200" dirty="0"/>
        </a:p>
      </dsp:txBody>
      <dsp:txXfrm>
        <a:off x="6468820" y="3536866"/>
        <a:ext cx="1442238" cy="880846"/>
      </dsp:txXfrm>
    </dsp:sp>
    <dsp:sp modelId="{EBD98054-0A84-4CA4-9996-89ABEFA704B6}">
      <dsp:nvSpPr>
        <dsp:cNvPr id="0" name=""/>
        <dsp:cNvSpPr/>
      </dsp:nvSpPr>
      <dsp:spPr>
        <a:xfrm>
          <a:off x="8406290" y="759"/>
          <a:ext cx="1871308" cy="93565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7625" tIns="31750" rIns="47625" bIns="31750" numCol="1" spcCol="1270" anchor="ctr" anchorCtr="0">
          <a:noAutofit/>
        </a:bodyPr>
        <a:lstStyle/>
        <a:p>
          <a:pPr marL="0" lvl="0" indent="0" algn="ctr" defTabSz="1111250">
            <a:lnSpc>
              <a:spcPct val="90000"/>
            </a:lnSpc>
            <a:spcBef>
              <a:spcPct val="0"/>
            </a:spcBef>
            <a:spcAft>
              <a:spcPct val="35000"/>
            </a:spcAft>
            <a:buNone/>
          </a:pPr>
          <a:r>
            <a:rPr lang="bn-IN" sz="2500" kern="1200" dirty="0"/>
            <a:t>এশীয় শ্রেণী</a:t>
          </a:r>
          <a:endParaRPr lang="en-US" sz="2500" kern="1200" dirty="0"/>
        </a:p>
      </dsp:txBody>
      <dsp:txXfrm>
        <a:off x="8433694" y="28163"/>
        <a:ext cx="1816500" cy="880846"/>
      </dsp:txXfrm>
    </dsp:sp>
    <dsp:sp modelId="{EF9CA835-611F-4DF7-824F-7C1F8E08509A}">
      <dsp:nvSpPr>
        <dsp:cNvPr id="0" name=""/>
        <dsp:cNvSpPr/>
      </dsp:nvSpPr>
      <dsp:spPr>
        <a:xfrm>
          <a:off x="8593421" y="936413"/>
          <a:ext cx="187130" cy="701740"/>
        </a:xfrm>
        <a:custGeom>
          <a:avLst/>
          <a:gdLst/>
          <a:ahLst/>
          <a:cxnLst/>
          <a:rect l="0" t="0" r="0" b="0"/>
          <a:pathLst>
            <a:path>
              <a:moveTo>
                <a:pt x="0" y="0"/>
              </a:moveTo>
              <a:lnTo>
                <a:pt x="0" y="701740"/>
              </a:lnTo>
              <a:lnTo>
                <a:pt x="187130" y="70174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177BB3F-E363-445E-BAD3-1415B0DF3741}">
      <dsp:nvSpPr>
        <dsp:cNvPr id="0" name=""/>
        <dsp:cNvSpPr/>
      </dsp:nvSpPr>
      <dsp:spPr>
        <a:xfrm>
          <a:off x="8780552" y="1170327"/>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ব্রাহমা</a:t>
          </a:r>
          <a:endParaRPr lang="en-US" sz="1900" kern="1200" dirty="0"/>
        </a:p>
      </dsp:txBody>
      <dsp:txXfrm>
        <a:off x="8807956" y="1197731"/>
        <a:ext cx="1442238" cy="880846"/>
      </dsp:txXfrm>
    </dsp:sp>
    <dsp:sp modelId="{F676E694-6403-4471-83EF-440E64416601}">
      <dsp:nvSpPr>
        <dsp:cNvPr id="0" name=""/>
        <dsp:cNvSpPr/>
      </dsp:nvSpPr>
      <dsp:spPr>
        <a:xfrm>
          <a:off x="8593421" y="936413"/>
          <a:ext cx="187130" cy="1871308"/>
        </a:xfrm>
        <a:custGeom>
          <a:avLst/>
          <a:gdLst/>
          <a:ahLst/>
          <a:cxnLst/>
          <a:rect l="0" t="0" r="0" b="0"/>
          <a:pathLst>
            <a:path>
              <a:moveTo>
                <a:pt x="0" y="0"/>
              </a:moveTo>
              <a:lnTo>
                <a:pt x="0" y="1871308"/>
              </a:lnTo>
              <a:lnTo>
                <a:pt x="187130" y="1871308"/>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36AD7DC-496D-4198-8E9A-5F7F02FD267E}">
      <dsp:nvSpPr>
        <dsp:cNvPr id="0" name=""/>
        <dsp:cNvSpPr/>
      </dsp:nvSpPr>
      <dsp:spPr>
        <a:xfrm>
          <a:off x="8780552" y="2339894"/>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কোচিন</a:t>
          </a:r>
          <a:endParaRPr lang="en-US" sz="1900" kern="1200" dirty="0"/>
        </a:p>
      </dsp:txBody>
      <dsp:txXfrm>
        <a:off x="8807956" y="2367298"/>
        <a:ext cx="1442238" cy="880846"/>
      </dsp:txXfrm>
    </dsp:sp>
    <dsp:sp modelId="{C83A2F5D-D2A3-4C21-B3CB-4A111211AED8}">
      <dsp:nvSpPr>
        <dsp:cNvPr id="0" name=""/>
        <dsp:cNvSpPr/>
      </dsp:nvSpPr>
      <dsp:spPr>
        <a:xfrm>
          <a:off x="8593421" y="936413"/>
          <a:ext cx="187130" cy="3040876"/>
        </a:xfrm>
        <a:custGeom>
          <a:avLst/>
          <a:gdLst/>
          <a:ahLst/>
          <a:cxnLst/>
          <a:rect l="0" t="0" r="0" b="0"/>
          <a:pathLst>
            <a:path>
              <a:moveTo>
                <a:pt x="0" y="0"/>
              </a:moveTo>
              <a:lnTo>
                <a:pt x="0" y="3040876"/>
              </a:lnTo>
              <a:lnTo>
                <a:pt x="187130" y="3040876"/>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A62C3C-2D4B-4412-8BFF-A9C6E2D5B1B8}">
      <dsp:nvSpPr>
        <dsp:cNvPr id="0" name=""/>
        <dsp:cNvSpPr/>
      </dsp:nvSpPr>
      <dsp:spPr>
        <a:xfrm>
          <a:off x="8780552" y="3509462"/>
          <a:ext cx="1497046" cy="935654"/>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bn-IN" sz="1900" kern="1200" dirty="0"/>
            <a:t>আসিল</a:t>
          </a:r>
          <a:endParaRPr lang="en-US" sz="1900" kern="1200" dirty="0"/>
        </a:p>
      </dsp:txBody>
      <dsp:txXfrm>
        <a:off x="8807956" y="3536866"/>
        <a:ext cx="1442238" cy="88084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B20FBD-67D7-4705-8BC8-C0CF98146100}">
      <dsp:nvSpPr>
        <dsp:cNvPr id="0" name=""/>
        <dsp:cNvSpPr/>
      </dsp:nvSpPr>
      <dsp:spPr>
        <a:xfrm>
          <a:off x="2008048" y="0"/>
          <a:ext cx="2360178" cy="110095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bn-IN" sz="1800" kern="1200" dirty="0"/>
            <a:t>গ্রান্ড প্যারেন্ট স্টক সৃষ্টি</a:t>
          </a:r>
          <a:endParaRPr lang="en-US" sz="1800" kern="1200" dirty="0"/>
        </a:p>
      </dsp:txBody>
      <dsp:txXfrm>
        <a:off x="2040294" y="32246"/>
        <a:ext cx="2295686" cy="1036466"/>
      </dsp:txXfrm>
    </dsp:sp>
    <dsp:sp modelId="{BDB56DB1-4EA5-4F6A-9DE6-E960BE7FE578}">
      <dsp:nvSpPr>
        <dsp:cNvPr id="0" name=""/>
        <dsp:cNvSpPr/>
      </dsp:nvSpPr>
      <dsp:spPr>
        <a:xfrm rot="5400000">
          <a:off x="2981707" y="1128481"/>
          <a:ext cx="412859" cy="4954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3039507" y="1169767"/>
        <a:ext cx="297259" cy="289001"/>
      </dsp:txXfrm>
    </dsp:sp>
    <dsp:sp modelId="{638A0AC3-D83B-45AB-A1A4-B00E0A826276}">
      <dsp:nvSpPr>
        <dsp:cNvPr id="0" name=""/>
        <dsp:cNvSpPr/>
      </dsp:nvSpPr>
      <dsp:spPr>
        <a:xfrm>
          <a:off x="2008048" y="1651437"/>
          <a:ext cx="2360178" cy="110095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bn-IN" sz="1800" kern="1200" dirty="0"/>
            <a:t>প্যারেন্ট স্টক সৃষ্টি</a:t>
          </a:r>
          <a:endParaRPr lang="en-US" sz="1800" kern="1200" dirty="0"/>
        </a:p>
      </dsp:txBody>
      <dsp:txXfrm>
        <a:off x="2040294" y="1683683"/>
        <a:ext cx="2295686" cy="1036466"/>
      </dsp:txXfrm>
    </dsp:sp>
    <dsp:sp modelId="{03B97818-4873-418E-9539-057E818F0F6A}">
      <dsp:nvSpPr>
        <dsp:cNvPr id="0" name=""/>
        <dsp:cNvSpPr/>
      </dsp:nvSpPr>
      <dsp:spPr>
        <a:xfrm rot="5400000">
          <a:off x="2981707" y="2779918"/>
          <a:ext cx="412859" cy="4954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5400000">
        <a:off x="3039507" y="2821204"/>
        <a:ext cx="297259" cy="289001"/>
      </dsp:txXfrm>
    </dsp:sp>
    <dsp:sp modelId="{228C1BA9-B88D-4A43-A6F6-B2AD85E34583}">
      <dsp:nvSpPr>
        <dsp:cNvPr id="0" name=""/>
        <dsp:cNvSpPr/>
      </dsp:nvSpPr>
      <dsp:spPr>
        <a:xfrm>
          <a:off x="2008048" y="3302874"/>
          <a:ext cx="2360178" cy="110095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bn-IN" sz="1800" kern="1200" dirty="0"/>
            <a:t>ডিম-&gt;ব্রয়লার/লেয়ার/মোরগ</a:t>
          </a:r>
          <a:endParaRPr lang="en-US" sz="1800" kern="1200" dirty="0"/>
        </a:p>
      </dsp:txBody>
      <dsp:txXfrm>
        <a:off x="2040294" y="3335120"/>
        <a:ext cx="2295686" cy="103646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E75252-4C5B-4DF5-BC75-20F710553773}">
      <dsp:nvSpPr>
        <dsp:cNvPr id="0" name=""/>
        <dsp:cNvSpPr/>
      </dsp:nvSpPr>
      <dsp:spPr>
        <a:xfrm>
          <a:off x="4870241" y="2190316"/>
          <a:ext cx="441213" cy="420363"/>
        </a:xfrm>
        <a:custGeom>
          <a:avLst/>
          <a:gdLst/>
          <a:ahLst/>
          <a:cxnLst/>
          <a:rect l="0" t="0" r="0" b="0"/>
          <a:pathLst>
            <a:path>
              <a:moveTo>
                <a:pt x="0" y="0"/>
              </a:moveTo>
              <a:lnTo>
                <a:pt x="220606" y="0"/>
              </a:lnTo>
              <a:lnTo>
                <a:pt x="220606" y="420363"/>
              </a:lnTo>
              <a:lnTo>
                <a:pt x="441213" y="420363"/>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5613" y="2385263"/>
        <a:ext cx="30470" cy="30470"/>
      </dsp:txXfrm>
    </dsp:sp>
    <dsp:sp modelId="{689EAB13-3173-48EF-818C-BFCF584F2851}">
      <dsp:nvSpPr>
        <dsp:cNvPr id="0" name=""/>
        <dsp:cNvSpPr/>
      </dsp:nvSpPr>
      <dsp:spPr>
        <a:xfrm>
          <a:off x="7517524" y="1769953"/>
          <a:ext cx="441213" cy="420363"/>
        </a:xfrm>
        <a:custGeom>
          <a:avLst/>
          <a:gdLst/>
          <a:ahLst/>
          <a:cxnLst/>
          <a:rect l="0" t="0" r="0" b="0"/>
          <a:pathLst>
            <a:path>
              <a:moveTo>
                <a:pt x="0" y="0"/>
              </a:moveTo>
              <a:lnTo>
                <a:pt x="220606" y="0"/>
              </a:lnTo>
              <a:lnTo>
                <a:pt x="220606" y="420363"/>
              </a:lnTo>
              <a:lnTo>
                <a:pt x="441213" y="420363"/>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22896" y="1964899"/>
        <a:ext cx="30470" cy="30470"/>
      </dsp:txXfrm>
    </dsp:sp>
    <dsp:sp modelId="{4170E900-AB44-441E-87DF-592FFA660454}">
      <dsp:nvSpPr>
        <dsp:cNvPr id="0" name=""/>
        <dsp:cNvSpPr/>
      </dsp:nvSpPr>
      <dsp:spPr>
        <a:xfrm>
          <a:off x="7517524" y="1349589"/>
          <a:ext cx="441213" cy="420363"/>
        </a:xfrm>
        <a:custGeom>
          <a:avLst/>
          <a:gdLst/>
          <a:ahLst/>
          <a:cxnLst/>
          <a:rect l="0" t="0" r="0" b="0"/>
          <a:pathLst>
            <a:path>
              <a:moveTo>
                <a:pt x="0" y="420363"/>
              </a:moveTo>
              <a:lnTo>
                <a:pt x="220606" y="420363"/>
              </a:lnTo>
              <a:lnTo>
                <a:pt x="220606" y="0"/>
              </a:lnTo>
              <a:lnTo>
                <a:pt x="441213" y="0"/>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722896" y="1544535"/>
        <a:ext cx="30470" cy="30470"/>
      </dsp:txXfrm>
    </dsp:sp>
    <dsp:sp modelId="{74CF4261-EB9D-4261-9587-8F9AD5988432}">
      <dsp:nvSpPr>
        <dsp:cNvPr id="0" name=""/>
        <dsp:cNvSpPr/>
      </dsp:nvSpPr>
      <dsp:spPr>
        <a:xfrm>
          <a:off x="4870241" y="1769953"/>
          <a:ext cx="441213" cy="420363"/>
        </a:xfrm>
        <a:custGeom>
          <a:avLst/>
          <a:gdLst/>
          <a:ahLst/>
          <a:cxnLst/>
          <a:rect l="0" t="0" r="0" b="0"/>
          <a:pathLst>
            <a:path>
              <a:moveTo>
                <a:pt x="0" y="420363"/>
              </a:moveTo>
              <a:lnTo>
                <a:pt x="220606" y="420363"/>
              </a:lnTo>
              <a:lnTo>
                <a:pt x="220606" y="0"/>
              </a:lnTo>
              <a:lnTo>
                <a:pt x="441213" y="0"/>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75613" y="1964899"/>
        <a:ext cx="30470" cy="30470"/>
      </dsp:txXfrm>
    </dsp:sp>
    <dsp:sp modelId="{20638837-8EC6-42D2-A703-22DDCCEB30DA}">
      <dsp:nvSpPr>
        <dsp:cNvPr id="0" name=""/>
        <dsp:cNvSpPr/>
      </dsp:nvSpPr>
      <dsp:spPr>
        <a:xfrm>
          <a:off x="2222958" y="1769953"/>
          <a:ext cx="441213" cy="420363"/>
        </a:xfrm>
        <a:custGeom>
          <a:avLst/>
          <a:gdLst/>
          <a:ahLst/>
          <a:cxnLst/>
          <a:rect l="0" t="0" r="0" b="0"/>
          <a:pathLst>
            <a:path>
              <a:moveTo>
                <a:pt x="0" y="0"/>
              </a:moveTo>
              <a:lnTo>
                <a:pt x="220606" y="0"/>
              </a:lnTo>
              <a:lnTo>
                <a:pt x="220606" y="420363"/>
              </a:lnTo>
              <a:lnTo>
                <a:pt x="441213" y="42036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28329" y="1964899"/>
        <a:ext cx="30470" cy="30470"/>
      </dsp:txXfrm>
    </dsp:sp>
    <dsp:sp modelId="{B60C9565-E020-4DE4-9916-30BD64051C45}">
      <dsp:nvSpPr>
        <dsp:cNvPr id="0" name=""/>
        <dsp:cNvSpPr/>
      </dsp:nvSpPr>
      <dsp:spPr>
        <a:xfrm>
          <a:off x="2222958" y="1349589"/>
          <a:ext cx="441213" cy="420363"/>
        </a:xfrm>
        <a:custGeom>
          <a:avLst/>
          <a:gdLst/>
          <a:ahLst/>
          <a:cxnLst/>
          <a:rect l="0" t="0" r="0" b="0"/>
          <a:pathLst>
            <a:path>
              <a:moveTo>
                <a:pt x="0" y="420363"/>
              </a:moveTo>
              <a:lnTo>
                <a:pt x="220606" y="420363"/>
              </a:lnTo>
              <a:lnTo>
                <a:pt x="220606" y="0"/>
              </a:lnTo>
              <a:lnTo>
                <a:pt x="441213" y="0"/>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28329" y="1544535"/>
        <a:ext cx="30470" cy="30470"/>
      </dsp:txXfrm>
    </dsp:sp>
    <dsp:sp modelId="{DC3EEE8C-580C-48C7-B659-7A82B97C147F}">
      <dsp:nvSpPr>
        <dsp:cNvPr id="0" name=""/>
        <dsp:cNvSpPr/>
      </dsp:nvSpPr>
      <dsp:spPr>
        <a:xfrm rot="16200000">
          <a:off x="116714" y="1433661"/>
          <a:ext cx="3539906"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ডিম</a:t>
          </a:r>
          <a:r>
            <a:rPr lang="en-US" sz="2900" kern="1200" dirty="0"/>
            <a:t> </a:t>
          </a:r>
          <a:r>
            <a:rPr lang="en-US" sz="2900" kern="1200" dirty="0" err="1"/>
            <a:t>ফোটানোর</a:t>
          </a:r>
          <a:r>
            <a:rPr lang="en-US" sz="2900" kern="1200" dirty="0"/>
            <a:t> </a:t>
          </a:r>
          <a:r>
            <a:rPr lang="en-US" sz="2900" kern="1200" dirty="0" err="1"/>
            <a:t>পদ্ধতি</a:t>
          </a:r>
          <a:endParaRPr lang="en-US" sz="2900" kern="1200" dirty="0"/>
        </a:p>
      </dsp:txBody>
      <dsp:txXfrm>
        <a:off x="116714" y="1433661"/>
        <a:ext cx="3539906" cy="672582"/>
      </dsp:txXfrm>
    </dsp:sp>
    <dsp:sp modelId="{DF718DD3-EDA4-4FB4-9D28-FC07176E880B}">
      <dsp:nvSpPr>
        <dsp:cNvPr id="0" name=""/>
        <dsp:cNvSpPr/>
      </dsp:nvSpPr>
      <dsp:spPr>
        <a:xfrm>
          <a:off x="2664171" y="1013298"/>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প্রাকৃতিক</a:t>
          </a:r>
          <a:r>
            <a:rPr lang="en-US" sz="2100" kern="1200" dirty="0"/>
            <a:t> </a:t>
          </a:r>
          <a:r>
            <a:rPr lang="en-US" sz="2100" kern="1200" dirty="0" err="1"/>
            <a:t>পদ্ধতি</a:t>
          </a:r>
          <a:endParaRPr lang="en-US" sz="2100" kern="1200" dirty="0"/>
        </a:p>
      </dsp:txBody>
      <dsp:txXfrm>
        <a:off x="2664171" y="1013298"/>
        <a:ext cx="2206069" cy="672582"/>
      </dsp:txXfrm>
    </dsp:sp>
    <dsp:sp modelId="{024B61BC-0815-4FAB-B08D-7F6B2EFEF431}">
      <dsp:nvSpPr>
        <dsp:cNvPr id="0" name=""/>
        <dsp:cNvSpPr/>
      </dsp:nvSpPr>
      <dsp:spPr>
        <a:xfrm>
          <a:off x="2664171" y="1854025"/>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কৃত্তিম</a:t>
          </a:r>
          <a:r>
            <a:rPr lang="en-US" sz="2100" kern="1200" dirty="0"/>
            <a:t> </a:t>
          </a:r>
          <a:r>
            <a:rPr lang="en-US" sz="2100" kern="1200" dirty="0" err="1"/>
            <a:t>পদ্ধতি</a:t>
          </a:r>
          <a:endParaRPr lang="en-US" sz="2100" kern="1200" dirty="0"/>
        </a:p>
      </dsp:txBody>
      <dsp:txXfrm>
        <a:off x="2664171" y="1854025"/>
        <a:ext cx="2206069" cy="672582"/>
      </dsp:txXfrm>
    </dsp:sp>
    <dsp:sp modelId="{5FB38A42-5D7A-45E4-912C-0C0B66D0B331}">
      <dsp:nvSpPr>
        <dsp:cNvPr id="0" name=""/>
        <dsp:cNvSpPr/>
      </dsp:nvSpPr>
      <dsp:spPr>
        <a:xfrm>
          <a:off x="5311455" y="1433661"/>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ইনকিউবেটর</a:t>
          </a:r>
          <a:r>
            <a:rPr lang="en-US" sz="2100" kern="1200" dirty="0"/>
            <a:t> </a:t>
          </a:r>
          <a:r>
            <a:rPr lang="en-US" sz="2100" kern="1200" dirty="0" err="1"/>
            <a:t>পদ্ধতি</a:t>
          </a:r>
          <a:endParaRPr lang="en-US" sz="2100" kern="1200" dirty="0"/>
        </a:p>
      </dsp:txBody>
      <dsp:txXfrm>
        <a:off x="5311455" y="1433661"/>
        <a:ext cx="2206069" cy="672582"/>
      </dsp:txXfrm>
    </dsp:sp>
    <dsp:sp modelId="{1B1887EC-A314-462E-B561-4A34A208824F}">
      <dsp:nvSpPr>
        <dsp:cNvPr id="0" name=""/>
        <dsp:cNvSpPr/>
      </dsp:nvSpPr>
      <dsp:spPr>
        <a:xfrm>
          <a:off x="7958738" y="1013298"/>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কেরোসিন</a:t>
          </a:r>
          <a:r>
            <a:rPr lang="en-US" sz="2100" kern="1200" dirty="0"/>
            <a:t>  </a:t>
          </a:r>
          <a:r>
            <a:rPr lang="en-US" sz="2100" kern="1200" dirty="0" err="1"/>
            <a:t>ইনকিউবেটর</a:t>
          </a:r>
          <a:endParaRPr lang="en-US" sz="2100" kern="1200" dirty="0"/>
        </a:p>
      </dsp:txBody>
      <dsp:txXfrm>
        <a:off x="7958738" y="1013298"/>
        <a:ext cx="2206069" cy="672582"/>
      </dsp:txXfrm>
    </dsp:sp>
    <dsp:sp modelId="{0493AF23-5115-442E-99C0-C8D03054A503}">
      <dsp:nvSpPr>
        <dsp:cNvPr id="0" name=""/>
        <dsp:cNvSpPr/>
      </dsp:nvSpPr>
      <dsp:spPr>
        <a:xfrm>
          <a:off x="7958738" y="1854025"/>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বৈদ্যুতিক</a:t>
          </a:r>
          <a:r>
            <a:rPr lang="en-US" sz="2100" kern="1200" dirty="0"/>
            <a:t> </a:t>
          </a:r>
          <a:r>
            <a:rPr lang="en-US" sz="2100" kern="1200" dirty="0" err="1"/>
            <a:t>ইনকিউবেটর</a:t>
          </a:r>
          <a:endParaRPr lang="en-US" sz="2100" kern="1200" dirty="0"/>
        </a:p>
      </dsp:txBody>
      <dsp:txXfrm>
        <a:off x="7958738" y="1854025"/>
        <a:ext cx="2206069" cy="672582"/>
      </dsp:txXfrm>
    </dsp:sp>
    <dsp:sp modelId="{AC5B630A-1507-471F-B46B-46B173731CA5}">
      <dsp:nvSpPr>
        <dsp:cNvPr id="0" name=""/>
        <dsp:cNvSpPr/>
      </dsp:nvSpPr>
      <dsp:spPr>
        <a:xfrm>
          <a:off x="5311455" y="2274389"/>
          <a:ext cx="2206069" cy="672582"/>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dirty="0" err="1"/>
            <a:t>তুষ</a:t>
          </a:r>
          <a:r>
            <a:rPr lang="en-US" sz="2100" kern="1200" dirty="0"/>
            <a:t>, </a:t>
          </a:r>
          <a:r>
            <a:rPr lang="en-US" sz="2100" kern="1200" dirty="0" err="1"/>
            <a:t>তুলা</a:t>
          </a:r>
          <a:r>
            <a:rPr lang="en-US" sz="2100" kern="1200" dirty="0"/>
            <a:t> </a:t>
          </a:r>
          <a:r>
            <a:rPr lang="en-US" sz="2100" kern="1200" dirty="0" err="1"/>
            <a:t>পদ্ধতি</a:t>
          </a:r>
          <a:endParaRPr lang="en-US" sz="2100" kern="1200" dirty="0"/>
        </a:p>
      </dsp:txBody>
      <dsp:txXfrm>
        <a:off x="5311455" y="2274389"/>
        <a:ext cx="2206069" cy="67258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C36C38-CED3-40B3-9ED5-43F14C049DB5}">
      <dsp:nvSpPr>
        <dsp:cNvPr id="0" name=""/>
        <dsp:cNvSpPr/>
      </dsp:nvSpPr>
      <dsp:spPr>
        <a:xfrm>
          <a:off x="1846306" y="1215940"/>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মুরগী</a:t>
          </a:r>
          <a:r>
            <a:rPr lang="en-US" sz="2900" kern="1200" dirty="0"/>
            <a:t> </a:t>
          </a:r>
          <a:r>
            <a:rPr lang="en-US" sz="2900" kern="1200" dirty="0" err="1"/>
            <a:t>পালন</a:t>
          </a:r>
          <a:endParaRPr lang="en-US" sz="2900" kern="1200" dirty="0"/>
        </a:p>
      </dsp:txBody>
      <dsp:txXfrm>
        <a:off x="1877223" y="1246857"/>
        <a:ext cx="2049368" cy="993767"/>
      </dsp:txXfrm>
    </dsp:sp>
    <dsp:sp modelId="{8ACB58EF-8405-4FCE-BE63-5391951D4F4A}">
      <dsp:nvSpPr>
        <dsp:cNvPr id="0" name=""/>
        <dsp:cNvSpPr/>
      </dsp:nvSpPr>
      <dsp:spPr>
        <a:xfrm rot="18289469">
          <a:off x="3640357" y="1113567"/>
          <a:ext cx="1478784" cy="46406"/>
        </a:xfrm>
        <a:custGeom>
          <a:avLst/>
          <a:gdLst/>
          <a:ahLst/>
          <a:cxnLst/>
          <a:rect l="0" t="0" r="0" b="0"/>
          <a:pathLst>
            <a:path>
              <a:moveTo>
                <a:pt x="0" y="23203"/>
              </a:moveTo>
              <a:lnTo>
                <a:pt x="1478784" y="2320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42780" y="1099801"/>
        <a:ext cx="73939" cy="73939"/>
      </dsp:txXfrm>
    </dsp:sp>
    <dsp:sp modelId="{C4321846-34B8-4261-9BDA-29CA9B8DA62E}">
      <dsp:nvSpPr>
        <dsp:cNvPr id="0" name=""/>
        <dsp:cNvSpPr/>
      </dsp:nvSpPr>
      <dsp:spPr>
        <a:xfrm>
          <a:off x="4801990" y="1999"/>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মুক্তপালন</a:t>
          </a:r>
          <a:endParaRPr lang="en-US" sz="2900" kern="1200" dirty="0"/>
        </a:p>
      </dsp:txBody>
      <dsp:txXfrm>
        <a:off x="4832907" y="32916"/>
        <a:ext cx="2049368" cy="993767"/>
      </dsp:txXfrm>
    </dsp:sp>
    <dsp:sp modelId="{DA7D7EEA-BBA0-4D93-B6EF-574714641EE9}">
      <dsp:nvSpPr>
        <dsp:cNvPr id="0" name=""/>
        <dsp:cNvSpPr/>
      </dsp:nvSpPr>
      <dsp:spPr>
        <a:xfrm>
          <a:off x="3957509" y="1720538"/>
          <a:ext cx="844481" cy="46406"/>
        </a:xfrm>
        <a:custGeom>
          <a:avLst/>
          <a:gdLst/>
          <a:ahLst/>
          <a:cxnLst/>
          <a:rect l="0" t="0" r="0" b="0"/>
          <a:pathLst>
            <a:path>
              <a:moveTo>
                <a:pt x="0" y="23203"/>
              </a:moveTo>
              <a:lnTo>
                <a:pt x="844481" y="2320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58637" y="1722629"/>
        <a:ext cx="42224" cy="42224"/>
      </dsp:txXfrm>
    </dsp:sp>
    <dsp:sp modelId="{667DE881-7387-4B82-92D2-4987AA5773F2}">
      <dsp:nvSpPr>
        <dsp:cNvPr id="0" name=""/>
        <dsp:cNvSpPr/>
      </dsp:nvSpPr>
      <dsp:spPr>
        <a:xfrm>
          <a:off x="4801990" y="1215940"/>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অর্ধমুক্ত</a:t>
          </a:r>
          <a:r>
            <a:rPr lang="en-US" sz="2900" kern="1200" dirty="0"/>
            <a:t> </a:t>
          </a:r>
          <a:r>
            <a:rPr lang="en-US" sz="2900" kern="1200" dirty="0" err="1"/>
            <a:t>পালন</a:t>
          </a:r>
          <a:endParaRPr lang="en-US" sz="2900" kern="1200" dirty="0"/>
        </a:p>
      </dsp:txBody>
      <dsp:txXfrm>
        <a:off x="4832907" y="1246857"/>
        <a:ext cx="2049368" cy="993767"/>
      </dsp:txXfrm>
    </dsp:sp>
    <dsp:sp modelId="{D66F50AD-5B7D-4CC2-A8CD-81A1405F5CB9}">
      <dsp:nvSpPr>
        <dsp:cNvPr id="0" name=""/>
        <dsp:cNvSpPr/>
      </dsp:nvSpPr>
      <dsp:spPr>
        <a:xfrm rot="3310531">
          <a:off x="3640357" y="2327509"/>
          <a:ext cx="1478784" cy="46406"/>
        </a:xfrm>
        <a:custGeom>
          <a:avLst/>
          <a:gdLst/>
          <a:ahLst/>
          <a:cxnLst/>
          <a:rect l="0" t="0" r="0" b="0"/>
          <a:pathLst>
            <a:path>
              <a:moveTo>
                <a:pt x="0" y="23203"/>
              </a:moveTo>
              <a:lnTo>
                <a:pt x="1478784" y="23203"/>
              </a:lnTo>
            </a:path>
          </a:pathLst>
        </a:custGeom>
        <a:noFill/>
        <a:ln w="15875"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42780" y="2313742"/>
        <a:ext cx="73939" cy="73939"/>
      </dsp:txXfrm>
    </dsp:sp>
    <dsp:sp modelId="{A303375F-462A-473B-AA73-56361457B2A3}">
      <dsp:nvSpPr>
        <dsp:cNvPr id="0" name=""/>
        <dsp:cNvSpPr/>
      </dsp:nvSpPr>
      <dsp:spPr>
        <a:xfrm>
          <a:off x="4801990" y="2429882"/>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en-US" sz="2900" kern="1200" dirty="0" err="1"/>
            <a:t>আবদ্ধ</a:t>
          </a:r>
          <a:r>
            <a:rPr lang="en-US" sz="2900" kern="1200" dirty="0"/>
            <a:t> </a:t>
          </a:r>
          <a:r>
            <a:rPr lang="en-US" sz="2900" kern="1200" dirty="0" err="1"/>
            <a:t>পালন</a:t>
          </a:r>
          <a:endParaRPr lang="en-US" sz="2900" kern="1200" dirty="0"/>
        </a:p>
      </dsp:txBody>
      <dsp:txXfrm>
        <a:off x="4832907" y="2460799"/>
        <a:ext cx="2049368" cy="993767"/>
      </dsp:txXfrm>
    </dsp:sp>
    <dsp:sp modelId="{41C0BAFB-DFDC-44FD-A5B2-F62169B90C44}">
      <dsp:nvSpPr>
        <dsp:cNvPr id="0" name=""/>
        <dsp:cNvSpPr/>
      </dsp:nvSpPr>
      <dsp:spPr>
        <a:xfrm rot="19457599">
          <a:off x="6815443" y="2630994"/>
          <a:ext cx="1039981" cy="46406"/>
        </a:xfrm>
        <a:custGeom>
          <a:avLst/>
          <a:gdLst/>
          <a:ahLst/>
          <a:cxnLst/>
          <a:rect l="0" t="0" r="0" b="0"/>
          <a:pathLst>
            <a:path>
              <a:moveTo>
                <a:pt x="0" y="23203"/>
              </a:moveTo>
              <a:lnTo>
                <a:pt x="1039981" y="23203"/>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309434" y="2628198"/>
        <a:ext cx="51999" cy="51999"/>
      </dsp:txXfrm>
    </dsp:sp>
    <dsp:sp modelId="{3357F349-ADFE-4F52-A1E6-30C2534817E8}">
      <dsp:nvSpPr>
        <dsp:cNvPr id="0" name=""/>
        <dsp:cNvSpPr/>
      </dsp:nvSpPr>
      <dsp:spPr>
        <a:xfrm>
          <a:off x="7757674" y="1822911"/>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bn-IN" sz="2900" kern="1200" dirty="0"/>
            <a:t>লিটার পদ্ধতি/মাচায়</a:t>
          </a:r>
          <a:endParaRPr lang="en-US" sz="2900" kern="1200" dirty="0"/>
        </a:p>
      </dsp:txBody>
      <dsp:txXfrm>
        <a:off x="7788591" y="1853828"/>
        <a:ext cx="2049368" cy="993767"/>
      </dsp:txXfrm>
    </dsp:sp>
    <dsp:sp modelId="{9137D87A-258A-4E21-946D-7BA221C6FD93}">
      <dsp:nvSpPr>
        <dsp:cNvPr id="0" name=""/>
        <dsp:cNvSpPr/>
      </dsp:nvSpPr>
      <dsp:spPr>
        <a:xfrm rot="2142401">
          <a:off x="6815443" y="3237965"/>
          <a:ext cx="1039981" cy="46406"/>
        </a:xfrm>
        <a:custGeom>
          <a:avLst/>
          <a:gdLst/>
          <a:ahLst/>
          <a:cxnLst/>
          <a:rect l="0" t="0" r="0" b="0"/>
          <a:pathLst>
            <a:path>
              <a:moveTo>
                <a:pt x="0" y="23203"/>
              </a:moveTo>
              <a:lnTo>
                <a:pt x="1039981" y="23203"/>
              </a:lnTo>
            </a:path>
          </a:pathLst>
        </a:custGeom>
        <a:noFill/>
        <a:ln w="15875" cap="rnd"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309434" y="3235169"/>
        <a:ext cx="51999" cy="51999"/>
      </dsp:txXfrm>
    </dsp:sp>
    <dsp:sp modelId="{1199A346-2B48-470D-BA31-BC97CCFA4542}">
      <dsp:nvSpPr>
        <dsp:cNvPr id="0" name=""/>
        <dsp:cNvSpPr/>
      </dsp:nvSpPr>
      <dsp:spPr>
        <a:xfrm>
          <a:off x="7757674" y="3036853"/>
          <a:ext cx="2111202" cy="1055601"/>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ct val="0"/>
            </a:spcBef>
            <a:spcAft>
              <a:spcPct val="35000"/>
            </a:spcAft>
            <a:buNone/>
          </a:pPr>
          <a:r>
            <a:rPr lang="bn-IN" sz="2900" kern="1200" dirty="0"/>
            <a:t>খাচায় পালন</a:t>
          </a:r>
          <a:endParaRPr lang="en-US" sz="2900" kern="1200" dirty="0"/>
        </a:p>
      </dsp:txBody>
      <dsp:txXfrm>
        <a:off x="7788591" y="3067770"/>
        <a:ext cx="2049368" cy="99376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99E468-6DBA-4888-AA58-734D77D196EC}">
      <dsp:nvSpPr>
        <dsp:cNvPr id="0" name=""/>
        <dsp:cNvSpPr/>
      </dsp:nvSpPr>
      <dsp:spPr>
        <a:xfrm>
          <a:off x="4893314" y="619206"/>
          <a:ext cx="1879853" cy="1253235"/>
        </a:xfrm>
        <a:prstGeom prst="roundRect">
          <a:avLst>
            <a:gd name="adj" fmla="val 10000"/>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bn-IN" sz="2100" kern="1200" dirty="0"/>
            <a:t>পোল্ট্রি</a:t>
          </a:r>
          <a:r>
            <a:rPr lang="en-US" sz="2100" kern="1200" dirty="0"/>
            <a:t> </a:t>
          </a:r>
          <a:r>
            <a:rPr lang="en-US" sz="2100" kern="1200" dirty="0" err="1"/>
            <a:t>খামার</a:t>
          </a:r>
          <a:endParaRPr lang="en-US" sz="2100" kern="1200" dirty="0"/>
        </a:p>
      </dsp:txBody>
      <dsp:txXfrm>
        <a:off x="4930020" y="655912"/>
        <a:ext cx="1806441" cy="1179823"/>
      </dsp:txXfrm>
    </dsp:sp>
    <dsp:sp modelId="{EDE41999-330F-45E3-A64D-4EB35F9FB787}">
      <dsp:nvSpPr>
        <dsp:cNvPr id="0" name=""/>
        <dsp:cNvSpPr/>
      </dsp:nvSpPr>
      <dsp:spPr>
        <a:xfrm>
          <a:off x="945623" y="1872442"/>
          <a:ext cx="4887618" cy="501294"/>
        </a:xfrm>
        <a:custGeom>
          <a:avLst/>
          <a:gdLst/>
          <a:ahLst/>
          <a:cxnLst/>
          <a:rect l="0" t="0" r="0" b="0"/>
          <a:pathLst>
            <a:path>
              <a:moveTo>
                <a:pt x="4887618" y="0"/>
              </a:moveTo>
              <a:lnTo>
                <a:pt x="4887618" y="250647"/>
              </a:lnTo>
              <a:lnTo>
                <a:pt x="0" y="250647"/>
              </a:lnTo>
              <a:lnTo>
                <a:pt x="0"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5F56A66-D3F8-41F7-934C-3BF6AB506B41}">
      <dsp:nvSpPr>
        <dsp:cNvPr id="0" name=""/>
        <dsp:cNvSpPr/>
      </dsp:nvSpPr>
      <dsp:spPr>
        <a:xfrm>
          <a:off x="5696"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ব্রয়লার</a:t>
          </a:r>
          <a:r>
            <a:rPr lang="en-US" sz="2100" kern="1200" dirty="0"/>
            <a:t> </a:t>
          </a:r>
          <a:r>
            <a:rPr lang="en-US" sz="2100" kern="1200" dirty="0" err="1"/>
            <a:t>ফার্ম</a:t>
          </a:r>
          <a:endParaRPr lang="en-US" sz="2100" kern="1200" dirty="0"/>
        </a:p>
      </dsp:txBody>
      <dsp:txXfrm>
        <a:off x="42402" y="2410442"/>
        <a:ext cx="1806441" cy="1179823"/>
      </dsp:txXfrm>
    </dsp:sp>
    <dsp:sp modelId="{D5766103-200E-4865-AB9D-DF918EB0A23E}">
      <dsp:nvSpPr>
        <dsp:cNvPr id="0" name=""/>
        <dsp:cNvSpPr/>
      </dsp:nvSpPr>
      <dsp:spPr>
        <a:xfrm>
          <a:off x="3389432" y="1872442"/>
          <a:ext cx="2443809" cy="501294"/>
        </a:xfrm>
        <a:custGeom>
          <a:avLst/>
          <a:gdLst/>
          <a:ahLst/>
          <a:cxnLst/>
          <a:rect l="0" t="0" r="0" b="0"/>
          <a:pathLst>
            <a:path>
              <a:moveTo>
                <a:pt x="2443809" y="0"/>
              </a:moveTo>
              <a:lnTo>
                <a:pt x="2443809" y="250647"/>
              </a:lnTo>
              <a:lnTo>
                <a:pt x="0" y="250647"/>
              </a:lnTo>
              <a:lnTo>
                <a:pt x="0"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D5F8AA-4A01-4E3A-91DA-5EF99BCA95FD}">
      <dsp:nvSpPr>
        <dsp:cNvPr id="0" name=""/>
        <dsp:cNvSpPr/>
      </dsp:nvSpPr>
      <dsp:spPr>
        <a:xfrm>
          <a:off x="2449505"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লেয়ার</a:t>
          </a:r>
          <a:r>
            <a:rPr lang="en-US" sz="2100" kern="1200" dirty="0"/>
            <a:t> </a:t>
          </a:r>
          <a:r>
            <a:rPr lang="en-US" sz="2100" kern="1200" dirty="0" err="1"/>
            <a:t>ফার্ম</a:t>
          </a:r>
          <a:endParaRPr lang="en-US" sz="2100" kern="1200" dirty="0"/>
        </a:p>
      </dsp:txBody>
      <dsp:txXfrm>
        <a:off x="2486211" y="2410442"/>
        <a:ext cx="1806441" cy="1179823"/>
      </dsp:txXfrm>
    </dsp:sp>
    <dsp:sp modelId="{9D9F0931-E846-47AD-9E6B-8DC1AEE05426}">
      <dsp:nvSpPr>
        <dsp:cNvPr id="0" name=""/>
        <dsp:cNvSpPr/>
      </dsp:nvSpPr>
      <dsp:spPr>
        <a:xfrm>
          <a:off x="5787521" y="1872442"/>
          <a:ext cx="91440" cy="501294"/>
        </a:xfrm>
        <a:custGeom>
          <a:avLst/>
          <a:gdLst/>
          <a:ahLst/>
          <a:cxnLst/>
          <a:rect l="0" t="0" r="0" b="0"/>
          <a:pathLst>
            <a:path>
              <a:moveTo>
                <a:pt x="45720" y="0"/>
              </a:moveTo>
              <a:lnTo>
                <a:pt x="45720"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BE5A4FB-A6C5-4249-8FAF-D018B3827C96}">
      <dsp:nvSpPr>
        <dsp:cNvPr id="0" name=""/>
        <dsp:cNvSpPr/>
      </dsp:nvSpPr>
      <dsp:spPr>
        <a:xfrm>
          <a:off x="4893314"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হ্যাচিং</a:t>
          </a:r>
          <a:r>
            <a:rPr lang="en-US" sz="2100" kern="1200" dirty="0"/>
            <a:t> </a:t>
          </a:r>
          <a:r>
            <a:rPr lang="en-US" sz="2100" kern="1200" dirty="0" err="1"/>
            <a:t>বা</a:t>
          </a:r>
          <a:r>
            <a:rPr lang="en-US" sz="2100" kern="1200" dirty="0"/>
            <a:t> </a:t>
          </a:r>
          <a:r>
            <a:rPr lang="en-US" sz="2100" kern="1200" dirty="0" err="1"/>
            <a:t>বাচ্চা</a:t>
          </a:r>
          <a:r>
            <a:rPr lang="en-US" sz="2100" kern="1200" dirty="0"/>
            <a:t> </a:t>
          </a:r>
          <a:r>
            <a:rPr lang="en-US" sz="2100" kern="1200" dirty="0" err="1"/>
            <a:t>উৎপাদন</a:t>
          </a:r>
          <a:r>
            <a:rPr lang="en-US" sz="2100" kern="1200" dirty="0"/>
            <a:t> </a:t>
          </a:r>
          <a:r>
            <a:rPr lang="en-US" sz="2100" kern="1200" dirty="0" err="1"/>
            <a:t>ফার্ম</a:t>
          </a:r>
          <a:endParaRPr lang="en-US" sz="2100" kern="1200" dirty="0"/>
        </a:p>
      </dsp:txBody>
      <dsp:txXfrm>
        <a:off x="4930020" y="2410442"/>
        <a:ext cx="1806441" cy="1179823"/>
      </dsp:txXfrm>
    </dsp:sp>
    <dsp:sp modelId="{57179A7A-97DA-4277-A7BE-88B44CAA2597}">
      <dsp:nvSpPr>
        <dsp:cNvPr id="0" name=""/>
        <dsp:cNvSpPr/>
      </dsp:nvSpPr>
      <dsp:spPr>
        <a:xfrm>
          <a:off x="5833241" y="1872442"/>
          <a:ext cx="2443809" cy="501294"/>
        </a:xfrm>
        <a:custGeom>
          <a:avLst/>
          <a:gdLst/>
          <a:ahLst/>
          <a:cxnLst/>
          <a:rect l="0" t="0" r="0" b="0"/>
          <a:pathLst>
            <a:path>
              <a:moveTo>
                <a:pt x="0" y="0"/>
              </a:moveTo>
              <a:lnTo>
                <a:pt x="0" y="250647"/>
              </a:lnTo>
              <a:lnTo>
                <a:pt x="2443809" y="250647"/>
              </a:lnTo>
              <a:lnTo>
                <a:pt x="2443809"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9BCDBE4-16B5-4A09-9CDA-495E7591D37F}">
      <dsp:nvSpPr>
        <dsp:cNvPr id="0" name=""/>
        <dsp:cNvSpPr/>
      </dsp:nvSpPr>
      <dsp:spPr>
        <a:xfrm>
          <a:off x="7337124"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বাচ্চা</a:t>
          </a:r>
          <a:r>
            <a:rPr lang="en-US" sz="2100" kern="1200" dirty="0"/>
            <a:t> </a:t>
          </a:r>
          <a:r>
            <a:rPr lang="en-US" sz="2100" kern="1200" dirty="0" err="1"/>
            <a:t>উৎপাদন</a:t>
          </a:r>
          <a:r>
            <a:rPr lang="en-US" sz="2100" kern="1200" dirty="0"/>
            <a:t> </a:t>
          </a:r>
          <a:r>
            <a:rPr lang="en-US" sz="2100" kern="1200" dirty="0" err="1"/>
            <a:t>ডিমের</a:t>
          </a:r>
          <a:r>
            <a:rPr lang="en-US" sz="2100" kern="1200" dirty="0"/>
            <a:t> </a:t>
          </a:r>
          <a:r>
            <a:rPr lang="en-US" sz="2100" kern="1200" dirty="0" err="1"/>
            <a:t>ফার্ম</a:t>
          </a:r>
          <a:endParaRPr lang="en-US" sz="2100" kern="1200" dirty="0"/>
        </a:p>
      </dsp:txBody>
      <dsp:txXfrm>
        <a:off x="7373830" y="2410442"/>
        <a:ext cx="1806441" cy="1179823"/>
      </dsp:txXfrm>
    </dsp:sp>
    <dsp:sp modelId="{FA67E544-3511-4B49-96F2-C2396FAEE7A8}">
      <dsp:nvSpPr>
        <dsp:cNvPr id="0" name=""/>
        <dsp:cNvSpPr/>
      </dsp:nvSpPr>
      <dsp:spPr>
        <a:xfrm>
          <a:off x="5833241" y="1872442"/>
          <a:ext cx="4887618" cy="501294"/>
        </a:xfrm>
        <a:custGeom>
          <a:avLst/>
          <a:gdLst/>
          <a:ahLst/>
          <a:cxnLst/>
          <a:rect l="0" t="0" r="0" b="0"/>
          <a:pathLst>
            <a:path>
              <a:moveTo>
                <a:pt x="0" y="0"/>
              </a:moveTo>
              <a:lnTo>
                <a:pt x="0" y="250647"/>
              </a:lnTo>
              <a:lnTo>
                <a:pt x="4887618" y="250647"/>
              </a:lnTo>
              <a:lnTo>
                <a:pt x="4887618" y="501294"/>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F5AB3AE-B4EC-47BB-823E-0FF21107A33C}">
      <dsp:nvSpPr>
        <dsp:cNvPr id="0" name=""/>
        <dsp:cNvSpPr/>
      </dsp:nvSpPr>
      <dsp:spPr>
        <a:xfrm>
          <a:off x="9780933" y="2373736"/>
          <a:ext cx="1879853" cy="1253235"/>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dirty="0" err="1"/>
            <a:t>পোল্ট্রি</a:t>
          </a:r>
          <a:r>
            <a:rPr lang="en-US" sz="2100" kern="1200" dirty="0"/>
            <a:t> ও </a:t>
          </a:r>
          <a:r>
            <a:rPr lang="en-US" sz="2100" kern="1200" dirty="0" err="1"/>
            <a:t>মাছের</a:t>
          </a:r>
          <a:r>
            <a:rPr lang="en-US" sz="2100" kern="1200" dirty="0"/>
            <a:t> </a:t>
          </a:r>
          <a:r>
            <a:rPr lang="en-US" sz="2100" kern="1200" dirty="0" err="1"/>
            <a:t>সমন্বিত</a:t>
          </a:r>
          <a:r>
            <a:rPr lang="en-US" sz="2100" kern="1200" dirty="0"/>
            <a:t> </a:t>
          </a:r>
          <a:r>
            <a:rPr lang="en-US" sz="2100" kern="1200" dirty="0" err="1"/>
            <a:t>খামার</a:t>
          </a:r>
          <a:endParaRPr lang="en-US" sz="2100" kern="1200" dirty="0"/>
        </a:p>
      </dsp:txBody>
      <dsp:txXfrm>
        <a:off x="9817639" y="2410442"/>
        <a:ext cx="1806441" cy="1179823"/>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BE1EA4-B690-42F7-8118-E34D4FA6596E}">
      <dsp:nvSpPr>
        <dsp:cNvPr id="0" name=""/>
        <dsp:cNvSpPr/>
      </dsp:nvSpPr>
      <dsp:spPr>
        <a:xfrm>
          <a:off x="935342" y="0"/>
          <a:ext cx="3788253" cy="2035241"/>
        </a:xfrm>
        <a:prstGeom prst="roundRect">
          <a:avLst>
            <a:gd name="adj" fmla="val 10000"/>
          </a:avLst>
        </a:prstGeom>
        <a:blipFill rotWithShape="1">
          <a:blip xmlns:r="http://schemas.openxmlformats.org/officeDocument/2006/relationships" r:embed="rId1">
            <a:duotone>
              <a:schemeClr val="accent4">
                <a:hueOff val="0"/>
                <a:satOff val="0"/>
                <a:lumOff val="0"/>
                <a:alphaOff val="0"/>
                <a:tint val="98000"/>
                <a:lumMod val="102000"/>
              </a:schemeClr>
              <a:schemeClr val="accent4">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dirty="0" err="1"/>
            <a:t>ডিম</a:t>
          </a:r>
          <a:r>
            <a:rPr lang="en-US" sz="4600" kern="1200" dirty="0"/>
            <a:t> </a:t>
          </a:r>
          <a:r>
            <a:rPr lang="en-US" sz="4600" kern="1200" dirty="0" err="1"/>
            <a:t>পাড়া</a:t>
          </a:r>
          <a:r>
            <a:rPr lang="en-US" sz="4600" kern="1200" dirty="0"/>
            <a:t> </a:t>
          </a:r>
          <a:r>
            <a:rPr lang="en-US" sz="4600" kern="1200" dirty="0" err="1"/>
            <a:t>মুরগীর</a:t>
          </a:r>
          <a:r>
            <a:rPr lang="en-US" sz="4600" kern="1200" dirty="0"/>
            <a:t> </a:t>
          </a:r>
          <a:r>
            <a:rPr lang="en-US" sz="4600" kern="1200" dirty="0" err="1"/>
            <a:t>রেশন</a:t>
          </a:r>
          <a:endParaRPr lang="en-US" sz="4600" kern="1200" dirty="0"/>
        </a:p>
      </dsp:txBody>
      <dsp:txXfrm>
        <a:off x="994952" y="59610"/>
        <a:ext cx="3669033" cy="1916021"/>
      </dsp:txXfrm>
    </dsp:sp>
    <dsp:sp modelId="{B7DC6703-32DF-4C6C-9B28-53BD1642A5F6}">
      <dsp:nvSpPr>
        <dsp:cNvPr id="0" name=""/>
        <dsp:cNvSpPr/>
      </dsp:nvSpPr>
      <dsp:spPr>
        <a:xfrm>
          <a:off x="134549" y="2160266"/>
          <a:ext cx="1709390" cy="2035241"/>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err="1"/>
            <a:t>লেয়ার</a:t>
          </a:r>
          <a:r>
            <a:rPr lang="en-US" sz="2300" kern="1200" dirty="0"/>
            <a:t> </a:t>
          </a:r>
          <a:r>
            <a:rPr lang="en-US" sz="2300" kern="1200" dirty="0" err="1"/>
            <a:t>স্টার্টার</a:t>
          </a:r>
          <a:r>
            <a:rPr lang="en-US" sz="2300" kern="1200" dirty="0"/>
            <a:t> </a:t>
          </a:r>
          <a:r>
            <a:rPr lang="en-US" sz="2300" kern="1200" dirty="0" err="1"/>
            <a:t>বা</a:t>
          </a:r>
          <a:r>
            <a:rPr lang="en-US" sz="2300" kern="1200" dirty="0"/>
            <a:t> </a:t>
          </a:r>
          <a:r>
            <a:rPr lang="en-US" sz="2300" kern="1200" dirty="0" err="1"/>
            <a:t>প্রারম্ভিক</a:t>
          </a:r>
          <a:r>
            <a:rPr lang="en-US" sz="2300" kern="1200" dirty="0"/>
            <a:t> </a:t>
          </a:r>
          <a:r>
            <a:rPr lang="en-US" sz="2300" kern="1200" dirty="0" err="1"/>
            <a:t>রেশনঃ</a:t>
          </a:r>
          <a:r>
            <a:rPr lang="en-US" sz="2300" kern="1200" dirty="0"/>
            <a:t> ০-৮ </a:t>
          </a:r>
          <a:r>
            <a:rPr lang="en-US" sz="2300" kern="1200" dirty="0" err="1"/>
            <a:t>সপ্তাহ</a:t>
          </a:r>
          <a:endParaRPr lang="en-US" sz="2300" kern="1200" dirty="0"/>
        </a:p>
      </dsp:txBody>
      <dsp:txXfrm>
        <a:off x="184615" y="2210332"/>
        <a:ext cx="1609258" cy="1935109"/>
      </dsp:txXfrm>
    </dsp:sp>
    <dsp:sp modelId="{B87C26F6-3BE8-44F5-BE74-3B4BEFD87F6E}">
      <dsp:nvSpPr>
        <dsp:cNvPr id="0" name=""/>
        <dsp:cNvSpPr/>
      </dsp:nvSpPr>
      <dsp:spPr>
        <a:xfrm>
          <a:off x="1961973" y="2132587"/>
          <a:ext cx="1709390" cy="2035241"/>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err="1"/>
            <a:t>বাড়ন্ত</a:t>
          </a:r>
          <a:r>
            <a:rPr lang="en-US" sz="2300" kern="1200" dirty="0"/>
            <a:t> </a:t>
          </a:r>
          <a:r>
            <a:rPr lang="en-US" sz="2300" kern="1200" dirty="0" err="1"/>
            <a:t>রেশনঃ</a:t>
          </a:r>
          <a:r>
            <a:rPr lang="en-US" sz="2300" kern="1200" dirty="0"/>
            <a:t> ৯-১৯ </a:t>
          </a:r>
          <a:r>
            <a:rPr lang="en-US" sz="2300" kern="1200" dirty="0" err="1"/>
            <a:t>সপ্তাহ</a:t>
          </a:r>
          <a:endParaRPr lang="en-US" sz="2300" kern="1200" dirty="0"/>
        </a:p>
      </dsp:txBody>
      <dsp:txXfrm>
        <a:off x="2012039" y="2182653"/>
        <a:ext cx="1609258" cy="1935109"/>
      </dsp:txXfrm>
    </dsp:sp>
    <dsp:sp modelId="{CB5C7CD8-DA24-4063-AD04-C21514BC2FEB}">
      <dsp:nvSpPr>
        <dsp:cNvPr id="0" name=""/>
        <dsp:cNvSpPr/>
      </dsp:nvSpPr>
      <dsp:spPr>
        <a:xfrm>
          <a:off x="3802183" y="2132587"/>
          <a:ext cx="1709390" cy="2035241"/>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err="1"/>
            <a:t>লেয়ার</a:t>
          </a:r>
          <a:r>
            <a:rPr lang="en-US" sz="2300" kern="1200" dirty="0"/>
            <a:t> </a:t>
          </a:r>
          <a:r>
            <a:rPr lang="en-US" sz="2300" kern="1200" dirty="0" err="1"/>
            <a:t>মুরগীর</a:t>
          </a:r>
          <a:r>
            <a:rPr lang="en-US" sz="2300" kern="1200" dirty="0"/>
            <a:t> </a:t>
          </a:r>
          <a:r>
            <a:rPr lang="en-US" sz="2300" kern="1200" dirty="0" err="1"/>
            <a:t>রেশনঃ</a:t>
          </a:r>
          <a:r>
            <a:rPr lang="en-US" sz="2300" kern="1200" dirty="0"/>
            <a:t> ১০-৭২ </a:t>
          </a:r>
          <a:r>
            <a:rPr lang="en-US" sz="2300" kern="1200" dirty="0" err="1"/>
            <a:t>সপ্তাহ</a:t>
          </a:r>
          <a:endParaRPr lang="en-US" sz="2300" kern="1200" dirty="0"/>
        </a:p>
      </dsp:txBody>
      <dsp:txXfrm>
        <a:off x="3852249" y="2182653"/>
        <a:ext cx="1609258" cy="1935109"/>
      </dsp:txXfrm>
    </dsp:sp>
    <dsp:sp modelId="{0598D4B6-D1EA-49D3-B29F-67748C38D54E}">
      <dsp:nvSpPr>
        <dsp:cNvPr id="0" name=""/>
        <dsp:cNvSpPr/>
      </dsp:nvSpPr>
      <dsp:spPr>
        <a:xfrm>
          <a:off x="6380640" y="0"/>
          <a:ext cx="3932843" cy="2035241"/>
        </a:xfrm>
        <a:prstGeom prst="roundRect">
          <a:avLst>
            <a:gd name="adj" fmla="val 10000"/>
          </a:avLst>
        </a:prstGeom>
        <a:blipFill rotWithShape="1">
          <a:blip xmlns:r="http://schemas.openxmlformats.org/officeDocument/2006/relationships" r:embed="rId1">
            <a:duotone>
              <a:schemeClr val="accent4">
                <a:hueOff val="0"/>
                <a:satOff val="0"/>
                <a:lumOff val="0"/>
                <a:alphaOff val="0"/>
                <a:tint val="98000"/>
                <a:lumMod val="102000"/>
              </a:schemeClr>
              <a:schemeClr val="accent4">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dirty="0" err="1"/>
            <a:t>ব্রয়লার</a:t>
          </a:r>
          <a:r>
            <a:rPr lang="en-US" sz="4600" kern="1200" dirty="0"/>
            <a:t> </a:t>
          </a:r>
          <a:r>
            <a:rPr lang="en-US" sz="4600" kern="1200" dirty="0" err="1"/>
            <a:t>মুরগীর</a:t>
          </a:r>
          <a:r>
            <a:rPr lang="en-US" sz="4600" kern="1200" dirty="0"/>
            <a:t> </a:t>
          </a:r>
          <a:r>
            <a:rPr lang="en-US" sz="4600" kern="1200" dirty="0" err="1"/>
            <a:t>রেশন</a:t>
          </a:r>
          <a:endParaRPr lang="en-US" sz="4600" kern="1200" dirty="0"/>
        </a:p>
      </dsp:txBody>
      <dsp:txXfrm>
        <a:off x="6440250" y="59610"/>
        <a:ext cx="3813623" cy="1916021"/>
      </dsp:txXfrm>
    </dsp:sp>
    <dsp:sp modelId="{8EC72B69-1F8F-41E9-8A69-A8DB610DA927}">
      <dsp:nvSpPr>
        <dsp:cNvPr id="0" name=""/>
        <dsp:cNvSpPr/>
      </dsp:nvSpPr>
      <dsp:spPr>
        <a:xfrm>
          <a:off x="5658188" y="2141827"/>
          <a:ext cx="1709390" cy="2035241"/>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err="1"/>
            <a:t>ব্রয়লার</a:t>
          </a:r>
          <a:r>
            <a:rPr lang="en-US" sz="2300" kern="1200" dirty="0"/>
            <a:t> </a:t>
          </a:r>
          <a:r>
            <a:rPr lang="en-US" sz="2300" kern="1200" dirty="0" err="1"/>
            <a:t>স্টার্টারঃ</a:t>
          </a:r>
          <a:r>
            <a:rPr lang="en-US" sz="2300" kern="1200" dirty="0"/>
            <a:t> ০- ২ </a:t>
          </a:r>
          <a:r>
            <a:rPr lang="en-US" sz="2300" kern="1200" dirty="0" err="1"/>
            <a:t>সপ্তাহ</a:t>
          </a:r>
          <a:endParaRPr lang="en-US" sz="2300" kern="1200" dirty="0"/>
        </a:p>
      </dsp:txBody>
      <dsp:txXfrm>
        <a:off x="5708254" y="2191893"/>
        <a:ext cx="1609258" cy="1935109"/>
      </dsp:txXfrm>
    </dsp:sp>
    <dsp:sp modelId="{9CA9FF22-BC93-4294-966F-CA09DEAE2655}">
      <dsp:nvSpPr>
        <dsp:cNvPr id="0" name=""/>
        <dsp:cNvSpPr/>
      </dsp:nvSpPr>
      <dsp:spPr>
        <a:xfrm>
          <a:off x="7536723" y="2160266"/>
          <a:ext cx="1709390" cy="2035241"/>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err="1"/>
            <a:t>ব্রয়লার</a:t>
          </a:r>
          <a:r>
            <a:rPr lang="en-US" sz="2300" kern="1200" dirty="0"/>
            <a:t> </a:t>
          </a:r>
          <a:r>
            <a:rPr lang="en-US" sz="2300" kern="1200" dirty="0" err="1"/>
            <a:t>গ্রোয়ারঃ</a:t>
          </a:r>
          <a:r>
            <a:rPr lang="en-US" sz="2300" kern="1200" dirty="0"/>
            <a:t> ৩-৪ </a:t>
          </a:r>
          <a:r>
            <a:rPr lang="en-US" sz="2300" kern="1200" dirty="0" err="1"/>
            <a:t>সপ্তাহ</a:t>
          </a:r>
          <a:endParaRPr lang="en-US" sz="2300" kern="1200" dirty="0"/>
        </a:p>
      </dsp:txBody>
      <dsp:txXfrm>
        <a:off x="7586789" y="2210332"/>
        <a:ext cx="1609258" cy="1935109"/>
      </dsp:txXfrm>
    </dsp:sp>
    <dsp:sp modelId="{F94D952B-9B4A-4D75-AAD9-636D3AAE4637}">
      <dsp:nvSpPr>
        <dsp:cNvPr id="0" name=""/>
        <dsp:cNvSpPr/>
      </dsp:nvSpPr>
      <dsp:spPr>
        <a:xfrm>
          <a:off x="9364147" y="2169485"/>
          <a:ext cx="1709390" cy="2035241"/>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US" sz="2300" kern="1200" dirty="0" err="1"/>
            <a:t>ব্রয়লার</a:t>
          </a:r>
          <a:r>
            <a:rPr lang="en-US" sz="2300" kern="1200" dirty="0"/>
            <a:t> </a:t>
          </a:r>
          <a:r>
            <a:rPr lang="en-US" sz="2300" kern="1200" dirty="0" err="1"/>
            <a:t>ফিনিশারঃ</a:t>
          </a:r>
          <a:r>
            <a:rPr lang="en-US" sz="2300" kern="1200" dirty="0"/>
            <a:t> ৩-৪ </a:t>
          </a:r>
          <a:r>
            <a:rPr lang="en-US" sz="2300" kern="1200" dirty="0" err="1"/>
            <a:t>সপ্তাহ</a:t>
          </a:r>
          <a:endParaRPr lang="en-US" sz="2300" kern="1200" dirty="0"/>
        </a:p>
      </dsp:txBody>
      <dsp:txXfrm>
        <a:off x="9414213" y="2219551"/>
        <a:ext cx="1609258" cy="1935109"/>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5650FF-0D8A-4B13-927C-31FD86C32961}">
      <dsp:nvSpPr>
        <dsp:cNvPr id="0" name=""/>
        <dsp:cNvSpPr/>
      </dsp:nvSpPr>
      <dsp:spPr>
        <a:xfrm>
          <a:off x="9246743" y="2590199"/>
          <a:ext cx="941659" cy="448144"/>
        </a:xfrm>
        <a:custGeom>
          <a:avLst/>
          <a:gdLst/>
          <a:ahLst/>
          <a:cxnLst/>
          <a:rect l="0" t="0" r="0" b="0"/>
          <a:pathLst>
            <a:path>
              <a:moveTo>
                <a:pt x="0" y="0"/>
              </a:moveTo>
              <a:lnTo>
                <a:pt x="0" y="305397"/>
              </a:lnTo>
              <a:lnTo>
                <a:pt x="941659" y="305397"/>
              </a:lnTo>
              <a:lnTo>
                <a:pt x="941659" y="448144"/>
              </a:lnTo>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FA3624AE-2B20-434B-B542-5A1A9039CD61}">
      <dsp:nvSpPr>
        <dsp:cNvPr id="0" name=""/>
        <dsp:cNvSpPr/>
      </dsp:nvSpPr>
      <dsp:spPr>
        <a:xfrm>
          <a:off x="8305083" y="2590199"/>
          <a:ext cx="941659" cy="448144"/>
        </a:xfrm>
        <a:custGeom>
          <a:avLst/>
          <a:gdLst/>
          <a:ahLst/>
          <a:cxnLst/>
          <a:rect l="0" t="0" r="0" b="0"/>
          <a:pathLst>
            <a:path>
              <a:moveTo>
                <a:pt x="941659" y="0"/>
              </a:moveTo>
              <a:lnTo>
                <a:pt x="941659" y="305397"/>
              </a:lnTo>
              <a:lnTo>
                <a:pt x="0" y="305397"/>
              </a:lnTo>
              <a:lnTo>
                <a:pt x="0" y="448144"/>
              </a:lnTo>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406C9154-E890-49BE-8FE7-2E0C3D04F9B2}">
      <dsp:nvSpPr>
        <dsp:cNvPr id="0" name=""/>
        <dsp:cNvSpPr/>
      </dsp:nvSpPr>
      <dsp:spPr>
        <a:xfrm>
          <a:off x="6421764" y="1163585"/>
          <a:ext cx="2824978" cy="448144"/>
        </a:xfrm>
        <a:custGeom>
          <a:avLst/>
          <a:gdLst/>
          <a:ahLst/>
          <a:cxnLst/>
          <a:rect l="0" t="0" r="0" b="0"/>
          <a:pathLst>
            <a:path>
              <a:moveTo>
                <a:pt x="0" y="0"/>
              </a:moveTo>
              <a:lnTo>
                <a:pt x="0" y="305397"/>
              </a:lnTo>
              <a:lnTo>
                <a:pt x="2824978" y="305397"/>
              </a:lnTo>
              <a:lnTo>
                <a:pt x="2824978" y="448144"/>
              </a:lnTo>
            </a:path>
          </a:pathLst>
        </a:custGeom>
        <a:noFill/>
        <a:ln w="9525" cap="rnd"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127AE55-E7D6-4EED-B0B3-9596C9EFE9F0}">
      <dsp:nvSpPr>
        <dsp:cNvPr id="0" name=""/>
        <dsp:cNvSpPr/>
      </dsp:nvSpPr>
      <dsp:spPr>
        <a:xfrm>
          <a:off x="3596786" y="2590199"/>
          <a:ext cx="2824978" cy="448144"/>
        </a:xfrm>
        <a:custGeom>
          <a:avLst/>
          <a:gdLst/>
          <a:ahLst/>
          <a:cxnLst/>
          <a:rect l="0" t="0" r="0" b="0"/>
          <a:pathLst>
            <a:path>
              <a:moveTo>
                <a:pt x="0" y="0"/>
              </a:moveTo>
              <a:lnTo>
                <a:pt x="0" y="305397"/>
              </a:lnTo>
              <a:lnTo>
                <a:pt x="2824978" y="305397"/>
              </a:lnTo>
              <a:lnTo>
                <a:pt x="2824978" y="448144"/>
              </a:lnTo>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C65AC76-D6A5-4B37-8575-5FD76F1301C8}">
      <dsp:nvSpPr>
        <dsp:cNvPr id="0" name=""/>
        <dsp:cNvSpPr/>
      </dsp:nvSpPr>
      <dsp:spPr>
        <a:xfrm>
          <a:off x="3596786" y="2590199"/>
          <a:ext cx="941659" cy="448144"/>
        </a:xfrm>
        <a:custGeom>
          <a:avLst/>
          <a:gdLst/>
          <a:ahLst/>
          <a:cxnLst/>
          <a:rect l="0" t="0" r="0" b="0"/>
          <a:pathLst>
            <a:path>
              <a:moveTo>
                <a:pt x="0" y="0"/>
              </a:moveTo>
              <a:lnTo>
                <a:pt x="0" y="305397"/>
              </a:lnTo>
              <a:lnTo>
                <a:pt x="941659" y="305397"/>
              </a:lnTo>
              <a:lnTo>
                <a:pt x="941659" y="448144"/>
              </a:lnTo>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B09C2BB-B673-488A-9A80-785B7EE5CF84}">
      <dsp:nvSpPr>
        <dsp:cNvPr id="0" name=""/>
        <dsp:cNvSpPr/>
      </dsp:nvSpPr>
      <dsp:spPr>
        <a:xfrm>
          <a:off x="2655126" y="2590199"/>
          <a:ext cx="941659" cy="448144"/>
        </a:xfrm>
        <a:custGeom>
          <a:avLst/>
          <a:gdLst/>
          <a:ahLst/>
          <a:cxnLst/>
          <a:rect l="0" t="0" r="0" b="0"/>
          <a:pathLst>
            <a:path>
              <a:moveTo>
                <a:pt x="941659" y="0"/>
              </a:moveTo>
              <a:lnTo>
                <a:pt x="941659" y="305397"/>
              </a:lnTo>
              <a:lnTo>
                <a:pt x="0" y="305397"/>
              </a:lnTo>
              <a:lnTo>
                <a:pt x="0" y="448144"/>
              </a:lnTo>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3BA96ED-E1EE-4EE9-8C18-22946E536C41}">
      <dsp:nvSpPr>
        <dsp:cNvPr id="0" name=""/>
        <dsp:cNvSpPr/>
      </dsp:nvSpPr>
      <dsp:spPr>
        <a:xfrm>
          <a:off x="771807" y="2590199"/>
          <a:ext cx="2824978" cy="448144"/>
        </a:xfrm>
        <a:custGeom>
          <a:avLst/>
          <a:gdLst/>
          <a:ahLst/>
          <a:cxnLst/>
          <a:rect l="0" t="0" r="0" b="0"/>
          <a:pathLst>
            <a:path>
              <a:moveTo>
                <a:pt x="2824978" y="0"/>
              </a:moveTo>
              <a:lnTo>
                <a:pt x="2824978" y="305397"/>
              </a:lnTo>
              <a:lnTo>
                <a:pt x="0" y="305397"/>
              </a:lnTo>
              <a:lnTo>
                <a:pt x="0" y="448144"/>
              </a:lnTo>
            </a:path>
          </a:pathLst>
        </a:custGeom>
        <a:noFill/>
        <a:ln w="9525" cap="rnd" cmpd="sng" algn="ctr">
          <a:solidFill>
            <a:schemeClr val="accent1">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9D0AE331-010A-48E0-AECF-C051F0F3A4FC}">
      <dsp:nvSpPr>
        <dsp:cNvPr id="0" name=""/>
        <dsp:cNvSpPr/>
      </dsp:nvSpPr>
      <dsp:spPr>
        <a:xfrm>
          <a:off x="3596786" y="1163585"/>
          <a:ext cx="2824978" cy="448144"/>
        </a:xfrm>
        <a:custGeom>
          <a:avLst/>
          <a:gdLst/>
          <a:ahLst/>
          <a:cxnLst/>
          <a:rect l="0" t="0" r="0" b="0"/>
          <a:pathLst>
            <a:path>
              <a:moveTo>
                <a:pt x="2824978" y="0"/>
              </a:moveTo>
              <a:lnTo>
                <a:pt x="2824978" y="305397"/>
              </a:lnTo>
              <a:lnTo>
                <a:pt x="0" y="305397"/>
              </a:lnTo>
              <a:lnTo>
                <a:pt x="0" y="448144"/>
              </a:lnTo>
            </a:path>
          </a:pathLst>
        </a:custGeom>
        <a:noFill/>
        <a:ln w="9525" cap="rnd" cmpd="sng" algn="ctr">
          <a:solidFill>
            <a:schemeClr val="accent6">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5B97FBD4-5C4B-4B81-90D6-9172880247DA}">
      <dsp:nvSpPr>
        <dsp:cNvPr id="0" name=""/>
        <dsp:cNvSpPr/>
      </dsp:nvSpPr>
      <dsp:spPr>
        <a:xfrm>
          <a:off x="5651315" y="185115"/>
          <a:ext cx="1540897" cy="978469"/>
        </a:xfrm>
        <a:prstGeom prst="roundRect">
          <a:avLst>
            <a:gd name="adj" fmla="val 10000"/>
          </a:avLst>
        </a:prstGeom>
        <a:blipFill rotWithShape="1">
          <a:blip xmlns:r="http://schemas.openxmlformats.org/officeDocument/2006/relationships" r:embed="rId1">
            <a:duotone>
              <a:schemeClr val="accent4">
                <a:hueOff val="0"/>
                <a:satOff val="0"/>
                <a:lumOff val="0"/>
                <a:alphaOff val="0"/>
                <a:tint val="98000"/>
                <a:lumMod val="102000"/>
              </a:schemeClr>
              <a:schemeClr val="accent4">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9903249C-7D24-4ADA-9523-651A4686C0DA}">
      <dsp:nvSpPr>
        <dsp:cNvPr id="0" name=""/>
        <dsp:cNvSpPr/>
      </dsp:nvSpPr>
      <dsp:spPr>
        <a:xfrm>
          <a:off x="5822526" y="347766"/>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মুরগীর</a:t>
          </a:r>
          <a:r>
            <a:rPr lang="en-US" sz="1700" kern="1200" dirty="0"/>
            <a:t> </a:t>
          </a:r>
          <a:r>
            <a:rPr lang="en-US" sz="1700" kern="1200" dirty="0" err="1"/>
            <a:t>রোগের</a:t>
          </a:r>
          <a:r>
            <a:rPr lang="en-US" sz="1700" kern="1200" dirty="0"/>
            <a:t> </a:t>
          </a:r>
          <a:r>
            <a:rPr lang="en-US" sz="1700" kern="1200" dirty="0" err="1"/>
            <a:t>শ্রেনীবিভাগ</a:t>
          </a:r>
          <a:endParaRPr lang="en-US" sz="1700" kern="1200" dirty="0"/>
        </a:p>
      </dsp:txBody>
      <dsp:txXfrm>
        <a:off x="5851184" y="376424"/>
        <a:ext cx="1483581" cy="921153"/>
      </dsp:txXfrm>
    </dsp:sp>
    <dsp:sp modelId="{1EA3E8E4-B3CD-428F-A76A-00B9F320B884}">
      <dsp:nvSpPr>
        <dsp:cNvPr id="0" name=""/>
        <dsp:cNvSpPr/>
      </dsp:nvSpPr>
      <dsp:spPr>
        <a:xfrm>
          <a:off x="2826337" y="1611729"/>
          <a:ext cx="1540897" cy="978469"/>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68E921F6-28DF-4727-A7FC-1EA1E2229F18}">
      <dsp:nvSpPr>
        <dsp:cNvPr id="0" name=""/>
        <dsp:cNvSpPr/>
      </dsp:nvSpPr>
      <dsp:spPr>
        <a:xfrm>
          <a:off x="2997548" y="1774380"/>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সংক্রামক</a:t>
          </a:r>
          <a:r>
            <a:rPr lang="en-US" sz="1700" kern="1200" dirty="0"/>
            <a:t> </a:t>
          </a:r>
          <a:r>
            <a:rPr lang="en-US" sz="1700" kern="1200" dirty="0" err="1"/>
            <a:t>রোগ</a:t>
          </a:r>
          <a:endParaRPr lang="en-US" sz="1700" kern="1200" dirty="0"/>
        </a:p>
      </dsp:txBody>
      <dsp:txXfrm>
        <a:off x="3026206" y="1803038"/>
        <a:ext cx="1483581" cy="921153"/>
      </dsp:txXfrm>
    </dsp:sp>
    <dsp:sp modelId="{991048C4-70DF-4D95-83C7-96C234E1AC0A}">
      <dsp:nvSpPr>
        <dsp:cNvPr id="0" name=""/>
        <dsp:cNvSpPr/>
      </dsp:nvSpPr>
      <dsp:spPr>
        <a:xfrm>
          <a:off x="1358" y="3038344"/>
          <a:ext cx="1540897" cy="978469"/>
        </a:xfrm>
        <a:prstGeom prst="roundRect">
          <a:avLst>
            <a:gd name="adj" fmla="val 10000"/>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AC7FBE42-F854-48DA-A344-7DE07C11D374}">
      <dsp:nvSpPr>
        <dsp:cNvPr id="0" name=""/>
        <dsp:cNvSpPr/>
      </dsp:nvSpPr>
      <dsp:spPr>
        <a:xfrm>
          <a:off x="172569" y="3200994"/>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ভাইরাসজনিত</a:t>
          </a:r>
          <a:r>
            <a:rPr lang="en-US" sz="1700" kern="1200" dirty="0"/>
            <a:t> </a:t>
          </a:r>
          <a:r>
            <a:rPr lang="en-US" sz="1700" kern="1200" dirty="0" err="1"/>
            <a:t>রোগ</a:t>
          </a:r>
          <a:endParaRPr lang="en-US" sz="1700" kern="1200" dirty="0"/>
        </a:p>
      </dsp:txBody>
      <dsp:txXfrm>
        <a:off x="201227" y="3229652"/>
        <a:ext cx="1483581" cy="921153"/>
      </dsp:txXfrm>
    </dsp:sp>
    <dsp:sp modelId="{EB51BCCA-86C7-44F2-88E1-275B15D002E3}">
      <dsp:nvSpPr>
        <dsp:cNvPr id="0" name=""/>
        <dsp:cNvSpPr/>
      </dsp:nvSpPr>
      <dsp:spPr>
        <a:xfrm>
          <a:off x="1884677" y="3038344"/>
          <a:ext cx="1540897" cy="978469"/>
        </a:xfrm>
        <a:prstGeom prst="roundRect">
          <a:avLst>
            <a:gd name="adj" fmla="val 10000"/>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705EF503-F134-47B9-9A28-8B6F9F4CB60B}">
      <dsp:nvSpPr>
        <dsp:cNvPr id="0" name=""/>
        <dsp:cNvSpPr/>
      </dsp:nvSpPr>
      <dsp:spPr>
        <a:xfrm>
          <a:off x="2055888" y="3200994"/>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ব্যাকটেরিয়া</a:t>
          </a:r>
          <a:r>
            <a:rPr lang="en-US" sz="1700" kern="1200" dirty="0"/>
            <a:t> </a:t>
          </a:r>
          <a:r>
            <a:rPr lang="en-US" sz="1700" kern="1200" dirty="0" err="1"/>
            <a:t>জনিত</a:t>
          </a:r>
          <a:r>
            <a:rPr lang="en-US" sz="1700" kern="1200" dirty="0"/>
            <a:t> </a:t>
          </a:r>
          <a:r>
            <a:rPr lang="en-US" sz="1700" kern="1200" dirty="0" err="1"/>
            <a:t>রোগ</a:t>
          </a:r>
          <a:endParaRPr lang="en-US" sz="1700" kern="1200" dirty="0"/>
        </a:p>
      </dsp:txBody>
      <dsp:txXfrm>
        <a:off x="2084546" y="3229652"/>
        <a:ext cx="1483581" cy="921153"/>
      </dsp:txXfrm>
    </dsp:sp>
    <dsp:sp modelId="{64FE6B93-302A-44BF-98C5-313CE7B1BD0B}">
      <dsp:nvSpPr>
        <dsp:cNvPr id="0" name=""/>
        <dsp:cNvSpPr/>
      </dsp:nvSpPr>
      <dsp:spPr>
        <a:xfrm>
          <a:off x="3767996" y="3038344"/>
          <a:ext cx="1540897" cy="978469"/>
        </a:xfrm>
        <a:prstGeom prst="roundRect">
          <a:avLst>
            <a:gd name="adj" fmla="val 10000"/>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ADC71773-EA99-4135-A68B-C1C7F39808F2}">
      <dsp:nvSpPr>
        <dsp:cNvPr id="0" name=""/>
        <dsp:cNvSpPr/>
      </dsp:nvSpPr>
      <dsp:spPr>
        <a:xfrm>
          <a:off x="3939207" y="3200994"/>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ছত্রাকজনিত</a:t>
          </a:r>
          <a:r>
            <a:rPr lang="en-US" sz="1700" kern="1200" dirty="0"/>
            <a:t> </a:t>
          </a:r>
          <a:r>
            <a:rPr lang="en-US" sz="1700" kern="1200" dirty="0" err="1"/>
            <a:t>রোগ</a:t>
          </a:r>
          <a:endParaRPr lang="en-US" sz="1700" kern="1200" dirty="0"/>
        </a:p>
      </dsp:txBody>
      <dsp:txXfrm>
        <a:off x="3967865" y="3229652"/>
        <a:ext cx="1483581" cy="921153"/>
      </dsp:txXfrm>
    </dsp:sp>
    <dsp:sp modelId="{EFAA4738-A612-4488-8C5E-B1BB48384C1D}">
      <dsp:nvSpPr>
        <dsp:cNvPr id="0" name=""/>
        <dsp:cNvSpPr/>
      </dsp:nvSpPr>
      <dsp:spPr>
        <a:xfrm>
          <a:off x="5651315" y="3038344"/>
          <a:ext cx="1540897" cy="978469"/>
        </a:xfrm>
        <a:prstGeom prst="roundRect">
          <a:avLst>
            <a:gd name="adj" fmla="val 10000"/>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8E658989-F159-4E8D-992B-BB90D5193055}">
      <dsp:nvSpPr>
        <dsp:cNvPr id="0" name=""/>
        <dsp:cNvSpPr/>
      </dsp:nvSpPr>
      <dsp:spPr>
        <a:xfrm>
          <a:off x="5822526" y="3200994"/>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পরজীবীঘটিত</a:t>
          </a:r>
          <a:r>
            <a:rPr lang="en-US" sz="1700" kern="1200" dirty="0"/>
            <a:t> </a:t>
          </a:r>
          <a:r>
            <a:rPr lang="en-US" sz="1700" kern="1200" dirty="0" err="1"/>
            <a:t>রোগ</a:t>
          </a:r>
          <a:endParaRPr lang="en-US" sz="1700" kern="1200" dirty="0"/>
        </a:p>
      </dsp:txBody>
      <dsp:txXfrm>
        <a:off x="5851184" y="3229652"/>
        <a:ext cx="1483581" cy="921153"/>
      </dsp:txXfrm>
    </dsp:sp>
    <dsp:sp modelId="{66068174-9D80-4EE6-B81F-6FED441006B6}">
      <dsp:nvSpPr>
        <dsp:cNvPr id="0" name=""/>
        <dsp:cNvSpPr/>
      </dsp:nvSpPr>
      <dsp:spPr>
        <a:xfrm>
          <a:off x="8476294" y="1611729"/>
          <a:ext cx="1540897" cy="978469"/>
        </a:xfrm>
        <a:prstGeom prst="roundRect">
          <a:avLst>
            <a:gd name="adj" fmla="val 10000"/>
          </a:avLst>
        </a:prstGeom>
        <a:blipFill rotWithShape="1">
          <a:blip xmlns:r="http://schemas.openxmlformats.org/officeDocument/2006/relationships" r:embed="rId1">
            <a:duotone>
              <a:schemeClr val="accent6">
                <a:hueOff val="0"/>
                <a:satOff val="0"/>
                <a:lumOff val="0"/>
                <a:alphaOff val="0"/>
                <a:tint val="98000"/>
                <a:lumMod val="102000"/>
              </a:schemeClr>
              <a:schemeClr val="accent6">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08FAE135-23A9-4169-B866-4AECE5E59DF0}">
      <dsp:nvSpPr>
        <dsp:cNvPr id="0" name=""/>
        <dsp:cNvSpPr/>
      </dsp:nvSpPr>
      <dsp:spPr>
        <a:xfrm>
          <a:off x="8647505" y="1774380"/>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6">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অসংক্রামক</a:t>
          </a:r>
          <a:r>
            <a:rPr lang="en-US" sz="1700" kern="1200" dirty="0"/>
            <a:t> </a:t>
          </a:r>
          <a:r>
            <a:rPr lang="en-US" sz="1700" kern="1200" dirty="0" err="1"/>
            <a:t>রোগ</a:t>
          </a:r>
          <a:endParaRPr lang="en-US" sz="1700" kern="1200" dirty="0"/>
        </a:p>
      </dsp:txBody>
      <dsp:txXfrm>
        <a:off x="8676163" y="1803038"/>
        <a:ext cx="1483581" cy="921153"/>
      </dsp:txXfrm>
    </dsp:sp>
    <dsp:sp modelId="{C19F3154-7F19-476B-BD6A-61AA9B397A6B}">
      <dsp:nvSpPr>
        <dsp:cNvPr id="0" name=""/>
        <dsp:cNvSpPr/>
      </dsp:nvSpPr>
      <dsp:spPr>
        <a:xfrm>
          <a:off x="7534634" y="3038344"/>
          <a:ext cx="1540897" cy="978469"/>
        </a:xfrm>
        <a:prstGeom prst="roundRect">
          <a:avLst>
            <a:gd name="adj" fmla="val 10000"/>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8237FCD4-F62E-4C84-9B26-C5DA860A8F9C}">
      <dsp:nvSpPr>
        <dsp:cNvPr id="0" name=""/>
        <dsp:cNvSpPr/>
      </dsp:nvSpPr>
      <dsp:spPr>
        <a:xfrm>
          <a:off x="7705845" y="3200994"/>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অপুষ্টিজনিত</a:t>
          </a:r>
          <a:r>
            <a:rPr lang="en-US" sz="1700" kern="1200" dirty="0"/>
            <a:t> </a:t>
          </a:r>
          <a:r>
            <a:rPr lang="en-US" sz="1700" kern="1200" dirty="0" err="1"/>
            <a:t>রোগ</a:t>
          </a:r>
          <a:endParaRPr lang="en-US" sz="1700" kern="1200" dirty="0"/>
        </a:p>
      </dsp:txBody>
      <dsp:txXfrm>
        <a:off x="7734503" y="3229652"/>
        <a:ext cx="1483581" cy="921153"/>
      </dsp:txXfrm>
    </dsp:sp>
    <dsp:sp modelId="{7D575238-184A-418F-A71E-07212277178B}">
      <dsp:nvSpPr>
        <dsp:cNvPr id="0" name=""/>
        <dsp:cNvSpPr/>
      </dsp:nvSpPr>
      <dsp:spPr>
        <a:xfrm>
          <a:off x="9417953" y="3038344"/>
          <a:ext cx="1540897" cy="978469"/>
        </a:xfrm>
        <a:prstGeom prst="roundRect">
          <a:avLst>
            <a:gd name="adj" fmla="val 10000"/>
          </a:avLst>
        </a:prstGeom>
        <a:blipFill rotWithShape="1">
          <a:blip xmlns:r="http://schemas.openxmlformats.org/officeDocument/2006/relationships" r:embed="rId1">
            <a:duotone>
              <a:schemeClr val="accent1">
                <a:hueOff val="0"/>
                <a:satOff val="0"/>
                <a:lumOff val="0"/>
                <a:alphaOff val="0"/>
                <a:tint val="98000"/>
                <a:lumMod val="102000"/>
              </a:schemeClr>
              <a:schemeClr val="accent1">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sp>
    <dsp:sp modelId="{3EB53225-0560-4A3B-9128-1DB5B8EBDC4E}">
      <dsp:nvSpPr>
        <dsp:cNvPr id="0" name=""/>
        <dsp:cNvSpPr/>
      </dsp:nvSpPr>
      <dsp:spPr>
        <a:xfrm>
          <a:off x="9589164" y="3200994"/>
          <a:ext cx="1540897" cy="978469"/>
        </a:xfrm>
        <a:prstGeom prst="roundRect">
          <a:avLst>
            <a:gd name="adj" fmla="val 10000"/>
          </a:avLst>
        </a:prstGeom>
        <a:solidFill>
          <a:schemeClr val="lt1">
            <a:alpha val="90000"/>
            <a:hueOff val="0"/>
            <a:satOff val="0"/>
            <a:lumOff val="0"/>
            <a:alphaOff val="0"/>
          </a:schemeClr>
        </a:solidFill>
        <a:ln w="9525" cap="rnd"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সাধারণ</a:t>
          </a:r>
          <a:r>
            <a:rPr lang="en-US" sz="1700" kern="1200" dirty="0"/>
            <a:t> </a:t>
          </a:r>
          <a:r>
            <a:rPr lang="en-US" sz="1700" kern="1200" dirty="0" err="1"/>
            <a:t>রোগ</a:t>
          </a:r>
          <a:endParaRPr lang="en-US" sz="1700" kern="1200" dirty="0"/>
        </a:p>
      </dsp:txBody>
      <dsp:txXfrm>
        <a:off x="9617822" y="3229652"/>
        <a:ext cx="1483581" cy="921153"/>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37DA93-F877-432A-84F2-CDC80304F9F1}">
      <dsp:nvSpPr>
        <dsp:cNvPr id="0" name=""/>
        <dsp:cNvSpPr/>
      </dsp:nvSpPr>
      <dsp:spPr>
        <a:xfrm>
          <a:off x="9322285" y="2602021"/>
          <a:ext cx="1568629" cy="248841"/>
        </a:xfrm>
        <a:custGeom>
          <a:avLst/>
          <a:gdLst/>
          <a:ahLst/>
          <a:cxnLst/>
          <a:rect l="0" t="0" r="0" b="0"/>
          <a:pathLst>
            <a:path>
              <a:moveTo>
                <a:pt x="0" y="0"/>
              </a:moveTo>
              <a:lnTo>
                <a:pt x="0" y="169578"/>
              </a:lnTo>
              <a:lnTo>
                <a:pt x="1568629" y="169578"/>
              </a:lnTo>
              <a:lnTo>
                <a:pt x="1568629"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579EE4-B9B4-43E3-A949-AE95BBD9D78F}">
      <dsp:nvSpPr>
        <dsp:cNvPr id="0" name=""/>
        <dsp:cNvSpPr/>
      </dsp:nvSpPr>
      <dsp:spPr>
        <a:xfrm>
          <a:off x="9322285" y="2602021"/>
          <a:ext cx="522876" cy="248841"/>
        </a:xfrm>
        <a:custGeom>
          <a:avLst/>
          <a:gdLst/>
          <a:ahLst/>
          <a:cxnLst/>
          <a:rect l="0" t="0" r="0" b="0"/>
          <a:pathLst>
            <a:path>
              <a:moveTo>
                <a:pt x="0" y="0"/>
              </a:moveTo>
              <a:lnTo>
                <a:pt x="0" y="169578"/>
              </a:lnTo>
              <a:lnTo>
                <a:pt x="522876" y="169578"/>
              </a:lnTo>
              <a:lnTo>
                <a:pt x="522876"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8DA306E-C9FB-4549-AB2A-E55283B55147}">
      <dsp:nvSpPr>
        <dsp:cNvPr id="0" name=""/>
        <dsp:cNvSpPr/>
      </dsp:nvSpPr>
      <dsp:spPr>
        <a:xfrm>
          <a:off x="8799408" y="2602021"/>
          <a:ext cx="522876" cy="248841"/>
        </a:xfrm>
        <a:custGeom>
          <a:avLst/>
          <a:gdLst/>
          <a:ahLst/>
          <a:cxnLst/>
          <a:rect l="0" t="0" r="0" b="0"/>
          <a:pathLst>
            <a:path>
              <a:moveTo>
                <a:pt x="522876" y="0"/>
              </a:moveTo>
              <a:lnTo>
                <a:pt x="522876" y="169578"/>
              </a:lnTo>
              <a:lnTo>
                <a:pt x="0" y="169578"/>
              </a:lnTo>
              <a:lnTo>
                <a:pt x="0"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AF8D54-1F66-464A-ACD9-A00FB59C7E8C}">
      <dsp:nvSpPr>
        <dsp:cNvPr id="0" name=""/>
        <dsp:cNvSpPr/>
      </dsp:nvSpPr>
      <dsp:spPr>
        <a:xfrm>
          <a:off x="7753655" y="2602021"/>
          <a:ext cx="1568629" cy="248841"/>
        </a:xfrm>
        <a:custGeom>
          <a:avLst/>
          <a:gdLst/>
          <a:ahLst/>
          <a:cxnLst/>
          <a:rect l="0" t="0" r="0" b="0"/>
          <a:pathLst>
            <a:path>
              <a:moveTo>
                <a:pt x="1568629" y="0"/>
              </a:moveTo>
              <a:lnTo>
                <a:pt x="1568629" y="169578"/>
              </a:lnTo>
              <a:lnTo>
                <a:pt x="0" y="169578"/>
              </a:lnTo>
              <a:lnTo>
                <a:pt x="0"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D94CA49-242E-48D6-BE91-9AAE4BCCFFA6}">
      <dsp:nvSpPr>
        <dsp:cNvPr id="0" name=""/>
        <dsp:cNvSpPr/>
      </dsp:nvSpPr>
      <dsp:spPr>
        <a:xfrm>
          <a:off x="5662149" y="1809863"/>
          <a:ext cx="3660135" cy="248841"/>
        </a:xfrm>
        <a:custGeom>
          <a:avLst/>
          <a:gdLst/>
          <a:ahLst/>
          <a:cxnLst/>
          <a:rect l="0" t="0" r="0" b="0"/>
          <a:pathLst>
            <a:path>
              <a:moveTo>
                <a:pt x="0" y="0"/>
              </a:moveTo>
              <a:lnTo>
                <a:pt x="0" y="169578"/>
              </a:lnTo>
              <a:lnTo>
                <a:pt x="3660135" y="169578"/>
              </a:lnTo>
              <a:lnTo>
                <a:pt x="3660135" y="248841"/>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D528D45-609A-4C5F-BD84-13AA19B247A9}">
      <dsp:nvSpPr>
        <dsp:cNvPr id="0" name=""/>
        <dsp:cNvSpPr/>
      </dsp:nvSpPr>
      <dsp:spPr>
        <a:xfrm>
          <a:off x="5662149" y="2602021"/>
          <a:ext cx="1045753" cy="248841"/>
        </a:xfrm>
        <a:custGeom>
          <a:avLst/>
          <a:gdLst/>
          <a:ahLst/>
          <a:cxnLst/>
          <a:rect l="0" t="0" r="0" b="0"/>
          <a:pathLst>
            <a:path>
              <a:moveTo>
                <a:pt x="0" y="0"/>
              </a:moveTo>
              <a:lnTo>
                <a:pt x="0" y="169578"/>
              </a:lnTo>
              <a:lnTo>
                <a:pt x="1045753" y="169578"/>
              </a:lnTo>
              <a:lnTo>
                <a:pt x="1045753"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26D5651-1621-4929-953E-FCF1379A5633}">
      <dsp:nvSpPr>
        <dsp:cNvPr id="0" name=""/>
        <dsp:cNvSpPr/>
      </dsp:nvSpPr>
      <dsp:spPr>
        <a:xfrm>
          <a:off x="5616429" y="2602021"/>
          <a:ext cx="91440" cy="248841"/>
        </a:xfrm>
        <a:custGeom>
          <a:avLst/>
          <a:gdLst/>
          <a:ahLst/>
          <a:cxnLst/>
          <a:rect l="0" t="0" r="0" b="0"/>
          <a:pathLst>
            <a:path>
              <a:moveTo>
                <a:pt x="45720" y="0"/>
              </a:moveTo>
              <a:lnTo>
                <a:pt x="45720"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05318D1-4501-4E8B-87D8-91F549285F4E}">
      <dsp:nvSpPr>
        <dsp:cNvPr id="0" name=""/>
        <dsp:cNvSpPr/>
      </dsp:nvSpPr>
      <dsp:spPr>
        <a:xfrm>
          <a:off x="4616396" y="2602021"/>
          <a:ext cx="1045753" cy="248841"/>
        </a:xfrm>
        <a:custGeom>
          <a:avLst/>
          <a:gdLst/>
          <a:ahLst/>
          <a:cxnLst/>
          <a:rect l="0" t="0" r="0" b="0"/>
          <a:pathLst>
            <a:path>
              <a:moveTo>
                <a:pt x="1045753" y="0"/>
              </a:moveTo>
              <a:lnTo>
                <a:pt x="1045753" y="169578"/>
              </a:lnTo>
              <a:lnTo>
                <a:pt x="0" y="169578"/>
              </a:lnTo>
              <a:lnTo>
                <a:pt x="0"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64930BB-A22E-43C7-A56D-7E2D0FF45546}">
      <dsp:nvSpPr>
        <dsp:cNvPr id="0" name=""/>
        <dsp:cNvSpPr/>
      </dsp:nvSpPr>
      <dsp:spPr>
        <a:xfrm>
          <a:off x="5616429" y="1809863"/>
          <a:ext cx="91440" cy="248841"/>
        </a:xfrm>
        <a:custGeom>
          <a:avLst/>
          <a:gdLst/>
          <a:ahLst/>
          <a:cxnLst/>
          <a:rect l="0" t="0" r="0" b="0"/>
          <a:pathLst>
            <a:path>
              <a:moveTo>
                <a:pt x="45720" y="0"/>
              </a:moveTo>
              <a:lnTo>
                <a:pt x="45720" y="248841"/>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D5CF79-B9B4-4E2E-871D-A383B68FC17A}">
      <dsp:nvSpPr>
        <dsp:cNvPr id="0" name=""/>
        <dsp:cNvSpPr/>
      </dsp:nvSpPr>
      <dsp:spPr>
        <a:xfrm>
          <a:off x="2002013" y="2602021"/>
          <a:ext cx="1568629" cy="248841"/>
        </a:xfrm>
        <a:custGeom>
          <a:avLst/>
          <a:gdLst/>
          <a:ahLst/>
          <a:cxnLst/>
          <a:rect l="0" t="0" r="0" b="0"/>
          <a:pathLst>
            <a:path>
              <a:moveTo>
                <a:pt x="0" y="0"/>
              </a:moveTo>
              <a:lnTo>
                <a:pt x="0" y="169578"/>
              </a:lnTo>
              <a:lnTo>
                <a:pt x="1568629" y="169578"/>
              </a:lnTo>
              <a:lnTo>
                <a:pt x="1568629"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3CDD42-52FF-494E-84BA-AF89AA3BA555}">
      <dsp:nvSpPr>
        <dsp:cNvPr id="0" name=""/>
        <dsp:cNvSpPr/>
      </dsp:nvSpPr>
      <dsp:spPr>
        <a:xfrm>
          <a:off x="2002013" y="2602021"/>
          <a:ext cx="522876" cy="248841"/>
        </a:xfrm>
        <a:custGeom>
          <a:avLst/>
          <a:gdLst/>
          <a:ahLst/>
          <a:cxnLst/>
          <a:rect l="0" t="0" r="0" b="0"/>
          <a:pathLst>
            <a:path>
              <a:moveTo>
                <a:pt x="0" y="0"/>
              </a:moveTo>
              <a:lnTo>
                <a:pt x="0" y="169578"/>
              </a:lnTo>
              <a:lnTo>
                <a:pt x="522876" y="169578"/>
              </a:lnTo>
              <a:lnTo>
                <a:pt x="522876"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AA8578-126B-47C7-963A-2D0ADF6A9CF7}">
      <dsp:nvSpPr>
        <dsp:cNvPr id="0" name=""/>
        <dsp:cNvSpPr/>
      </dsp:nvSpPr>
      <dsp:spPr>
        <a:xfrm>
          <a:off x="1479137" y="2602021"/>
          <a:ext cx="522876" cy="248841"/>
        </a:xfrm>
        <a:custGeom>
          <a:avLst/>
          <a:gdLst/>
          <a:ahLst/>
          <a:cxnLst/>
          <a:rect l="0" t="0" r="0" b="0"/>
          <a:pathLst>
            <a:path>
              <a:moveTo>
                <a:pt x="522876" y="0"/>
              </a:moveTo>
              <a:lnTo>
                <a:pt x="522876" y="169578"/>
              </a:lnTo>
              <a:lnTo>
                <a:pt x="0" y="169578"/>
              </a:lnTo>
              <a:lnTo>
                <a:pt x="0"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A8D0338-9276-42EA-8D2C-40C1A8AB4E67}">
      <dsp:nvSpPr>
        <dsp:cNvPr id="0" name=""/>
        <dsp:cNvSpPr/>
      </dsp:nvSpPr>
      <dsp:spPr>
        <a:xfrm>
          <a:off x="433383" y="2602021"/>
          <a:ext cx="1568629" cy="248841"/>
        </a:xfrm>
        <a:custGeom>
          <a:avLst/>
          <a:gdLst/>
          <a:ahLst/>
          <a:cxnLst/>
          <a:rect l="0" t="0" r="0" b="0"/>
          <a:pathLst>
            <a:path>
              <a:moveTo>
                <a:pt x="1568629" y="0"/>
              </a:moveTo>
              <a:lnTo>
                <a:pt x="1568629" y="169578"/>
              </a:lnTo>
              <a:lnTo>
                <a:pt x="0" y="169578"/>
              </a:lnTo>
              <a:lnTo>
                <a:pt x="0" y="248841"/>
              </a:lnTo>
            </a:path>
          </a:pathLst>
        </a:custGeom>
        <a:noFill/>
        <a:ln w="15875" cap="rnd" cmpd="sng" algn="ctr">
          <a:solidFill>
            <a:schemeClr val="accent1">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63ACB47-CC3D-4511-B000-8851EA1FDD24}">
      <dsp:nvSpPr>
        <dsp:cNvPr id="0" name=""/>
        <dsp:cNvSpPr/>
      </dsp:nvSpPr>
      <dsp:spPr>
        <a:xfrm>
          <a:off x="2002013" y="1809863"/>
          <a:ext cx="3660135" cy="248841"/>
        </a:xfrm>
        <a:custGeom>
          <a:avLst/>
          <a:gdLst/>
          <a:ahLst/>
          <a:cxnLst/>
          <a:rect l="0" t="0" r="0" b="0"/>
          <a:pathLst>
            <a:path>
              <a:moveTo>
                <a:pt x="3660135" y="0"/>
              </a:moveTo>
              <a:lnTo>
                <a:pt x="3660135" y="169578"/>
              </a:lnTo>
              <a:lnTo>
                <a:pt x="0" y="169578"/>
              </a:lnTo>
              <a:lnTo>
                <a:pt x="0" y="248841"/>
              </a:lnTo>
            </a:path>
          </a:pathLst>
        </a:custGeom>
        <a:noFill/>
        <a:ln w="15875" cap="rnd" cmpd="sng" algn="ctr">
          <a:solidFill>
            <a:schemeClr val="accent6">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91EC504-170E-467B-AE23-A3B18CD0A3BD}">
      <dsp:nvSpPr>
        <dsp:cNvPr id="0" name=""/>
        <dsp:cNvSpPr/>
      </dsp:nvSpPr>
      <dsp:spPr>
        <a:xfrm>
          <a:off x="4188588" y="1266546"/>
          <a:ext cx="855616" cy="543316"/>
        </a:xfrm>
        <a:prstGeom prst="roundRect">
          <a:avLst>
            <a:gd name="adj" fmla="val 10000"/>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9DBD29-6FAB-419E-B3D2-92667A84423E}">
      <dsp:nvSpPr>
        <dsp:cNvPr id="0" name=""/>
        <dsp:cNvSpPr/>
      </dsp:nvSpPr>
      <dsp:spPr>
        <a:xfrm>
          <a:off x="4283656" y="1356861"/>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দেশী</a:t>
          </a:r>
          <a:r>
            <a:rPr lang="en-US" sz="1000" kern="1200" dirty="0"/>
            <a:t> </a:t>
          </a:r>
          <a:r>
            <a:rPr lang="en-US" sz="1000" kern="1200" dirty="0" err="1"/>
            <a:t>হাঁস</a:t>
          </a:r>
          <a:r>
            <a:rPr lang="en-US" sz="1000" kern="1200" dirty="0"/>
            <a:t>/</a:t>
          </a:r>
          <a:r>
            <a:rPr lang="en-US" sz="1000" kern="1200" dirty="0" err="1"/>
            <a:t>পাতিহাঁস</a:t>
          </a:r>
          <a:r>
            <a:rPr lang="en-US" sz="1000" kern="1200" dirty="0"/>
            <a:t> </a:t>
          </a:r>
        </a:p>
      </dsp:txBody>
      <dsp:txXfrm>
        <a:off x="4299569" y="1372774"/>
        <a:ext cx="823790" cy="511490"/>
      </dsp:txXfrm>
    </dsp:sp>
    <dsp:sp modelId="{CD64D2A0-8E6B-4EF2-A5D6-3938B9FED0A5}">
      <dsp:nvSpPr>
        <dsp:cNvPr id="0" name=""/>
        <dsp:cNvSpPr/>
      </dsp:nvSpPr>
      <dsp:spPr>
        <a:xfrm>
          <a:off x="5234341" y="1266546"/>
          <a:ext cx="855616" cy="543316"/>
        </a:xfrm>
        <a:prstGeom prst="roundRect">
          <a:avLst>
            <a:gd name="adj" fmla="val 10000"/>
          </a:avLst>
        </a:prstGeom>
        <a:solidFill>
          <a:schemeClr val="accent4">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8BBE4F-8533-4336-8AEB-EB2F1CD32C92}">
      <dsp:nvSpPr>
        <dsp:cNvPr id="0" name=""/>
        <dsp:cNvSpPr/>
      </dsp:nvSpPr>
      <dsp:spPr>
        <a:xfrm>
          <a:off x="5329409" y="1356861"/>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বিদেশী</a:t>
          </a:r>
          <a:r>
            <a:rPr lang="en-US" sz="1000" kern="1200" dirty="0"/>
            <a:t> </a:t>
          </a:r>
          <a:r>
            <a:rPr lang="en-US" sz="1000" kern="1200" dirty="0" err="1"/>
            <a:t>হাঁস</a:t>
          </a:r>
          <a:endParaRPr lang="en-US" sz="1000" kern="1200" dirty="0"/>
        </a:p>
      </dsp:txBody>
      <dsp:txXfrm>
        <a:off x="5345322" y="1372774"/>
        <a:ext cx="823790" cy="511490"/>
      </dsp:txXfrm>
    </dsp:sp>
    <dsp:sp modelId="{3B7565FA-4D89-4EFC-A1D6-27F1D9D25A40}">
      <dsp:nvSpPr>
        <dsp:cNvPr id="0" name=""/>
        <dsp:cNvSpPr/>
      </dsp:nvSpPr>
      <dsp:spPr>
        <a:xfrm>
          <a:off x="1574205" y="2058704"/>
          <a:ext cx="855616" cy="543316"/>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16924C9-7638-449D-BA17-D8F3280F3492}">
      <dsp:nvSpPr>
        <dsp:cNvPr id="0" name=""/>
        <dsp:cNvSpPr/>
      </dsp:nvSpPr>
      <dsp:spPr>
        <a:xfrm>
          <a:off x="1669273" y="2149019"/>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মাংস</a:t>
          </a:r>
          <a:r>
            <a:rPr lang="en-US" sz="1000" kern="1200" dirty="0"/>
            <a:t> </a:t>
          </a:r>
          <a:r>
            <a:rPr lang="en-US" sz="1000" kern="1200" dirty="0" err="1"/>
            <a:t>দেয়</a:t>
          </a:r>
          <a:endParaRPr lang="en-US" sz="1000" kern="1200" dirty="0"/>
        </a:p>
      </dsp:txBody>
      <dsp:txXfrm>
        <a:off x="1685186" y="2164932"/>
        <a:ext cx="823790" cy="511490"/>
      </dsp:txXfrm>
    </dsp:sp>
    <dsp:sp modelId="{CCE1A6E6-13C1-44FA-A64F-FC781656735D}">
      <dsp:nvSpPr>
        <dsp:cNvPr id="0" name=""/>
        <dsp:cNvSpPr/>
      </dsp:nvSpPr>
      <dsp:spPr>
        <a:xfrm>
          <a:off x="5575"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1099BA-FB07-4631-91BA-A050657EAB6B}">
      <dsp:nvSpPr>
        <dsp:cNvPr id="0" name=""/>
        <dsp:cNvSpPr/>
      </dsp:nvSpPr>
      <dsp:spPr>
        <a:xfrm>
          <a:off x="100644"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পেকিন</a:t>
          </a:r>
          <a:endParaRPr lang="en-US" sz="1000" kern="1200" dirty="0"/>
        </a:p>
      </dsp:txBody>
      <dsp:txXfrm>
        <a:off x="116557" y="2957090"/>
        <a:ext cx="823790" cy="511490"/>
      </dsp:txXfrm>
    </dsp:sp>
    <dsp:sp modelId="{279E29A9-CA71-44B8-8E00-737519DB9CCF}">
      <dsp:nvSpPr>
        <dsp:cNvPr id="0" name=""/>
        <dsp:cNvSpPr/>
      </dsp:nvSpPr>
      <dsp:spPr>
        <a:xfrm>
          <a:off x="1051328"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1689F69-2B6A-4AAA-871F-7689FAB1DFE6}">
      <dsp:nvSpPr>
        <dsp:cNvPr id="0" name=""/>
        <dsp:cNvSpPr/>
      </dsp:nvSpPr>
      <dsp:spPr>
        <a:xfrm>
          <a:off x="1146397"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রোয়েন</a:t>
          </a:r>
          <a:endParaRPr lang="en-US" sz="1000" kern="1200" dirty="0"/>
        </a:p>
      </dsp:txBody>
      <dsp:txXfrm>
        <a:off x="1162310" y="2957090"/>
        <a:ext cx="823790" cy="511490"/>
      </dsp:txXfrm>
    </dsp:sp>
    <dsp:sp modelId="{FF9183ED-0443-4560-95CA-E5A3C764FE41}">
      <dsp:nvSpPr>
        <dsp:cNvPr id="0" name=""/>
        <dsp:cNvSpPr/>
      </dsp:nvSpPr>
      <dsp:spPr>
        <a:xfrm>
          <a:off x="2097081"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2129D36-423A-449E-BF56-D79EAEEE6E24}">
      <dsp:nvSpPr>
        <dsp:cNvPr id="0" name=""/>
        <dsp:cNvSpPr/>
      </dsp:nvSpPr>
      <dsp:spPr>
        <a:xfrm>
          <a:off x="2192150"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মাস্কোভি</a:t>
          </a:r>
          <a:endParaRPr lang="en-US" sz="1000" kern="1200" dirty="0"/>
        </a:p>
      </dsp:txBody>
      <dsp:txXfrm>
        <a:off x="2208063" y="2957090"/>
        <a:ext cx="823790" cy="511490"/>
      </dsp:txXfrm>
    </dsp:sp>
    <dsp:sp modelId="{D11BFE97-551A-4636-AA81-DA7C8DC01673}">
      <dsp:nvSpPr>
        <dsp:cNvPr id="0" name=""/>
        <dsp:cNvSpPr/>
      </dsp:nvSpPr>
      <dsp:spPr>
        <a:xfrm>
          <a:off x="3142835"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F159D15-EC63-4B16-8C90-3E1F2022F244}">
      <dsp:nvSpPr>
        <dsp:cNvPr id="0" name=""/>
        <dsp:cNvSpPr/>
      </dsp:nvSpPr>
      <dsp:spPr>
        <a:xfrm>
          <a:off x="3237903"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আইলেসবারি</a:t>
          </a:r>
          <a:endParaRPr lang="en-US" sz="1000" kern="1200" dirty="0"/>
        </a:p>
      </dsp:txBody>
      <dsp:txXfrm>
        <a:off x="3253816" y="2957090"/>
        <a:ext cx="823790" cy="511490"/>
      </dsp:txXfrm>
    </dsp:sp>
    <dsp:sp modelId="{965850F9-8C5A-4653-BF1E-DC8003916DCF}">
      <dsp:nvSpPr>
        <dsp:cNvPr id="0" name=""/>
        <dsp:cNvSpPr/>
      </dsp:nvSpPr>
      <dsp:spPr>
        <a:xfrm>
          <a:off x="5234341" y="2058704"/>
          <a:ext cx="855616" cy="543316"/>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5FA8A3-5936-4F1F-B45D-E25886B3FC78}">
      <dsp:nvSpPr>
        <dsp:cNvPr id="0" name=""/>
        <dsp:cNvSpPr/>
      </dsp:nvSpPr>
      <dsp:spPr>
        <a:xfrm>
          <a:off x="5329409" y="2149019"/>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ডিম</a:t>
          </a:r>
          <a:r>
            <a:rPr lang="en-US" sz="1000" kern="1200" dirty="0"/>
            <a:t> </a:t>
          </a:r>
          <a:r>
            <a:rPr lang="en-US" sz="1000" kern="1200" dirty="0" err="1"/>
            <a:t>দেয়ঃ</a:t>
          </a:r>
          <a:endParaRPr lang="en-US" sz="1000" kern="1200" dirty="0"/>
        </a:p>
      </dsp:txBody>
      <dsp:txXfrm>
        <a:off x="5345322" y="2164932"/>
        <a:ext cx="823790" cy="511490"/>
      </dsp:txXfrm>
    </dsp:sp>
    <dsp:sp modelId="{550243F4-F727-41C4-93A0-E5AB349EB5CB}">
      <dsp:nvSpPr>
        <dsp:cNvPr id="0" name=""/>
        <dsp:cNvSpPr/>
      </dsp:nvSpPr>
      <dsp:spPr>
        <a:xfrm>
          <a:off x="4188588"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85F5C9-0639-4702-BC97-CCB10EDE861E}">
      <dsp:nvSpPr>
        <dsp:cNvPr id="0" name=""/>
        <dsp:cNvSpPr/>
      </dsp:nvSpPr>
      <dsp:spPr>
        <a:xfrm>
          <a:off x="4283656"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খাকি</a:t>
          </a:r>
          <a:r>
            <a:rPr lang="en-US" sz="1000" kern="1200" dirty="0"/>
            <a:t> </a:t>
          </a:r>
          <a:r>
            <a:rPr lang="en-US" sz="1000" kern="1200" dirty="0" err="1"/>
            <a:t>ক্যাম্বেল</a:t>
          </a:r>
          <a:endParaRPr lang="en-US" sz="1000" kern="1200" dirty="0"/>
        </a:p>
      </dsp:txBody>
      <dsp:txXfrm>
        <a:off x="4299569" y="2957090"/>
        <a:ext cx="823790" cy="511490"/>
      </dsp:txXfrm>
    </dsp:sp>
    <dsp:sp modelId="{BEF04C7D-4818-4661-B831-20B0F7B0277F}">
      <dsp:nvSpPr>
        <dsp:cNvPr id="0" name=""/>
        <dsp:cNvSpPr/>
      </dsp:nvSpPr>
      <dsp:spPr>
        <a:xfrm>
          <a:off x="5234341"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D0BD16-6744-4A0B-9140-74916DF73FA8}">
      <dsp:nvSpPr>
        <dsp:cNvPr id="0" name=""/>
        <dsp:cNvSpPr/>
      </dsp:nvSpPr>
      <dsp:spPr>
        <a:xfrm>
          <a:off x="5329409"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ইন্ডিয়ান</a:t>
          </a:r>
          <a:r>
            <a:rPr lang="en-US" sz="1000" kern="1200" dirty="0"/>
            <a:t> </a:t>
          </a:r>
          <a:r>
            <a:rPr lang="en-US" sz="1000" kern="1200" dirty="0" err="1"/>
            <a:t>রানার</a:t>
          </a:r>
          <a:endParaRPr lang="en-US" sz="1000" kern="1200" dirty="0"/>
        </a:p>
      </dsp:txBody>
      <dsp:txXfrm>
        <a:off x="5345322" y="2957090"/>
        <a:ext cx="823790" cy="511490"/>
      </dsp:txXfrm>
    </dsp:sp>
    <dsp:sp modelId="{B2D0F601-6F6E-45D4-98CB-3CF733EDAB7B}">
      <dsp:nvSpPr>
        <dsp:cNvPr id="0" name=""/>
        <dsp:cNvSpPr/>
      </dsp:nvSpPr>
      <dsp:spPr>
        <a:xfrm>
          <a:off x="6280094"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26FF0AC-C77F-4133-BD71-A64D664970E5}">
      <dsp:nvSpPr>
        <dsp:cNvPr id="0" name=""/>
        <dsp:cNvSpPr/>
      </dsp:nvSpPr>
      <dsp:spPr>
        <a:xfrm>
          <a:off x="6375162"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জিনিডিং</a:t>
          </a:r>
          <a:endParaRPr lang="en-US" sz="1000" kern="1200" dirty="0"/>
        </a:p>
      </dsp:txBody>
      <dsp:txXfrm>
        <a:off x="6391075" y="2957090"/>
        <a:ext cx="823790" cy="511490"/>
      </dsp:txXfrm>
    </dsp:sp>
    <dsp:sp modelId="{2CCFB583-8ED8-4484-9DAA-644575C75EDD}">
      <dsp:nvSpPr>
        <dsp:cNvPr id="0" name=""/>
        <dsp:cNvSpPr/>
      </dsp:nvSpPr>
      <dsp:spPr>
        <a:xfrm>
          <a:off x="8894476" y="2058704"/>
          <a:ext cx="855616" cy="543316"/>
        </a:xfrm>
        <a:prstGeom prst="roundRect">
          <a:avLst>
            <a:gd name="adj" fmla="val 10000"/>
          </a:avLst>
        </a:prstGeom>
        <a:solidFill>
          <a:schemeClr val="accent6">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402F032-B73B-4C1A-8582-C800BABB7740}">
      <dsp:nvSpPr>
        <dsp:cNvPr id="0" name=""/>
        <dsp:cNvSpPr/>
      </dsp:nvSpPr>
      <dsp:spPr>
        <a:xfrm>
          <a:off x="8989545" y="2149019"/>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6">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সৌন্দর্যবর্ধকঃ</a:t>
          </a:r>
          <a:endParaRPr lang="en-US" sz="1000" kern="1200" dirty="0"/>
        </a:p>
      </dsp:txBody>
      <dsp:txXfrm>
        <a:off x="9005458" y="2164932"/>
        <a:ext cx="823790" cy="511490"/>
      </dsp:txXfrm>
    </dsp:sp>
    <dsp:sp modelId="{F109968D-3D56-4AD9-A197-DC3CC82F8B42}">
      <dsp:nvSpPr>
        <dsp:cNvPr id="0" name=""/>
        <dsp:cNvSpPr/>
      </dsp:nvSpPr>
      <dsp:spPr>
        <a:xfrm>
          <a:off x="7325847"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770135-EE6A-458D-88F3-0C76F494D48B}">
      <dsp:nvSpPr>
        <dsp:cNvPr id="0" name=""/>
        <dsp:cNvSpPr/>
      </dsp:nvSpPr>
      <dsp:spPr>
        <a:xfrm>
          <a:off x="7420915"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কল</a:t>
          </a:r>
          <a:endParaRPr lang="en-US" sz="1000" kern="1200" dirty="0"/>
        </a:p>
      </dsp:txBody>
      <dsp:txXfrm>
        <a:off x="7436828" y="2957090"/>
        <a:ext cx="823790" cy="511490"/>
      </dsp:txXfrm>
    </dsp:sp>
    <dsp:sp modelId="{CAC73735-CC2E-42E1-8C90-1A05FB598D59}">
      <dsp:nvSpPr>
        <dsp:cNvPr id="0" name=""/>
        <dsp:cNvSpPr/>
      </dsp:nvSpPr>
      <dsp:spPr>
        <a:xfrm>
          <a:off x="8371600"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21078C-6871-46AF-8C3F-A995DA10BE9C}">
      <dsp:nvSpPr>
        <dsp:cNvPr id="0" name=""/>
        <dsp:cNvSpPr/>
      </dsp:nvSpPr>
      <dsp:spPr>
        <a:xfrm>
          <a:off x="8466668"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ক্রেস্টেড</a:t>
          </a:r>
          <a:endParaRPr lang="en-US" sz="1000" kern="1200" dirty="0"/>
        </a:p>
      </dsp:txBody>
      <dsp:txXfrm>
        <a:off x="8482581" y="2957090"/>
        <a:ext cx="823790" cy="511490"/>
      </dsp:txXfrm>
    </dsp:sp>
    <dsp:sp modelId="{23D8B9B4-441E-438D-914C-14113F045F91}">
      <dsp:nvSpPr>
        <dsp:cNvPr id="0" name=""/>
        <dsp:cNvSpPr/>
      </dsp:nvSpPr>
      <dsp:spPr>
        <a:xfrm>
          <a:off x="9417353"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964B0D-D3A7-4065-9BFE-39C857BAD42D}">
      <dsp:nvSpPr>
        <dsp:cNvPr id="0" name=""/>
        <dsp:cNvSpPr/>
      </dsp:nvSpPr>
      <dsp:spPr>
        <a:xfrm>
          <a:off x="9512421"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কায়াগো</a:t>
          </a:r>
          <a:endParaRPr lang="en-US" sz="1000" kern="1200" dirty="0"/>
        </a:p>
      </dsp:txBody>
      <dsp:txXfrm>
        <a:off x="9528334" y="2957090"/>
        <a:ext cx="823790" cy="511490"/>
      </dsp:txXfrm>
    </dsp:sp>
    <dsp:sp modelId="{A958B017-474E-4DAC-BADC-75FB3FEE4960}">
      <dsp:nvSpPr>
        <dsp:cNvPr id="0" name=""/>
        <dsp:cNvSpPr/>
      </dsp:nvSpPr>
      <dsp:spPr>
        <a:xfrm>
          <a:off x="10463106" y="2850862"/>
          <a:ext cx="855616" cy="543316"/>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2AF250-AF9A-4EA0-BAA2-72E21D1CC1A5}">
      <dsp:nvSpPr>
        <dsp:cNvPr id="0" name=""/>
        <dsp:cNvSpPr/>
      </dsp:nvSpPr>
      <dsp:spPr>
        <a:xfrm>
          <a:off x="10558174" y="2941177"/>
          <a:ext cx="855616" cy="543316"/>
        </a:xfrm>
        <a:prstGeom prst="roundRect">
          <a:avLst>
            <a:gd name="adj" fmla="val 10000"/>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err="1"/>
            <a:t>ব্লু</a:t>
          </a:r>
          <a:r>
            <a:rPr lang="en-US" sz="1000" kern="1200" dirty="0"/>
            <a:t> </a:t>
          </a:r>
          <a:r>
            <a:rPr lang="en-US" sz="1000" kern="1200" dirty="0" err="1"/>
            <a:t>সুইডিশ</a:t>
          </a:r>
          <a:endParaRPr lang="en-US" sz="1000" kern="1200" dirty="0"/>
        </a:p>
      </dsp:txBody>
      <dsp:txXfrm>
        <a:off x="10574087" y="2957090"/>
        <a:ext cx="823790" cy="51149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5.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7.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8.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15.xml><?xml version="1.0" encoding="utf-8"?>
<dgm:layoutDef xmlns:dgm="http://schemas.openxmlformats.org/drawingml/2006/diagram" xmlns:a="http://schemas.openxmlformats.org/drawingml/2006/main" uniqueId="urn:microsoft.com/office/officeart/2005/8/layout/architecture">
  <dgm:title val="Architecture Layout"/>
  <dgm:desc val="Use to show hierarchical relationships that build from the bottom up. This layout works well for showing architectural components or objects that build on other objects."/>
  <dgm:catLst>
    <dgm:cat type="hierarchy" pri="4500"/>
    <dgm:cat type="list" pri="24500"/>
    <dgm:cat type="relationship" pri="10500"/>
    <dgm:cat type="officeonline" pri="7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b"/>
        </dgm:alg>
      </dgm:if>
      <dgm:else name="Name3">
        <dgm:alg type="lin">
          <dgm:param type="linDir" val="fromR"/>
          <dgm:param type="nodeVertAlign" val="b"/>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B"/>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b"/>
              </dgm:alg>
            </dgm:if>
            <dgm:else name="Name1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B"/>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b"/>
                    </dgm:alg>
                  </dgm:if>
                  <dgm:else name="Name17">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B"/>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b"/>
                          </dgm:alg>
                        </dgm:if>
                        <dgm:else name="Name24">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B"/>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b"/>
                                </dgm:alg>
                              </dgm:if>
                              <dgm:else name="Name30">
                                <dgm:alg type="lin">
                                  <dgm:param type="linDir" val="fromR"/>
                                  <dgm:param type="nodeVertAlign" val="b"/>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337672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839044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33026C-CD84-4AB1-B98C-25DBADB97484}"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112897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33026C-CD84-4AB1-B98C-25DBADB97484}" type="datetimeFigureOut">
              <a:rPr lang="en-US" smtClean="0"/>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733978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3026C-CD84-4AB1-B98C-25DBADB97484}" type="datetimeFigureOut">
              <a:rPr lang="en-US" smtClean="0"/>
              <a:t>10/12/2025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0936701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B33026C-CD84-4AB1-B98C-25DBADB97484}" type="datetimeFigureOut">
              <a:rPr lang="en-US" smtClean="0"/>
              <a:t>10/12/2025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103341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33026C-CD84-4AB1-B98C-25DBADB97484}" type="datetimeFigureOut">
              <a:rPr lang="en-US" smtClean="0"/>
              <a:t>10/12/2025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505658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33026C-CD84-4AB1-B98C-25DBADB97484}" type="datetimeFigureOut">
              <a:rPr lang="en-US" smtClean="0"/>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529115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9B33026C-CD84-4AB1-B98C-25DBADB97484}" type="datetimeFigureOut">
              <a:rPr lang="en-US" smtClean="0"/>
              <a:t>10/12/2025</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072811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33026C-CD84-4AB1-B98C-25DBADB97484}" type="datetimeFigureOut">
              <a:rPr lang="en-US" smtClean="0"/>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42515541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9B33026C-CD84-4AB1-B98C-25DBADB97484}"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8508485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9B33026C-CD84-4AB1-B98C-25DBADB97484}" type="datetimeFigureOut">
              <a:rPr lang="en-US" smtClean="0"/>
              <a:t>10/12/2025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845409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1266430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3026C-CD84-4AB1-B98C-25DBADB97484}" type="datetimeFigureOut">
              <a:rPr lang="en-US" smtClean="0"/>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592AA1-E721-40A2-B986-42111D4396EF}" type="slidenum">
              <a:rPr lang="en-US" smtClean="0"/>
              <a:t>‹#›</a:t>
            </a:fld>
            <a:endParaRPr lang="en-US"/>
          </a:p>
        </p:txBody>
      </p:sp>
    </p:spTree>
    <p:extLst>
      <p:ext uri="{BB962C8B-B14F-4D97-AF65-F5344CB8AC3E}">
        <p14:creationId xmlns:p14="http://schemas.microsoft.com/office/powerpoint/2010/main" val="29253452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9B33026C-CD84-4AB1-B98C-25DBADB97484}" type="datetimeFigureOut">
              <a:rPr lang="en-US" smtClean="0"/>
              <a:t>10/12/2025</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36592AA1-E721-40A2-B986-42111D4396EF}" type="slidenum">
              <a:rPr lang="en-US" smtClean="0"/>
              <a:t>‹#›</a:t>
            </a:fld>
            <a:endParaRPr lang="en-US"/>
          </a:p>
        </p:txBody>
      </p:sp>
    </p:spTree>
    <p:extLst>
      <p:ext uri="{BB962C8B-B14F-4D97-AF65-F5344CB8AC3E}">
        <p14:creationId xmlns:p14="http://schemas.microsoft.com/office/powerpoint/2010/main" val="614323937"/>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9.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5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5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68.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 Id="rId4" Type="http://schemas.openxmlformats.org/officeDocument/2006/relationships/image" Target="../media/image52.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76.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2.xml"/><Relationship Id="rId4" Type="http://schemas.openxmlformats.org/officeDocument/2006/relationships/image" Target="../media/image55.jpeg"/></Relationships>
</file>

<file path=ppt/slides/_rels/slide7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56.jpeg"/><Relationship Id="rId1" Type="http://schemas.openxmlformats.org/officeDocument/2006/relationships/slideLayout" Target="../slideLayouts/slideLayout2.xml"/><Relationship Id="rId4" Type="http://schemas.openxmlformats.org/officeDocument/2006/relationships/image" Target="../media/image58.jpeg"/></Relationships>
</file>

<file path=ppt/slides/_rels/slide78.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eg"/><Relationship Id="rId1" Type="http://schemas.openxmlformats.org/officeDocument/2006/relationships/slideLayout" Target="../slideLayouts/slideLayout2.xml"/><Relationship Id="rId4" Type="http://schemas.openxmlformats.org/officeDocument/2006/relationships/image" Target="../media/image61.jpeg"/></Relationships>
</file>

<file path=ppt/slides/_rels/slide79.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image" Target="../media/image62.jpeg"/><Relationship Id="rId1" Type="http://schemas.openxmlformats.org/officeDocument/2006/relationships/slideLayout" Target="../slideLayouts/slideLayout2.xml"/><Relationship Id="rId4" Type="http://schemas.openxmlformats.org/officeDocument/2006/relationships/image" Target="../media/image64.jpeg"/></Relationships>
</file>

<file path=ppt/slides/_rels/slide80.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2.xml"/><Relationship Id="rId4" Type="http://schemas.openxmlformats.org/officeDocument/2006/relationships/image" Target="../media/image67.jpeg"/></Relationships>
</file>

<file path=ppt/slides/_rels/slide81.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image" Target="../media/image68.jpeg"/><Relationship Id="rId1" Type="http://schemas.openxmlformats.org/officeDocument/2006/relationships/slideLayout" Target="../slideLayouts/slideLayout2.xml"/><Relationship Id="rId5" Type="http://schemas.openxmlformats.org/officeDocument/2006/relationships/image" Target="../media/image71.jpeg"/><Relationship Id="rId4" Type="http://schemas.openxmlformats.org/officeDocument/2006/relationships/image" Target="../media/image70.jpeg"/></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83.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image" Target="../media/image89.jpeg"/><Relationship Id="rId1" Type="http://schemas.openxmlformats.org/officeDocument/2006/relationships/slideLayout" Target="../slideLayouts/slideLayout2.xml"/><Relationship Id="rId4" Type="http://schemas.openxmlformats.org/officeDocument/2006/relationships/image" Target="../media/image9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8EDFE-A3E1-49FE-B561-0608A1CB1E66}"/>
              </a:ext>
            </a:extLst>
          </p:cNvPr>
          <p:cNvSpPr>
            <a:spLocks noGrp="1"/>
          </p:cNvSpPr>
          <p:nvPr>
            <p:ph type="ctrTitle"/>
          </p:nvPr>
        </p:nvSpPr>
        <p:spPr/>
        <p:txBody>
          <a:bodyPr/>
          <a:lstStyle/>
          <a:p>
            <a:r>
              <a:rPr lang="en-US" dirty="0" err="1"/>
              <a:t>মাৎস্য</a:t>
            </a:r>
            <a:r>
              <a:rPr lang="en-US" dirty="0"/>
              <a:t> </a:t>
            </a:r>
            <a:r>
              <a:rPr lang="en-US" dirty="0" err="1"/>
              <a:t>চাষ</a:t>
            </a:r>
            <a:endParaRPr lang="en-US" dirty="0"/>
          </a:p>
        </p:txBody>
      </p:sp>
      <p:sp>
        <p:nvSpPr>
          <p:cNvPr id="3" name="Subtitle 2">
            <a:extLst>
              <a:ext uri="{FF2B5EF4-FFF2-40B4-BE49-F238E27FC236}">
                <a16:creationId xmlns:a16="http://schemas.microsoft.com/office/drawing/2014/main" id="{8C7DD907-26D8-40C1-AEC7-C34E7C27057E}"/>
              </a:ext>
            </a:extLst>
          </p:cNvPr>
          <p:cNvSpPr>
            <a:spLocks noGrp="1"/>
          </p:cNvSpPr>
          <p:nvPr>
            <p:ph type="subTitle" idx="1"/>
          </p:nvPr>
        </p:nvSpPr>
        <p:spPr>
          <a:xfrm>
            <a:off x="810001" y="5280846"/>
            <a:ext cx="10572000" cy="1414244"/>
          </a:xfrm>
        </p:spPr>
        <p:txBody>
          <a:bodyPr>
            <a:normAutofit/>
          </a:bodyPr>
          <a:lstStyle/>
          <a:p>
            <a:r>
              <a:rPr lang="bn-IN" sz="2400" dirty="0"/>
              <a:t>কৃষিবিদ আব্দুল্লাহ–</a:t>
            </a:r>
            <a:r>
              <a:rPr lang="en-US" sz="2400" dirty="0"/>
              <a:t> </a:t>
            </a:r>
            <a:r>
              <a:rPr lang="bn-IN" sz="2400" dirty="0"/>
              <a:t>আল- আমিন,</a:t>
            </a:r>
          </a:p>
          <a:p>
            <a:r>
              <a:rPr lang="bn-IN" sz="2400" dirty="0"/>
              <a:t>প্রভাষক, রাজেন্দ্রপুর ক্যান্টনমেন্ট পাবলিক কলেজ, গাজীপুর</a:t>
            </a:r>
            <a:endParaRPr lang="en-US" sz="2400" dirty="0"/>
          </a:p>
        </p:txBody>
      </p:sp>
    </p:spTree>
    <p:extLst>
      <p:ext uri="{BB962C8B-B14F-4D97-AF65-F5344CB8AC3E}">
        <p14:creationId xmlns:p14="http://schemas.microsoft.com/office/powerpoint/2010/main" val="545579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মাৎস্যের</a:t>
            </a:r>
            <a:r>
              <a:rPr lang="bn-IN" dirty="0"/>
              <a:t> </a:t>
            </a:r>
            <a:r>
              <a:rPr lang="en-US" dirty="0" err="1"/>
              <a:t>সংখ্যা</a:t>
            </a:r>
            <a:endParaRPr lang="en-US" dirty="0"/>
          </a:p>
        </p:txBody>
      </p:sp>
      <p:sp>
        <p:nvSpPr>
          <p:cNvPr id="11" name="TextBox 10">
            <a:extLst>
              <a:ext uri="{FF2B5EF4-FFF2-40B4-BE49-F238E27FC236}">
                <a16:creationId xmlns:a16="http://schemas.microsoft.com/office/drawing/2014/main" id="{24C10DA0-4486-4D7D-3908-5FC01D019F4F}"/>
              </a:ext>
            </a:extLst>
          </p:cNvPr>
          <p:cNvSpPr txBox="1"/>
          <p:nvPr/>
        </p:nvSpPr>
        <p:spPr>
          <a:xfrm>
            <a:off x="6653048" y="2380432"/>
            <a:ext cx="5432935" cy="3785652"/>
          </a:xfrm>
          <a:prstGeom prst="rect">
            <a:avLst/>
          </a:prstGeom>
          <a:noFill/>
        </p:spPr>
        <p:txBody>
          <a:bodyPr wrap="square" rtlCol="0">
            <a:spAutoFit/>
          </a:bodyPr>
          <a:lstStyle/>
          <a:p>
            <a:pPr algn="ctr"/>
            <a:r>
              <a:rPr lang="en-US" sz="4000" dirty="0"/>
              <a:t>Aquaculture </a:t>
            </a:r>
            <a:r>
              <a:rPr lang="en-US" sz="4000" dirty="0" err="1"/>
              <a:t>শব্দটি</a:t>
            </a:r>
            <a:r>
              <a:rPr lang="en-US" sz="4000" dirty="0"/>
              <a:t> </a:t>
            </a:r>
            <a:r>
              <a:rPr lang="en-US" sz="4000" dirty="0" err="1"/>
              <a:t>ল্যাটিন</a:t>
            </a:r>
            <a:r>
              <a:rPr lang="en-US" sz="4000" dirty="0"/>
              <a:t>, Aqua </a:t>
            </a:r>
            <a:r>
              <a:rPr lang="en-US" sz="4000" dirty="0" err="1"/>
              <a:t>অর্থ</a:t>
            </a:r>
            <a:r>
              <a:rPr lang="en-US" sz="4000" dirty="0"/>
              <a:t> </a:t>
            </a:r>
            <a:r>
              <a:rPr lang="en-US" sz="4000" dirty="0" err="1"/>
              <a:t>পানি</a:t>
            </a:r>
            <a:r>
              <a:rPr lang="en-US" sz="4000" dirty="0"/>
              <a:t>, Cultura </a:t>
            </a:r>
            <a:r>
              <a:rPr lang="en-US" sz="4000" dirty="0" err="1"/>
              <a:t>অর্থ</a:t>
            </a:r>
            <a:r>
              <a:rPr lang="en-US" sz="4000" dirty="0"/>
              <a:t> </a:t>
            </a:r>
            <a:r>
              <a:rPr lang="en-US" sz="4000" dirty="0" err="1"/>
              <a:t>চাষ</a:t>
            </a:r>
            <a:r>
              <a:rPr lang="en-US" sz="4000" dirty="0"/>
              <a:t>। </a:t>
            </a:r>
          </a:p>
          <a:p>
            <a:pPr algn="ctr"/>
            <a:r>
              <a:rPr lang="en-US" sz="4000" dirty="0" err="1"/>
              <a:t>অর্থনৈতিক</a:t>
            </a:r>
            <a:r>
              <a:rPr lang="en-US" sz="4000" dirty="0"/>
              <a:t> </a:t>
            </a:r>
            <a:r>
              <a:rPr lang="en-US" sz="4000" dirty="0" err="1"/>
              <a:t>গুরুত্বসম্পন্ন</a:t>
            </a:r>
            <a:r>
              <a:rPr lang="en-US" sz="4000" dirty="0"/>
              <a:t> </a:t>
            </a:r>
            <a:r>
              <a:rPr lang="en-US" sz="4000" dirty="0" err="1"/>
              <a:t>সকল</a:t>
            </a:r>
            <a:r>
              <a:rPr lang="en-US" sz="4000" dirty="0"/>
              <a:t> </a:t>
            </a:r>
            <a:r>
              <a:rPr lang="en-US" sz="4000" dirty="0" err="1"/>
              <a:t>জলজ</a:t>
            </a:r>
            <a:r>
              <a:rPr lang="en-US" sz="4000" dirty="0"/>
              <a:t> </a:t>
            </a:r>
            <a:r>
              <a:rPr lang="en-US" sz="4000" dirty="0" err="1"/>
              <a:t>প্রানীকে</a:t>
            </a:r>
            <a:r>
              <a:rPr lang="en-US" sz="4000" dirty="0"/>
              <a:t> </a:t>
            </a:r>
            <a:r>
              <a:rPr lang="en-US" sz="4000" dirty="0" err="1"/>
              <a:t>মাৎস্য</a:t>
            </a:r>
            <a:r>
              <a:rPr lang="en-US" sz="4000" dirty="0"/>
              <a:t> </a:t>
            </a:r>
            <a:r>
              <a:rPr lang="en-US" sz="4000" dirty="0" err="1"/>
              <a:t>বলে</a:t>
            </a:r>
            <a:r>
              <a:rPr lang="en-US" sz="4000" dirty="0"/>
              <a:t>।</a:t>
            </a:r>
            <a:r>
              <a:rPr lang="bn-IN" sz="4000" dirty="0"/>
              <a:t> </a:t>
            </a:r>
            <a:endParaRPr lang="en-US" sz="4000" dirty="0"/>
          </a:p>
        </p:txBody>
      </p:sp>
      <p:pic>
        <p:nvPicPr>
          <p:cNvPr id="1026" name="Picture 2" descr="Marine Life in the Maldives | Worldwide Boat">
            <a:extLst>
              <a:ext uri="{FF2B5EF4-FFF2-40B4-BE49-F238E27FC236}">
                <a16:creationId xmlns:a16="http://schemas.microsoft.com/office/drawing/2014/main" id="{884A33EC-6514-CD29-2D6C-92EBF0E16B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899963"/>
            <a:ext cx="5383467" cy="25869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re You a Prawn Newbie? We've Answered All Your Questions Here!">
            <a:extLst>
              <a:ext uri="{FF2B5EF4-FFF2-40B4-BE49-F238E27FC236}">
                <a16:creationId xmlns:a16="http://schemas.microsoft.com/office/drawing/2014/main" id="{95FBE585-436F-7705-CCE1-D399A79263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486940"/>
            <a:ext cx="2716467" cy="237106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10 colorful tropical fish to brighten up your aquarium | PetsRadar">
            <a:extLst>
              <a:ext uri="{FF2B5EF4-FFF2-40B4-BE49-F238E27FC236}">
                <a16:creationId xmlns:a16="http://schemas.microsoft.com/office/drawing/2014/main" id="{F5552107-A532-D675-55F9-8C3D8692B0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7000" y="4486939"/>
            <a:ext cx="2716467" cy="23710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198715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মাৎস্য</a:t>
            </a:r>
            <a:r>
              <a:rPr lang="bn-IN" dirty="0"/>
              <a:t> সম্পর্কিত কিছু সংজ্ঞা</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3000" y="2301765"/>
            <a:ext cx="9905998" cy="4424855"/>
          </a:xfrm>
        </p:spPr>
        <p:txBody>
          <a:bodyPr>
            <a:normAutofit/>
          </a:bodyPr>
          <a:lstStyle/>
          <a:p>
            <a:pPr>
              <a:buFont typeface="Wingdings" panose="05000000000000000000" pitchFamily="2" charset="2"/>
              <a:buChar char="q"/>
            </a:pPr>
            <a:r>
              <a:rPr lang="bn-IN" sz="2800" dirty="0"/>
              <a:t> </a:t>
            </a:r>
            <a:r>
              <a:rPr lang="en-US" sz="2800" dirty="0" err="1"/>
              <a:t>মাৎস্য</a:t>
            </a:r>
            <a:r>
              <a:rPr lang="en-US" sz="2800" dirty="0"/>
              <a:t> </a:t>
            </a:r>
            <a:r>
              <a:rPr lang="en-US" sz="2800" dirty="0" err="1"/>
              <a:t>চাষঃ</a:t>
            </a:r>
            <a:r>
              <a:rPr lang="en-US" sz="2800" dirty="0"/>
              <a:t> </a:t>
            </a:r>
            <a:r>
              <a:rPr lang="en-US" sz="2800" dirty="0" err="1"/>
              <a:t>কোন</a:t>
            </a:r>
            <a:r>
              <a:rPr lang="en-US" sz="2800" dirty="0"/>
              <a:t> </a:t>
            </a:r>
            <a:r>
              <a:rPr lang="en-US" sz="2800" dirty="0" err="1"/>
              <a:t>জলাশয়ে</a:t>
            </a:r>
            <a:r>
              <a:rPr lang="en-US" sz="2800" dirty="0"/>
              <a:t> </a:t>
            </a:r>
            <a:r>
              <a:rPr lang="en-US" sz="2800" dirty="0" err="1"/>
              <a:t>খাদ্যপযোগী</a:t>
            </a:r>
            <a:r>
              <a:rPr lang="en-US" sz="2800" dirty="0"/>
              <a:t>, </a:t>
            </a:r>
            <a:r>
              <a:rPr lang="en-US" sz="2800" dirty="0" err="1"/>
              <a:t>অর্থনৈতিক</a:t>
            </a:r>
            <a:r>
              <a:rPr lang="en-US" sz="2800" dirty="0"/>
              <a:t> </a:t>
            </a:r>
            <a:r>
              <a:rPr lang="en-US" sz="2800" dirty="0" err="1"/>
              <a:t>গুরুত্বসম্পন্ন</a:t>
            </a:r>
            <a:r>
              <a:rPr lang="en-US" sz="2800" dirty="0"/>
              <a:t> </a:t>
            </a:r>
            <a:r>
              <a:rPr lang="en-US" sz="2800" dirty="0" err="1"/>
              <a:t>মাছ</a:t>
            </a:r>
            <a:r>
              <a:rPr lang="en-US" sz="2800" dirty="0"/>
              <a:t> ও </a:t>
            </a:r>
            <a:r>
              <a:rPr lang="en-US" sz="2800" dirty="0" err="1"/>
              <a:t>অন্যান্য</a:t>
            </a:r>
            <a:r>
              <a:rPr lang="en-US" sz="2800" dirty="0"/>
              <a:t> </a:t>
            </a:r>
            <a:r>
              <a:rPr lang="en-US" sz="2800" dirty="0" err="1"/>
              <a:t>জলজ</a:t>
            </a:r>
            <a:r>
              <a:rPr lang="en-US" sz="2800" dirty="0"/>
              <a:t> </a:t>
            </a:r>
            <a:r>
              <a:rPr lang="en-US" sz="2800" dirty="0" err="1"/>
              <a:t>প্রাণীর</a:t>
            </a:r>
            <a:r>
              <a:rPr lang="en-US" sz="2800" dirty="0"/>
              <a:t> </a:t>
            </a:r>
            <a:r>
              <a:rPr lang="en-US" sz="2800" dirty="0" err="1"/>
              <a:t>পরিকল্পিত</a:t>
            </a:r>
            <a:r>
              <a:rPr lang="en-US" sz="2800" dirty="0"/>
              <a:t> ও </a:t>
            </a:r>
            <a:r>
              <a:rPr lang="en-US" sz="2800" dirty="0" err="1"/>
              <a:t>বিজ্ঞানভিত্তিক</a:t>
            </a:r>
            <a:r>
              <a:rPr lang="en-US" sz="2800" dirty="0"/>
              <a:t> </a:t>
            </a:r>
            <a:r>
              <a:rPr lang="en-US" sz="2800" dirty="0" err="1"/>
              <a:t>উৎপাদনকে</a:t>
            </a:r>
            <a:r>
              <a:rPr lang="en-US" sz="2800" dirty="0"/>
              <a:t> </a:t>
            </a:r>
            <a:r>
              <a:rPr lang="en-US" sz="2800" dirty="0" err="1"/>
              <a:t>মাৎস্য</a:t>
            </a:r>
            <a:r>
              <a:rPr lang="en-US" sz="2800" dirty="0"/>
              <a:t> </a:t>
            </a:r>
            <a:r>
              <a:rPr lang="en-US" sz="2800" dirty="0" err="1"/>
              <a:t>বলে</a:t>
            </a:r>
            <a:r>
              <a:rPr lang="en-US" sz="2800" dirty="0"/>
              <a:t>। </a:t>
            </a:r>
          </a:p>
          <a:p>
            <a:pPr>
              <a:buFont typeface="Wingdings" panose="05000000000000000000" pitchFamily="2" charset="2"/>
              <a:buChar char="q"/>
            </a:pPr>
            <a:r>
              <a:rPr lang="en-US" sz="2800" dirty="0"/>
              <a:t> </a:t>
            </a:r>
            <a:r>
              <a:rPr lang="en-US" sz="2800" dirty="0" err="1"/>
              <a:t>মাছ</a:t>
            </a:r>
            <a:r>
              <a:rPr lang="en-US" sz="2800" dirty="0"/>
              <a:t> </a:t>
            </a:r>
            <a:r>
              <a:rPr lang="en-US" sz="2800" dirty="0" err="1"/>
              <a:t>চাষঃ</a:t>
            </a:r>
            <a:r>
              <a:rPr lang="en-US" sz="2800" dirty="0"/>
              <a:t> </a:t>
            </a:r>
            <a:r>
              <a:rPr lang="en-US" sz="2800" dirty="0" err="1"/>
              <a:t>শীতল</a:t>
            </a:r>
            <a:r>
              <a:rPr lang="en-US" sz="2800" dirty="0"/>
              <a:t> </a:t>
            </a:r>
            <a:r>
              <a:rPr lang="en-US" sz="2800" dirty="0" err="1"/>
              <a:t>রক্তবিষিষ্ট</a:t>
            </a:r>
            <a:r>
              <a:rPr lang="en-US" sz="2800" dirty="0"/>
              <a:t> </a:t>
            </a:r>
            <a:r>
              <a:rPr lang="en-US" sz="2800" dirty="0" err="1"/>
              <a:t>জলজ</a:t>
            </a:r>
            <a:r>
              <a:rPr lang="en-US" sz="2800" dirty="0"/>
              <a:t> </a:t>
            </a:r>
            <a:r>
              <a:rPr lang="en-US" sz="2800" dirty="0" err="1"/>
              <a:t>মেরুদন্ডী</a:t>
            </a:r>
            <a:r>
              <a:rPr lang="en-US" sz="2800" dirty="0"/>
              <a:t> </a:t>
            </a:r>
            <a:r>
              <a:rPr lang="en-US" sz="2800" dirty="0" err="1"/>
              <a:t>প্রাণী</a:t>
            </a:r>
            <a:r>
              <a:rPr lang="en-US" sz="2800" dirty="0"/>
              <a:t> </a:t>
            </a:r>
            <a:r>
              <a:rPr lang="en-US" sz="2800" dirty="0" err="1"/>
              <a:t>যারা</a:t>
            </a:r>
            <a:r>
              <a:rPr lang="en-US" sz="2800" dirty="0"/>
              <a:t> </a:t>
            </a:r>
            <a:r>
              <a:rPr lang="en-US" sz="2800" dirty="0" err="1"/>
              <a:t>ফুলকার</a:t>
            </a:r>
            <a:r>
              <a:rPr lang="en-US" sz="2800" dirty="0"/>
              <a:t> </a:t>
            </a:r>
            <a:r>
              <a:rPr lang="en-US" sz="2800" dirty="0" err="1"/>
              <a:t>সাহায্যে</a:t>
            </a:r>
            <a:r>
              <a:rPr lang="en-US" sz="2800" dirty="0"/>
              <a:t> </a:t>
            </a:r>
            <a:r>
              <a:rPr lang="en-US" sz="2800" dirty="0" err="1"/>
              <a:t>শ্বাসকার্য</a:t>
            </a:r>
            <a:r>
              <a:rPr lang="en-US" sz="2800" dirty="0"/>
              <a:t> </a:t>
            </a:r>
            <a:r>
              <a:rPr lang="en-US" sz="2800" dirty="0" err="1"/>
              <a:t>চালায়</a:t>
            </a:r>
            <a:r>
              <a:rPr lang="en-US" sz="2800" dirty="0"/>
              <a:t> </a:t>
            </a:r>
            <a:r>
              <a:rPr lang="en-US" sz="2800" dirty="0" err="1"/>
              <a:t>তাকে</a:t>
            </a:r>
            <a:r>
              <a:rPr lang="en-US" sz="2800" dirty="0"/>
              <a:t> </a:t>
            </a:r>
            <a:r>
              <a:rPr lang="en-US" sz="2800" dirty="0" err="1"/>
              <a:t>মাছ</a:t>
            </a:r>
            <a:r>
              <a:rPr lang="en-US" sz="2800" dirty="0"/>
              <a:t> </a:t>
            </a:r>
            <a:r>
              <a:rPr lang="en-US" sz="2800" dirty="0" err="1"/>
              <a:t>বলে</a:t>
            </a:r>
            <a:endParaRPr lang="en-US" sz="2800" dirty="0"/>
          </a:p>
          <a:p>
            <a:pPr>
              <a:buFont typeface="Wingdings" panose="05000000000000000000" pitchFamily="2" charset="2"/>
              <a:buChar char="q"/>
            </a:pPr>
            <a:r>
              <a:rPr lang="en-US" sz="2800" dirty="0"/>
              <a:t> </a:t>
            </a:r>
            <a:r>
              <a:rPr lang="en-US" sz="2800" dirty="0" err="1"/>
              <a:t>জলজ</a:t>
            </a:r>
            <a:r>
              <a:rPr lang="en-US" sz="2800" dirty="0"/>
              <a:t> </a:t>
            </a:r>
            <a:r>
              <a:rPr lang="en-US" sz="2800" dirty="0" err="1"/>
              <a:t>জীবের</a:t>
            </a:r>
            <a:r>
              <a:rPr lang="en-US" sz="2800" dirty="0"/>
              <a:t> ৭০% </a:t>
            </a:r>
            <a:r>
              <a:rPr lang="en-US" sz="2800" dirty="0" err="1"/>
              <a:t>মাছ</a:t>
            </a:r>
            <a:r>
              <a:rPr lang="en-US" sz="2800" dirty="0"/>
              <a:t>। </a:t>
            </a:r>
          </a:p>
          <a:p>
            <a:pPr marL="0" indent="0">
              <a:buNone/>
            </a:pPr>
            <a:r>
              <a:rPr lang="en-US" sz="2800" dirty="0"/>
              <a:t> </a:t>
            </a:r>
            <a:endParaRPr lang="bn-IN" sz="2400" dirty="0"/>
          </a:p>
        </p:txBody>
      </p:sp>
    </p:spTree>
    <p:extLst>
      <p:ext uri="{BB962C8B-B14F-4D97-AF65-F5344CB8AC3E}">
        <p14:creationId xmlns:p14="http://schemas.microsoft.com/office/powerpoint/2010/main" val="8296454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মাছের</a:t>
            </a:r>
            <a:r>
              <a:rPr lang="bn-IN" dirty="0"/>
              <a:t> শ্রেণিকরণ</a:t>
            </a:r>
            <a:endParaRPr lang="en-US" dirty="0"/>
          </a:p>
        </p:txBody>
      </p:sp>
      <p:graphicFrame>
        <p:nvGraphicFramePr>
          <p:cNvPr id="6" name="Diagram 5">
            <a:extLst>
              <a:ext uri="{FF2B5EF4-FFF2-40B4-BE49-F238E27FC236}">
                <a16:creationId xmlns:a16="http://schemas.microsoft.com/office/drawing/2014/main" id="{27BAF41C-DA1F-437A-9888-E0E392775CEB}"/>
              </a:ext>
            </a:extLst>
          </p:cNvPr>
          <p:cNvGraphicFramePr/>
          <p:nvPr>
            <p:extLst>
              <p:ext uri="{D42A27DB-BD31-4B8C-83A1-F6EECF244321}">
                <p14:modId xmlns:p14="http://schemas.microsoft.com/office/powerpoint/2010/main" val="287235310"/>
              </p:ext>
            </p:extLst>
          </p:nvPr>
        </p:nvGraphicFramePr>
        <p:xfrm>
          <a:off x="273269" y="1975945"/>
          <a:ext cx="11666483" cy="4246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312684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মাছের</a:t>
            </a:r>
            <a:r>
              <a:rPr lang="bn-IN" dirty="0"/>
              <a:t> শ্রেণিকরণ</a:t>
            </a:r>
            <a:endParaRPr lang="en-US" dirty="0"/>
          </a:p>
        </p:txBody>
      </p:sp>
      <p:graphicFrame>
        <p:nvGraphicFramePr>
          <p:cNvPr id="6" name="Diagram 5">
            <a:extLst>
              <a:ext uri="{FF2B5EF4-FFF2-40B4-BE49-F238E27FC236}">
                <a16:creationId xmlns:a16="http://schemas.microsoft.com/office/drawing/2014/main" id="{27BAF41C-DA1F-437A-9888-E0E392775CEB}"/>
              </a:ext>
            </a:extLst>
          </p:cNvPr>
          <p:cNvGraphicFramePr/>
          <p:nvPr>
            <p:extLst>
              <p:ext uri="{D42A27DB-BD31-4B8C-83A1-F6EECF244321}">
                <p14:modId xmlns:p14="http://schemas.microsoft.com/office/powerpoint/2010/main" val="508992389"/>
              </p:ext>
            </p:extLst>
          </p:nvPr>
        </p:nvGraphicFramePr>
        <p:xfrm>
          <a:off x="273269" y="1975945"/>
          <a:ext cx="11666483" cy="4246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84380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মাছের</a:t>
            </a:r>
            <a:r>
              <a:rPr lang="bn-IN" dirty="0"/>
              <a:t> শ্রেণিকরণ</a:t>
            </a:r>
            <a:endParaRPr lang="en-US" dirty="0"/>
          </a:p>
        </p:txBody>
      </p:sp>
      <p:graphicFrame>
        <p:nvGraphicFramePr>
          <p:cNvPr id="6" name="Diagram 5">
            <a:extLst>
              <a:ext uri="{FF2B5EF4-FFF2-40B4-BE49-F238E27FC236}">
                <a16:creationId xmlns:a16="http://schemas.microsoft.com/office/drawing/2014/main" id="{27BAF41C-DA1F-437A-9888-E0E392775CEB}"/>
              </a:ext>
            </a:extLst>
          </p:cNvPr>
          <p:cNvGraphicFramePr/>
          <p:nvPr>
            <p:extLst>
              <p:ext uri="{D42A27DB-BD31-4B8C-83A1-F6EECF244321}">
                <p14:modId xmlns:p14="http://schemas.microsoft.com/office/powerpoint/2010/main" val="2877852591"/>
              </p:ext>
            </p:extLst>
          </p:nvPr>
        </p:nvGraphicFramePr>
        <p:xfrm>
          <a:off x="273269" y="1975945"/>
          <a:ext cx="11666483" cy="4246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15784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মাছের</a:t>
            </a:r>
            <a:r>
              <a:rPr lang="bn-IN" dirty="0"/>
              <a:t> শ্রেণিকরণ</a:t>
            </a:r>
            <a:endParaRPr lang="en-US" dirty="0"/>
          </a:p>
        </p:txBody>
      </p:sp>
      <p:graphicFrame>
        <p:nvGraphicFramePr>
          <p:cNvPr id="6" name="Diagram 5">
            <a:extLst>
              <a:ext uri="{FF2B5EF4-FFF2-40B4-BE49-F238E27FC236}">
                <a16:creationId xmlns:a16="http://schemas.microsoft.com/office/drawing/2014/main" id="{27BAF41C-DA1F-437A-9888-E0E392775CEB}"/>
              </a:ext>
            </a:extLst>
          </p:cNvPr>
          <p:cNvGraphicFramePr/>
          <p:nvPr>
            <p:extLst>
              <p:ext uri="{D42A27DB-BD31-4B8C-83A1-F6EECF244321}">
                <p14:modId xmlns:p14="http://schemas.microsoft.com/office/powerpoint/2010/main" val="3760046625"/>
              </p:ext>
            </p:extLst>
          </p:nvPr>
        </p:nvGraphicFramePr>
        <p:xfrm>
          <a:off x="273269" y="1975945"/>
          <a:ext cx="11666483" cy="4246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347851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মাছের</a:t>
            </a:r>
            <a:r>
              <a:rPr lang="bn-IN" dirty="0"/>
              <a:t> শ্রেণিকরণ</a:t>
            </a:r>
            <a:endParaRPr lang="en-US" dirty="0"/>
          </a:p>
        </p:txBody>
      </p:sp>
      <p:graphicFrame>
        <p:nvGraphicFramePr>
          <p:cNvPr id="6" name="Diagram 5">
            <a:extLst>
              <a:ext uri="{FF2B5EF4-FFF2-40B4-BE49-F238E27FC236}">
                <a16:creationId xmlns:a16="http://schemas.microsoft.com/office/drawing/2014/main" id="{27BAF41C-DA1F-437A-9888-E0E392775CEB}"/>
              </a:ext>
            </a:extLst>
          </p:cNvPr>
          <p:cNvGraphicFramePr/>
          <p:nvPr>
            <p:extLst>
              <p:ext uri="{D42A27DB-BD31-4B8C-83A1-F6EECF244321}">
                <p14:modId xmlns:p14="http://schemas.microsoft.com/office/powerpoint/2010/main" val="796709412"/>
              </p:ext>
            </p:extLst>
          </p:nvPr>
        </p:nvGraphicFramePr>
        <p:xfrm>
          <a:off x="273269" y="1975945"/>
          <a:ext cx="11666483" cy="4246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18694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মাছের</a:t>
            </a:r>
            <a:r>
              <a:rPr lang="bn-IN" dirty="0"/>
              <a:t> শ্রেণিকরণ</a:t>
            </a:r>
            <a:endParaRPr lang="en-US" dirty="0"/>
          </a:p>
        </p:txBody>
      </p:sp>
      <p:graphicFrame>
        <p:nvGraphicFramePr>
          <p:cNvPr id="6" name="Diagram 5">
            <a:extLst>
              <a:ext uri="{FF2B5EF4-FFF2-40B4-BE49-F238E27FC236}">
                <a16:creationId xmlns:a16="http://schemas.microsoft.com/office/drawing/2014/main" id="{27BAF41C-DA1F-437A-9888-E0E392775CEB}"/>
              </a:ext>
            </a:extLst>
          </p:cNvPr>
          <p:cNvGraphicFramePr/>
          <p:nvPr>
            <p:extLst>
              <p:ext uri="{D42A27DB-BD31-4B8C-83A1-F6EECF244321}">
                <p14:modId xmlns:p14="http://schemas.microsoft.com/office/powerpoint/2010/main" val="1929408520"/>
              </p:ext>
            </p:extLst>
          </p:nvPr>
        </p:nvGraphicFramePr>
        <p:xfrm>
          <a:off x="273269" y="1975945"/>
          <a:ext cx="11666483" cy="4246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03734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মাছের</a:t>
            </a:r>
            <a:r>
              <a:rPr lang="bn-IN" dirty="0"/>
              <a:t> শ্রেণিকরণ</a:t>
            </a:r>
            <a:endParaRPr lang="en-US" dirty="0"/>
          </a:p>
        </p:txBody>
      </p:sp>
      <p:graphicFrame>
        <p:nvGraphicFramePr>
          <p:cNvPr id="6" name="Diagram 5">
            <a:extLst>
              <a:ext uri="{FF2B5EF4-FFF2-40B4-BE49-F238E27FC236}">
                <a16:creationId xmlns:a16="http://schemas.microsoft.com/office/drawing/2014/main" id="{27BAF41C-DA1F-437A-9888-E0E392775CEB}"/>
              </a:ext>
            </a:extLst>
          </p:cNvPr>
          <p:cNvGraphicFramePr/>
          <p:nvPr>
            <p:extLst>
              <p:ext uri="{D42A27DB-BD31-4B8C-83A1-F6EECF244321}">
                <p14:modId xmlns:p14="http://schemas.microsoft.com/office/powerpoint/2010/main" val="3248894004"/>
              </p:ext>
            </p:extLst>
          </p:nvPr>
        </p:nvGraphicFramePr>
        <p:xfrm>
          <a:off x="273269" y="1975945"/>
          <a:ext cx="11666483" cy="4246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7490568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মাছের</a:t>
            </a:r>
            <a:r>
              <a:rPr lang="bn-IN" dirty="0"/>
              <a:t> শ্রেণিকরণ</a:t>
            </a:r>
            <a:endParaRPr lang="en-US" dirty="0"/>
          </a:p>
        </p:txBody>
      </p:sp>
      <p:graphicFrame>
        <p:nvGraphicFramePr>
          <p:cNvPr id="6" name="Diagram 5">
            <a:extLst>
              <a:ext uri="{FF2B5EF4-FFF2-40B4-BE49-F238E27FC236}">
                <a16:creationId xmlns:a16="http://schemas.microsoft.com/office/drawing/2014/main" id="{27BAF41C-DA1F-437A-9888-E0E392775CEB}"/>
              </a:ext>
            </a:extLst>
          </p:cNvPr>
          <p:cNvGraphicFramePr/>
          <p:nvPr>
            <p:extLst>
              <p:ext uri="{D42A27DB-BD31-4B8C-83A1-F6EECF244321}">
                <p14:modId xmlns:p14="http://schemas.microsoft.com/office/powerpoint/2010/main" val="3497381610"/>
              </p:ext>
            </p:extLst>
          </p:nvPr>
        </p:nvGraphicFramePr>
        <p:xfrm>
          <a:off x="273269" y="1975945"/>
          <a:ext cx="11666483" cy="4246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758845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পুকুরের</a:t>
            </a:r>
            <a:r>
              <a:rPr lang="en-US" dirty="0"/>
              <a:t> </a:t>
            </a:r>
            <a:r>
              <a:rPr lang="en-US" dirty="0" err="1"/>
              <a:t>গুণাগুণ</a:t>
            </a:r>
            <a:endParaRPr lang="en-US" dirty="0"/>
          </a:p>
        </p:txBody>
      </p:sp>
      <p:graphicFrame>
        <p:nvGraphicFramePr>
          <p:cNvPr id="6" name="Diagram 5">
            <a:extLst>
              <a:ext uri="{FF2B5EF4-FFF2-40B4-BE49-F238E27FC236}">
                <a16:creationId xmlns:a16="http://schemas.microsoft.com/office/drawing/2014/main" id="{27BAF41C-DA1F-437A-9888-E0E392775CEB}"/>
              </a:ext>
            </a:extLst>
          </p:cNvPr>
          <p:cNvGraphicFramePr/>
          <p:nvPr>
            <p:extLst>
              <p:ext uri="{D42A27DB-BD31-4B8C-83A1-F6EECF244321}">
                <p14:modId xmlns:p14="http://schemas.microsoft.com/office/powerpoint/2010/main" val="2705502667"/>
              </p:ext>
            </p:extLst>
          </p:nvPr>
        </p:nvGraphicFramePr>
        <p:xfrm>
          <a:off x="273269" y="1975945"/>
          <a:ext cx="11666483" cy="4246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03418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মাছের</a:t>
            </a:r>
            <a:r>
              <a:rPr lang="en-US" dirty="0"/>
              <a:t> </a:t>
            </a:r>
            <a:r>
              <a:rPr lang="en-US" dirty="0" err="1"/>
              <a:t>খাদ্য</a:t>
            </a:r>
            <a:endParaRPr lang="en-US" dirty="0"/>
          </a:p>
        </p:txBody>
      </p:sp>
      <p:sp>
        <p:nvSpPr>
          <p:cNvPr id="3" name="TextBox 2">
            <a:extLst>
              <a:ext uri="{FF2B5EF4-FFF2-40B4-BE49-F238E27FC236}">
                <a16:creationId xmlns:a16="http://schemas.microsoft.com/office/drawing/2014/main" id="{2362DF34-1440-9DEA-B5EE-8A1EE098E446}"/>
              </a:ext>
            </a:extLst>
          </p:cNvPr>
          <p:cNvSpPr txBox="1"/>
          <p:nvPr/>
        </p:nvSpPr>
        <p:spPr>
          <a:xfrm>
            <a:off x="239077" y="2380432"/>
            <a:ext cx="11713843" cy="4031873"/>
          </a:xfrm>
          <a:prstGeom prst="rect">
            <a:avLst/>
          </a:prstGeom>
          <a:noFill/>
        </p:spPr>
        <p:txBody>
          <a:bodyPr wrap="square" rtlCol="0">
            <a:spAutoFit/>
          </a:bodyPr>
          <a:lstStyle/>
          <a:p>
            <a:r>
              <a:rPr lang="en-US" sz="2400" dirty="0" err="1"/>
              <a:t>প্রাকৃতিক</a:t>
            </a:r>
            <a:r>
              <a:rPr lang="en-US" sz="2400" dirty="0"/>
              <a:t> </a:t>
            </a:r>
            <a:r>
              <a:rPr lang="en-US" sz="2400" dirty="0" err="1"/>
              <a:t>খাদ্যঃ</a:t>
            </a:r>
            <a:r>
              <a:rPr lang="en-US" sz="2400" dirty="0"/>
              <a:t> </a:t>
            </a:r>
          </a:p>
          <a:p>
            <a:endParaRPr lang="en-US" sz="2400" dirty="0"/>
          </a:p>
          <a:p>
            <a:r>
              <a:rPr lang="en-US" sz="2400" dirty="0"/>
              <a:t>	</a:t>
            </a:r>
            <a:r>
              <a:rPr lang="en-US" sz="2400" dirty="0" err="1"/>
              <a:t>ফাইটোপ্ল্যাংক্টনঃ</a:t>
            </a:r>
            <a:r>
              <a:rPr lang="en-US" sz="2400" dirty="0"/>
              <a:t> </a:t>
            </a:r>
            <a:r>
              <a:rPr lang="en-US" sz="2400" dirty="0" err="1"/>
              <a:t>ক্লোরেলা</a:t>
            </a:r>
            <a:r>
              <a:rPr lang="en-US" sz="2400" dirty="0"/>
              <a:t>, </a:t>
            </a:r>
            <a:r>
              <a:rPr lang="en-US" sz="2400" dirty="0" err="1"/>
              <a:t>এনাবেনা</a:t>
            </a:r>
            <a:r>
              <a:rPr lang="en-US" sz="2400" dirty="0"/>
              <a:t>, </a:t>
            </a:r>
            <a:r>
              <a:rPr lang="en-US" sz="2400" dirty="0" err="1"/>
              <a:t>ডায়াটম</a:t>
            </a:r>
            <a:r>
              <a:rPr lang="en-US" sz="2400" dirty="0"/>
              <a:t>, 	</a:t>
            </a:r>
            <a:r>
              <a:rPr lang="en-US" sz="2400" dirty="0" err="1"/>
              <a:t>ভলভক্স</a:t>
            </a:r>
            <a:r>
              <a:rPr lang="en-US" sz="2400" dirty="0"/>
              <a:t>, </a:t>
            </a:r>
            <a:r>
              <a:rPr lang="en-US" sz="2400" dirty="0" err="1"/>
              <a:t>নস্টক</a:t>
            </a:r>
            <a:r>
              <a:rPr lang="en-US" sz="2400" dirty="0"/>
              <a:t>, </a:t>
            </a:r>
            <a:r>
              <a:rPr lang="en-US" sz="2400" dirty="0" err="1"/>
              <a:t>স্পাইরোগাইরা</a:t>
            </a:r>
            <a:r>
              <a:rPr lang="en-US" sz="2400" dirty="0"/>
              <a:t>, 	</a:t>
            </a:r>
            <a:r>
              <a:rPr lang="en-US" sz="2400" dirty="0" err="1"/>
              <a:t>নেভিকুলা</a:t>
            </a:r>
            <a:r>
              <a:rPr lang="en-US" sz="2400" dirty="0"/>
              <a:t>, </a:t>
            </a:r>
            <a:r>
              <a:rPr lang="en-US" sz="2400" dirty="0" err="1"/>
              <a:t>শেওলা</a:t>
            </a:r>
            <a:r>
              <a:rPr lang="en-US" sz="2400" dirty="0"/>
              <a:t>, 	</a:t>
            </a:r>
            <a:r>
              <a:rPr lang="en-US" sz="2400" dirty="0" err="1"/>
              <a:t>মাইক্রোসিস্টিস</a:t>
            </a:r>
            <a:r>
              <a:rPr lang="en-US" sz="2400" dirty="0"/>
              <a:t> </a:t>
            </a:r>
          </a:p>
          <a:p>
            <a:endParaRPr lang="en-US" sz="2400" dirty="0"/>
          </a:p>
          <a:p>
            <a:r>
              <a:rPr lang="en-US" sz="2400" dirty="0"/>
              <a:t>	</a:t>
            </a:r>
            <a:r>
              <a:rPr lang="en-US" sz="2400" dirty="0" err="1"/>
              <a:t>জুপ্লাংক্টনঃ</a:t>
            </a:r>
            <a:r>
              <a:rPr lang="en-US" sz="2400" dirty="0"/>
              <a:t> </a:t>
            </a:r>
            <a:r>
              <a:rPr lang="en-US" sz="2400" dirty="0" err="1"/>
              <a:t>বসমিনা</a:t>
            </a:r>
            <a:r>
              <a:rPr lang="en-US" sz="2400" dirty="0"/>
              <a:t>, </a:t>
            </a:r>
            <a:r>
              <a:rPr lang="en-US" sz="2400" dirty="0" err="1"/>
              <a:t>ময়না</a:t>
            </a:r>
            <a:r>
              <a:rPr lang="en-US" sz="2400" dirty="0"/>
              <a:t>, </a:t>
            </a:r>
            <a:r>
              <a:rPr lang="en-US" sz="2400" dirty="0" err="1"/>
              <a:t>সাইক্লপ্স</a:t>
            </a:r>
            <a:r>
              <a:rPr lang="en-US" sz="2400" dirty="0"/>
              <a:t>, </a:t>
            </a:r>
            <a:r>
              <a:rPr lang="en-US" sz="2400" dirty="0" err="1"/>
              <a:t>প্রোটোজোয়া</a:t>
            </a:r>
            <a:r>
              <a:rPr lang="en-US" sz="2400" dirty="0"/>
              <a:t>, 	</a:t>
            </a:r>
            <a:r>
              <a:rPr lang="en-US" sz="2400" dirty="0" err="1"/>
              <a:t>ড্যাফনিয়া</a:t>
            </a:r>
            <a:r>
              <a:rPr lang="en-US" sz="2400" dirty="0"/>
              <a:t>, </a:t>
            </a:r>
            <a:r>
              <a:rPr lang="en-US" sz="2400" dirty="0" err="1"/>
              <a:t>রটিফার</a:t>
            </a:r>
            <a:r>
              <a:rPr lang="en-US" sz="2400" dirty="0"/>
              <a:t>, 	</a:t>
            </a:r>
            <a:r>
              <a:rPr lang="en-US" sz="2400" dirty="0" err="1"/>
              <a:t>ডায়াপ্টোমাস</a:t>
            </a:r>
            <a:endParaRPr lang="en-US" sz="2400" dirty="0"/>
          </a:p>
          <a:p>
            <a:endParaRPr lang="en-US" sz="2400" dirty="0"/>
          </a:p>
          <a:p>
            <a:r>
              <a:rPr lang="en-US" sz="2400" dirty="0" err="1"/>
              <a:t>অন্যান্যঃ</a:t>
            </a:r>
            <a:r>
              <a:rPr lang="en-US" sz="2400" dirty="0"/>
              <a:t> </a:t>
            </a:r>
            <a:r>
              <a:rPr lang="en-US" sz="2400" dirty="0" err="1"/>
              <a:t>ক্ষুদিপানা</a:t>
            </a:r>
            <a:r>
              <a:rPr lang="en-US" sz="2400" dirty="0"/>
              <a:t>, </a:t>
            </a:r>
            <a:r>
              <a:rPr lang="en-US" sz="2400" dirty="0" err="1"/>
              <a:t>কচুরিপানা</a:t>
            </a:r>
            <a:r>
              <a:rPr lang="en-US" sz="2400" dirty="0"/>
              <a:t>, </a:t>
            </a:r>
            <a:r>
              <a:rPr lang="en-US" sz="2400" dirty="0" err="1"/>
              <a:t>ছোট</a:t>
            </a:r>
            <a:r>
              <a:rPr lang="en-US" sz="2400" dirty="0"/>
              <a:t> </a:t>
            </a:r>
            <a:r>
              <a:rPr lang="en-US" sz="2400" dirty="0" err="1"/>
              <a:t>ছোট</a:t>
            </a:r>
            <a:r>
              <a:rPr lang="en-US" sz="2400" dirty="0"/>
              <a:t> </a:t>
            </a:r>
            <a:r>
              <a:rPr lang="en-US" sz="2400" dirty="0" err="1"/>
              <a:t>জলজ</a:t>
            </a:r>
            <a:r>
              <a:rPr lang="en-US" sz="2400" dirty="0"/>
              <a:t> </a:t>
            </a:r>
            <a:r>
              <a:rPr lang="en-US" sz="2400" dirty="0" err="1"/>
              <a:t>কীটপতংগ</a:t>
            </a:r>
            <a:r>
              <a:rPr lang="en-US" sz="2400" dirty="0"/>
              <a:t> ।</a:t>
            </a:r>
          </a:p>
          <a:p>
            <a:r>
              <a:rPr lang="en-US" sz="4000" dirty="0"/>
              <a:t>	</a:t>
            </a:r>
          </a:p>
        </p:txBody>
      </p:sp>
    </p:spTree>
    <p:extLst>
      <p:ext uri="{BB962C8B-B14F-4D97-AF65-F5344CB8AC3E}">
        <p14:creationId xmlns:p14="http://schemas.microsoft.com/office/powerpoint/2010/main" val="339925530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পুকুরের</a:t>
            </a:r>
            <a:r>
              <a:rPr lang="en-US" dirty="0"/>
              <a:t> </a:t>
            </a:r>
            <a:r>
              <a:rPr lang="en-US" dirty="0" err="1"/>
              <a:t>খাদ্য</a:t>
            </a:r>
            <a:r>
              <a:rPr lang="en-US" dirty="0"/>
              <a:t> </a:t>
            </a:r>
            <a:r>
              <a:rPr lang="en-US" dirty="0" err="1"/>
              <a:t>পরীক্ষা</a:t>
            </a:r>
            <a:r>
              <a:rPr lang="en-US" dirty="0"/>
              <a:t> </a:t>
            </a:r>
          </a:p>
        </p:txBody>
      </p:sp>
      <p:sp>
        <p:nvSpPr>
          <p:cNvPr id="3" name="TextBox 2">
            <a:extLst>
              <a:ext uri="{FF2B5EF4-FFF2-40B4-BE49-F238E27FC236}">
                <a16:creationId xmlns:a16="http://schemas.microsoft.com/office/drawing/2014/main" id="{2362DF34-1440-9DEA-B5EE-8A1EE098E446}"/>
              </a:ext>
            </a:extLst>
          </p:cNvPr>
          <p:cNvSpPr txBox="1"/>
          <p:nvPr/>
        </p:nvSpPr>
        <p:spPr>
          <a:xfrm>
            <a:off x="239077" y="2380432"/>
            <a:ext cx="11713843" cy="1938992"/>
          </a:xfrm>
          <a:prstGeom prst="rect">
            <a:avLst/>
          </a:prstGeom>
          <a:noFill/>
        </p:spPr>
        <p:txBody>
          <a:bodyPr wrap="square" rtlCol="0">
            <a:spAutoFit/>
          </a:bodyPr>
          <a:lstStyle/>
          <a:p>
            <a:r>
              <a:rPr lang="en-US" sz="4000" dirty="0"/>
              <a:t>১। </a:t>
            </a:r>
            <a:r>
              <a:rPr lang="en-US" sz="4000" dirty="0" err="1"/>
              <a:t>সেকিডিস্ক</a:t>
            </a:r>
            <a:endParaRPr lang="en-US" sz="4000" dirty="0"/>
          </a:p>
          <a:p>
            <a:r>
              <a:rPr lang="en-US" sz="4000" dirty="0"/>
              <a:t>২। </a:t>
            </a:r>
            <a:r>
              <a:rPr lang="en-US" sz="4000" dirty="0" err="1"/>
              <a:t>হাত</a:t>
            </a:r>
            <a:r>
              <a:rPr lang="en-US" sz="4000" dirty="0"/>
              <a:t> </a:t>
            </a:r>
            <a:r>
              <a:rPr lang="en-US" sz="4000" dirty="0" err="1"/>
              <a:t>পরীক্ষা</a:t>
            </a:r>
            <a:endParaRPr lang="en-US" sz="4000" dirty="0"/>
          </a:p>
          <a:p>
            <a:r>
              <a:rPr lang="en-US" sz="4000" dirty="0"/>
              <a:t>৩। </a:t>
            </a:r>
            <a:r>
              <a:rPr lang="en-US" sz="4000" dirty="0" err="1"/>
              <a:t>গ্লাস</a:t>
            </a:r>
            <a:r>
              <a:rPr lang="en-US" sz="4000" dirty="0"/>
              <a:t> </a:t>
            </a:r>
            <a:r>
              <a:rPr lang="en-US" sz="4000" dirty="0" err="1"/>
              <a:t>পরীক্ষা</a:t>
            </a:r>
            <a:r>
              <a:rPr lang="en-US" sz="4000" dirty="0"/>
              <a:t>	</a:t>
            </a:r>
          </a:p>
        </p:txBody>
      </p:sp>
      <p:pic>
        <p:nvPicPr>
          <p:cNvPr id="1026" name="Picture 2" descr="Secchi disk - Wikipedia">
            <a:extLst>
              <a:ext uri="{FF2B5EF4-FFF2-40B4-BE49-F238E27FC236}">
                <a16:creationId xmlns:a16="http://schemas.microsoft.com/office/drawing/2014/main" id="{2A27938C-D95F-0F50-203D-12F2B9AEAB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9358" y="3846846"/>
            <a:ext cx="4053284" cy="27021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প্রাকৃতিক খাদ্য পরীক্ষা করে পুকুরে সার প্রয়োগ করা প্রয়োজন- উক্তিটির  স্বপক্ষে তোমার মতামত উপস্থাপন করো।">
            <a:extLst>
              <a:ext uri="{FF2B5EF4-FFF2-40B4-BE49-F238E27FC236}">
                <a16:creationId xmlns:a16="http://schemas.microsoft.com/office/drawing/2014/main" id="{FE5AD836-E3BE-D526-B021-1F65E64051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22642" y="2071419"/>
            <a:ext cx="3924047" cy="2983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73002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সম্পুরক</a:t>
            </a:r>
            <a:r>
              <a:rPr lang="en-US" dirty="0"/>
              <a:t> </a:t>
            </a:r>
            <a:r>
              <a:rPr lang="en-US" dirty="0" err="1"/>
              <a:t>খাদ্য</a:t>
            </a:r>
            <a:endParaRPr lang="en-US" dirty="0"/>
          </a:p>
        </p:txBody>
      </p:sp>
      <p:sp>
        <p:nvSpPr>
          <p:cNvPr id="3" name="TextBox 2">
            <a:extLst>
              <a:ext uri="{FF2B5EF4-FFF2-40B4-BE49-F238E27FC236}">
                <a16:creationId xmlns:a16="http://schemas.microsoft.com/office/drawing/2014/main" id="{2362DF34-1440-9DEA-B5EE-8A1EE098E446}"/>
              </a:ext>
            </a:extLst>
          </p:cNvPr>
          <p:cNvSpPr txBox="1"/>
          <p:nvPr/>
        </p:nvSpPr>
        <p:spPr>
          <a:xfrm>
            <a:off x="239077" y="2380432"/>
            <a:ext cx="6310579" cy="3539430"/>
          </a:xfrm>
          <a:prstGeom prst="rect">
            <a:avLst/>
          </a:prstGeom>
          <a:noFill/>
        </p:spPr>
        <p:txBody>
          <a:bodyPr wrap="square" rtlCol="0">
            <a:spAutoFit/>
          </a:bodyPr>
          <a:lstStyle/>
          <a:p>
            <a:r>
              <a:rPr lang="en-US" sz="2800" dirty="0" err="1"/>
              <a:t>বাইরে</a:t>
            </a:r>
            <a:r>
              <a:rPr lang="en-US" sz="2800" dirty="0"/>
              <a:t> </a:t>
            </a:r>
            <a:r>
              <a:rPr lang="en-US" sz="2800" dirty="0" err="1"/>
              <a:t>থেকে</a:t>
            </a:r>
            <a:r>
              <a:rPr lang="en-US" sz="2800" dirty="0"/>
              <a:t> </a:t>
            </a:r>
            <a:r>
              <a:rPr lang="en-US" sz="2800" dirty="0" err="1"/>
              <a:t>খাদ্য</a:t>
            </a:r>
            <a:r>
              <a:rPr lang="en-US" sz="2800" dirty="0"/>
              <a:t> </a:t>
            </a:r>
            <a:r>
              <a:rPr lang="en-US" sz="2800" dirty="0" err="1"/>
              <a:t>দেয়া</a:t>
            </a:r>
            <a:r>
              <a:rPr lang="en-US" sz="2800" dirty="0"/>
              <a:t> </a:t>
            </a:r>
            <a:r>
              <a:rPr lang="en-US" sz="2800" dirty="0" err="1"/>
              <a:t>হয়</a:t>
            </a:r>
            <a:r>
              <a:rPr lang="en-US" sz="2800" dirty="0"/>
              <a:t> </a:t>
            </a:r>
            <a:r>
              <a:rPr lang="en-US" sz="2800" dirty="0" err="1"/>
              <a:t>তাকে</a:t>
            </a:r>
            <a:r>
              <a:rPr lang="en-US" sz="2800" dirty="0"/>
              <a:t> </a:t>
            </a:r>
            <a:r>
              <a:rPr lang="en-US" sz="2800" dirty="0" err="1"/>
              <a:t>সম্পুরক</a:t>
            </a:r>
            <a:r>
              <a:rPr lang="en-US" sz="2800" dirty="0"/>
              <a:t> </a:t>
            </a:r>
            <a:r>
              <a:rPr lang="en-US" sz="2800" dirty="0" err="1"/>
              <a:t>খাদ্য</a:t>
            </a:r>
            <a:r>
              <a:rPr lang="en-US" sz="2800" dirty="0"/>
              <a:t> </a:t>
            </a:r>
            <a:r>
              <a:rPr lang="en-US" sz="2800" dirty="0" err="1"/>
              <a:t>বলে</a:t>
            </a:r>
            <a:r>
              <a:rPr lang="en-US" sz="2800" dirty="0"/>
              <a:t>।</a:t>
            </a:r>
          </a:p>
          <a:p>
            <a:endParaRPr lang="en-US" sz="2800" dirty="0"/>
          </a:p>
          <a:p>
            <a:r>
              <a:rPr lang="en-US" sz="2800" dirty="0" err="1"/>
              <a:t>চালের</a:t>
            </a:r>
            <a:r>
              <a:rPr lang="en-US" sz="2800" dirty="0"/>
              <a:t> </a:t>
            </a:r>
            <a:r>
              <a:rPr lang="en-US" sz="2800" dirty="0" err="1"/>
              <a:t>কূড়া</a:t>
            </a:r>
            <a:r>
              <a:rPr lang="en-US" sz="2800" dirty="0"/>
              <a:t>, </a:t>
            </a:r>
            <a:r>
              <a:rPr lang="en-US" sz="2800" dirty="0" err="1"/>
              <a:t>গমের</a:t>
            </a:r>
            <a:r>
              <a:rPr lang="en-US" sz="2800" dirty="0"/>
              <a:t> </a:t>
            </a:r>
            <a:r>
              <a:rPr lang="en-US" sz="2800" dirty="0" err="1"/>
              <a:t>ভূষি</a:t>
            </a:r>
            <a:r>
              <a:rPr lang="en-US" sz="2800" dirty="0"/>
              <a:t>, </a:t>
            </a:r>
            <a:r>
              <a:rPr lang="en-US" sz="2800" dirty="0" err="1"/>
              <a:t>ডালের</a:t>
            </a:r>
            <a:r>
              <a:rPr lang="en-US" sz="2800" dirty="0"/>
              <a:t> </a:t>
            </a:r>
            <a:r>
              <a:rPr lang="en-US" sz="2800" dirty="0" err="1"/>
              <a:t>মিহি</a:t>
            </a:r>
            <a:r>
              <a:rPr lang="en-US" sz="2800" dirty="0"/>
              <a:t> </a:t>
            </a:r>
            <a:r>
              <a:rPr lang="en-US" sz="2800" dirty="0" err="1"/>
              <a:t>ভূষি</a:t>
            </a:r>
            <a:r>
              <a:rPr lang="en-US" sz="2800" dirty="0"/>
              <a:t>, </a:t>
            </a:r>
            <a:r>
              <a:rPr lang="en-US" sz="2800" dirty="0" err="1"/>
              <a:t>সরিষা</a:t>
            </a:r>
            <a:r>
              <a:rPr lang="en-US" sz="2800" dirty="0"/>
              <a:t>  </a:t>
            </a:r>
            <a:r>
              <a:rPr lang="en-US" sz="2800" dirty="0" err="1"/>
              <a:t>বা</a:t>
            </a:r>
            <a:r>
              <a:rPr lang="en-US" sz="2800" dirty="0"/>
              <a:t> </a:t>
            </a:r>
            <a:r>
              <a:rPr lang="en-US" sz="2800" dirty="0" err="1"/>
              <a:t>তিলের</a:t>
            </a:r>
            <a:r>
              <a:rPr lang="en-US" sz="2800" dirty="0"/>
              <a:t> </a:t>
            </a:r>
            <a:r>
              <a:rPr lang="en-US" sz="2800" dirty="0" err="1"/>
              <a:t>খৈল</a:t>
            </a:r>
            <a:r>
              <a:rPr lang="en-US" sz="2800" dirty="0"/>
              <a:t>, </a:t>
            </a:r>
            <a:r>
              <a:rPr lang="en-US" sz="2800" dirty="0" err="1"/>
              <a:t>চিটাগুড়</a:t>
            </a:r>
            <a:r>
              <a:rPr lang="en-US" sz="2800" dirty="0"/>
              <a:t>, </a:t>
            </a:r>
            <a:r>
              <a:rPr lang="en-US" sz="2800" dirty="0" err="1"/>
              <a:t>ফিসমিল</a:t>
            </a:r>
            <a:r>
              <a:rPr lang="en-US" sz="2800" dirty="0"/>
              <a:t>, </a:t>
            </a:r>
            <a:r>
              <a:rPr lang="en-US" sz="2800" dirty="0" err="1"/>
              <a:t>ব্লাড</a:t>
            </a:r>
            <a:r>
              <a:rPr lang="en-US" sz="2800" dirty="0"/>
              <a:t> </a:t>
            </a:r>
            <a:r>
              <a:rPr lang="en-US" sz="2800" dirty="0" err="1"/>
              <a:t>মিল</a:t>
            </a:r>
            <a:r>
              <a:rPr lang="en-US" sz="2800" dirty="0"/>
              <a:t>, </a:t>
            </a:r>
            <a:r>
              <a:rPr lang="en-US" sz="2800" dirty="0" err="1"/>
              <a:t>নাড়িভুড়ি</a:t>
            </a:r>
            <a:r>
              <a:rPr lang="en-US" sz="2800" dirty="0"/>
              <a:t> , </a:t>
            </a:r>
            <a:r>
              <a:rPr lang="en-US" sz="2800" dirty="0" err="1"/>
              <a:t>ভিটামিন</a:t>
            </a:r>
            <a:r>
              <a:rPr lang="en-US" sz="2800" dirty="0"/>
              <a:t> ও </a:t>
            </a:r>
            <a:r>
              <a:rPr lang="en-US" sz="2800" dirty="0" err="1"/>
              <a:t>খনিজ</a:t>
            </a:r>
            <a:r>
              <a:rPr lang="en-US" sz="2800" dirty="0"/>
              <a:t> </a:t>
            </a:r>
            <a:r>
              <a:rPr lang="en-US" sz="2800" dirty="0" err="1"/>
              <a:t>লবন</a:t>
            </a:r>
            <a:r>
              <a:rPr lang="en-US" sz="2800" dirty="0"/>
              <a:t>, </a:t>
            </a:r>
            <a:r>
              <a:rPr lang="en-US" sz="2800" dirty="0" err="1"/>
              <a:t>বিভিন্ন</a:t>
            </a:r>
            <a:r>
              <a:rPr lang="en-US" sz="2800" dirty="0"/>
              <a:t> </a:t>
            </a:r>
            <a:r>
              <a:rPr lang="en-US" sz="2800" dirty="0" err="1"/>
              <a:t>উদ্ভিদের</a:t>
            </a:r>
            <a:r>
              <a:rPr lang="en-US" sz="2800" dirty="0"/>
              <a:t> </a:t>
            </a:r>
            <a:r>
              <a:rPr lang="en-US" sz="2800" dirty="0" err="1"/>
              <a:t>ছোট</a:t>
            </a:r>
            <a:r>
              <a:rPr lang="en-US" sz="2800" dirty="0"/>
              <a:t> </a:t>
            </a:r>
            <a:r>
              <a:rPr lang="en-US" sz="2800" dirty="0" err="1"/>
              <a:t>পাতা</a:t>
            </a:r>
            <a:r>
              <a:rPr lang="en-US" sz="2800" dirty="0"/>
              <a:t> । 	</a:t>
            </a:r>
          </a:p>
        </p:txBody>
      </p:sp>
      <p:pic>
        <p:nvPicPr>
          <p:cNvPr id="2050" name="Picture 2" descr="Improving Floating Fish Feed in Bangladesh">
            <a:extLst>
              <a:ext uri="{FF2B5EF4-FFF2-40B4-BE49-F238E27FC236}">
                <a16:creationId xmlns:a16="http://schemas.microsoft.com/office/drawing/2014/main" id="{13A71EAD-39A2-4349-9D35-F737C687E9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4574" y="2227094"/>
            <a:ext cx="4182827" cy="3846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59863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বায়োফ্লক</a:t>
            </a:r>
            <a:r>
              <a:rPr lang="en-US" dirty="0"/>
              <a:t> </a:t>
            </a:r>
            <a:r>
              <a:rPr lang="en-US" dirty="0" err="1"/>
              <a:t>প্রযুক্তি</a:t>
            </a:r>
            <a:endParaRPr lang="en-US" dirty="0"/>
          </a:p>
        </p:txBody>
      </p:sp>
      <p:sp>
        <p:nvSpPr>
          <p:cNvPr id="3" name="TextBox 2">
            <a:extLst>
              <a:ext uri="{FF2B5EF4-FFF2-40B4-BE49-F238E27FC236}">
                <a16:creationId xmlns:a16="http://schemas.microsoft.com/office/drawing/2014/main" id="{2362DF34-1440-9DEA-B5EE-8A1EE098E446}"/>
              </a:ext>
            </a:extLst>
          </p:cNvPr>
          <p:cNvSpPr txBox="1"/>
          <p:nvPr/>
        </p:nvSpPr>
        <p:spPr>
          <a:xfrm>
            <a:off x="239077" y="2380432"/>
            <a:ext cx="11424839" cy="3539430"/>
          </a:xfrm>
          <a:prstGeom prst="rect">
            <a:avLst/>
          </a:prstGeom>
          <a:noFill/>
        </p:spPr>
        <p:txBody>
          <a:bodyPr wrap="square" rtlCol="0">
            <a:spAutoFit/>
          </a:bodyPr>
          <a:lstStyle/>
          <a:p>
            <a:r>
              <a:rPr lang="en-US" sz="2800" dirty="0" err="1"/>
              <a:t>পানিতে</a:t>
            </a:r>
            <a:r>
              <a:rPr lang="en-US" sz="2800" dirty="0"/>
              <a:t> </a:t>
            </a:r>
            <a:r>
              <a:rPr lang="en-US" sz="2800" dirty="0" err="1"/>
              <a:t>বিদ্যমান</a:t>
            </a:r>
            <a:r>
              <a:rPr lang="en-US" sz="2800" dirty="0"/>
              <a:t> </a:t>
            </a:r>
            <a:r>
              <a:rPr lang="en-US" sz="2800" dirty="0" err="1"/>
              <a:t>বর্জ্যকে</a:t>
            </a:r>
            <a:r>
              <a:rPr lang="en-US" sz="2800" dirty="0"/>
              <a:t> </a:t>
            </a:r>
            <a:r>
              <a:rPr lang="en-US" sz="2800" dirty="0" err="1"/>
              <a:t>উপকারী</a:t>
            </a:r>
            <a:r>
              <a:rPr lang="en-US" sz="2800" dirty="0"/>
              <a:t> </a:t>
            </a:r>
            <a:r>
              <a:rPr lang="en-US" sz="2800" dirty="0" err="1"/>
              <a:t>প্রোটিনে</a:t>
            </a:r>
            <a:r>
              <a:rPr lang="en-US" sz="2800" dirty="0"/>
              <a:t> </a:t>
            </a:r>
            <a:r>
              <a:rPr lang="en-US" sz="2800" dirty="0" err="1"/>
              <a:t>রুপান্তর</a:t>
            </a:r>
            <a:r>
              <a:rPr lang="en-US" sz="2800" dirty="0"/>
              <a:t> </a:t>
            </a:r>
            <a:r>
              <a:rPr lang="en-US" sz="2800" dirty="0" err="1"/>
              <a:t>করাঃ</a:t>
            </a:r>
            <a:endParaRPr lang="en-US" sz="2800" dirty="0"/>
          </a:p>
          <a:p>
            <a:endParaRPr lang="en-US" sz="2800" dirty="0"/>
          </a:p>
          <a:p>
            <a:pPr marL="457200" indent="-457200">
              <a:buFont typeface="Arial" panose="020B0604020202020204" pitchFamily="34" charset="0"/>
              <a:buChar char="•"/>
            </a:pPr>
            <a:r>
              <a:rPr lang="en-US" sz="2800" dirty="0" err="1"/>
              <a:t>পানি</a:t>
            </a:r>
            <a:r>
              <a:rPr lang="en-US" sz="2800" dirty="0"/>
              <a:t> </a:t>
            </a:r>
            <a:r>
              <a:rPr lang="en-US" sz="2800" dirty="0" err="1"/>
              <a:t>এমোনিয়া</a:t>
            </a:r>
            <a:r>
              <a:rPr lang="en-US" sz="2800" dirty="0"/>
              <a:t> </a:t>
            </a:r>
            <a:r>
              <a:rPr lang="en-US" sz="2800" dirty="0" err="1"/>
              <a:t>বর্জ্য</a:t>
            </a:r>
            <a:r>
              <a:rPr lang="en-US" sz="2800" dirty="0"/>
              <a:t> </a:t>
            </a:r>
            <a:r>
              <a:rPr lang="en-US" sz="2800" dirty="0" err="1"/>
              <a:t>জমা</a:t>
            </a:r>
            <a:r>
              <a:rPr lang="en-US" sz="2800" dirty="0"/>
              <a:t> </a:t>
            </a:r>
            <a:r>
              <a:rPr lang="en-US" sz="2800" dirty="0" err="1"/>
              <a:t>হতে</a:t>
            </a:r>
            <a:r>
              <a:rPr lang="en-US" sz="2800" dirty="0"/>
              <a:t> </a:t>
            </a:r>
            <a:r>
              <a:rPr lang="en-US" sz="2800" dirty="0" err="1"/>
              <a:t>থাকে</a:t>
            </a:r>
            <a:endParaRPr lang="en-US" sz="2800" dirty="0"/>
          </a:p>
          <a:p>
            <a:pPr marL="457200" indent="-457200">
              <a:buFont typeface="Arial" panose="020B0604020202020204" pitchFamily="34" charset="0"/>
              <a:buChar char="•"/>
            </a:pPr>
            <a:r>
              <a:rPr lang="en-US" sz="2800" dirty="0" err="1"/>
              <a:t>কিছু</a:t>
            </a:r>
            <a:r>
              <a:rPr lang="en-US" sz="2800" dirty="0"/>
              <a:t> </a:t>
            </a:r>
            <a:r>
              <a:rPr lang="en-US" sz="2800" dirty="0" err="1"/>
              <a:t>ব্যাক্টেরিয়া</a:t>
            </a:r>
            <a:r>
              <a:rPr lang="en-US" sz="2800" dirty="0"/>
              <a:t> </a:t>
            </a:r>
            <a:r>
              <a:rPr lang="en-US" sz="2800" dirty="0" err="1"/>
              <a:t>এগুলা</a:t>
            </a:r>
            <a:r>
              <a:rPr lang="en-US" sz="2800" dirty="0"/>
              <a:t> </a:t>
            </a:r>
            <a:r>
              <a:rPr lang="en-US" sz="2800" dirty="0" err="1"/>
              <a:t>খেয়ে</a:t>
            </a:r>
            <a:r>
              <a:rPr lang="en-US" sz="2800" dirty="0"/>
              <a:t> </a:t>
            </a:r>
            <a:r>
              <a:rPr lang="en-US" sz="2800" dirty="0" err="1"/>
              <a:t>জীবন্ত</a:t>
            </a:r>
            <a:r>
              <a:rPr lang="en-US" sz="2800" dirty="0"/>
              <a:t> </a:t>
            </a:r>
            <a:r>
              <a:rPr lang="en-US" sz="2800" dirty="0" err="1"/>
              <a:t>ছোট</a:t>
            </a:r>
            <a:r>
              <a:rPr lang="en-US" sz="2800" dirty="0"/>
              <a:t> </a:t>
            </a:r>
            <a:r>
              <a:rPr lang="en-US" sz="2800" dirty="0" err="1"/>
              <a:t>কনায়</a:t>
            </a:r>
            <a:r>
              <a:rPr lang="en-US" sz="2800" dirty="0"/>
              <a:t> </a:t>
            </a:r>
            <a:r>
              <a:rPr lang="en-US" sz="2800" dirty="0" err="1"/>
              <a:t>রুপান্তর</a:t>
            </a:r>
            <a:r>
              <a:rPr lang="en-US" sz="2800" dirty="0"/>
              <a:t> </a:t>
            </a:r>
            <a:r>
              <a:rPr lang="en-US" sz="2800" dirty="0" err="1"/>
              <a:t>করে</a:t>
            </a:r>
            <a:r>
              <a:rPr lang="en-US" sz="2800" dirty="0"/>
              <a:t>। </a:t>
            </a:r>
            <a:r>
              <a:rPr lang="en-US" sz="2800" dirty="0" err="1"/>
              <a:t>যাকে</a:t>
            </a:r>
            <a:r>
              <a:rPr lang="en-US" sz="2800" dirty="0"/>
              <a:t> </a:t>
            </a:r>
            <a:r>
              <a:rPr lang="en-US" sz="2800" dirty="0" err="1"/>
              <a:t>ফ্লক</a:t>
            </a:r>
            <a:r>
              <a:rPr lang="en-US" sz="2800" dirty="0"/>
              <a:t> </a:t>
            </a:r>
            <a:r>
              <a:rPr lang="en-US" sz="2800" dirty="0" err="1"/>
              <a:t>বলে</a:t>
            </a:r>
            <a:endParaRPr lang="en-US" sz="2800" dirty="0"/>
          </a:p>
          <a:p>
            <a:pPr marL="457200" indent="-457200">
              <a:buFont typeface="Arial" panose="020B0604020202020204" pitchFamily="34" charset="0"/>
              <a:buChar char="•"/>
            </a:pPr>
            <a:r>
              <a:rPr lang="en-US" sz="2800" dirty="0" err="1"/>
              <a:t>ফ্লক</a:t>
            </a:r>
            <a:r>
              <a:rPr lang="en-US" sz="2800" dirty="0"/>
              <a:t> </a:t>
            </a:r>
            <a:r>
              <a:rPr lang="en-US" sz="2800" dirty="0" err="1"/>
              <a:t>হল</a:t>
            </a:r>
            <a:r>
              <a:rPr lang="en-US" sz="2800" dirty="0"/>
              <a:t> </a:t>
            </a:r>
            <a:r>
              <a:rPr lang="en-US" sz="2800" dirty="0" err="1"/>
              <a:t>প্রোটিন</a:t>
            </a:r>
            <a:r>
              <a:rPr lang="en-US" sz="2800" dirty="0"/>
              <a:t> </a:t>
            </a:r>
            <a:r>
              <a:rPr lang="en-US" sz="2800" dirty="0" err="1"/>
              <a:t>সমৃদ্ধ</a:t>
            </a:r>
            <a:r>
              <a:rPr lang="en-US" sz="2800" dirty="0"/>
              <a:t> </a:t>
            </a:r>
            <a:r>
              <a:rPr lang="en-US" sz="2800" dirty="0" err="1"/>
              <a:t>জৈব</a:t>
            </a:r>
            <a:r>
              <a:rPr lang="en-US" sz="2800" dirty="0"/>
              <a:t> ও </a:t>
            </a:r>
            <a:r>
              <a:rPr lang="en-US" sz="2800" dirty="0" err="1"/>
              <a:t>অনুজীব</a:t>
            </a:r>
            <a:r>
              <a:rPr lang="en-US" sz="2800" dirty="0"/>
              <a:t> </a:t>
            </a:r>
            <a:r>
              <a:rPr lang="en-US" sz="2800" dirty="0" err="1"/>
              <a:t>এর</a:t>
            </a:r>
            <a:r>
              <a:rPr lang="en-US" sz="2800" dirty="0"/>
              <a:t> </a:t>
            </a:r>
            <a:r>
              <a:rPr lang="en-US" sz="2800" dirty="0" err="1"/>
              <a:t>দলা</a:t>
            </a:r>
            <a:endParaRPr lang="en-US" sz="2800" dirty="0"/>
          </a:p>
          <a:p>
            <a:pPr marL="457200" indent="-457200">
              <a:buFont typeface="Arial" panose="020B0604020202020204" pitchFamily="34" charset="0"/>
              <a:buChar char="•"/>
            </a:pPr>
            <a:r>
              <a:rPr lang="en-US" sz="2800" dirty="0" err="1"/>
              <a:t>বায়োফ্লক</a:t>
            </a:r>
            <a:r>
              <a:rPr lang="en-US" sz="2800" dirty="0"/>
              <a:t> </a:t>
            </a:r>
            <a:r>
              <a:rPr lang="en-US" sz="2800" dirty="0" err="1"/>
              <a:t>পদ্ধতিকে</a:t>
            </a:r>
            <a:r>
              <a:rPr lang="en-US" sz="2800" dirty="0"/>
              <a:t> Blue Revolution </a:t>
            </a:r>
            <a:r>
              <a:rPr lang="en-US" sz="2800" dirty="0" err="1"/>
              <a:t>বলে</a:t>
            </a:r>
            <a:endParaRPr lang="en-US" sz="2800" dirty="0"/>
          </a:p>
          <a:p>
            <a:pPr marL="457200" indent="-457200">
              <a:buFont typeface="Arial" panose="020B0604020202020204" pitchFamily="34" charset="0"/>
              <a:buChar char="•"/>
            </a:pPr>
            <a:r>
              <a:rPr lang="en-US" sz="2800" dirty="0" err="1"/>
              <a:t>নাইট্রোজেন</a:t>
            </a:r>
            <a:r>
              <a:rPr lang="en-US" sz="2800" dirty="0"/>
              <a:t>, </a:t>
            </a:r>
            <a:r>
              <a:rPr lang="en-US" sz="2800" dirty="0" err="1"/>
              <a:t>কার্বন</a:t>
            </a:r>
            <a:r>
              <a:rPr lang="en-US" sz="2800" dirty="0"/>
              <a:t> ও </a:t>
            </a:r>
            <a:r>
              <a:rPr lang="en-US" sz="2800" dirty="0" err="1"/>
              <a:t>প্রোবায়োটিক</a:t>
            </a:r>
            <a:r>
              <a:rPr lang="en-US" sz="2800" dirty="0"/>
              <a:t> </a:t>
            </a:r>
            <a:r>
              <a:rPr lang="en-US" sz="2800" dirty="0" err="1"/>
              <a:t>লাগে</a:t>
            </a:r>
            <a:r>
              <a:rPr lang="en-US" sz="2800" dirty="0"/>
              <a:t> । 	</a:t>
            </a:r>
          </a:p>
        </p:txBody>
      </p:sp>
    </p:spTree>
    <p:extLst>
      <p:ext uri="{BB962C8B-B14F-4D97-AF65-F5344CB8AC3E}">
        <p14:creationId xmlns:p14="http://schemas.microsoft.com/office/powerpoint/2010/main" val="33523099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বায়োফ্লক</a:t>
            </a:r>
            <a:r>
              <a:rPr lang="en-US" dirty="0"/>
              <a:t> </a:t>
            </a:r>
            <a:r>
              <a:rPr lang="en-US" dirty="0" err="1"/>
              <a:t>প্রযুক্তির</a:t>
            </a:r>
            <a:r>
              <a:rPr lang="en-US" dirty="0"/>
              <a:t> </a:t>
            </a:r>
            <a:r>
              <a:rPr lang="en-US" dirty="0" err="1"/>
              <a:t>মূলনীতি</a:t>
            </a:r>
            <a:endParaRPr lang="en-US" dirty="0"/>
          </a:p>
        </p:txBody>
      </p:sp>
      <p:sp>
        <p:nvSpPr>
          <p:cNvPr id="3" name="TextBox 2">
            <a:extLst>
              <a:ext uri="{FF2B5EF4-FFF2-40B4-BE49-F238E27FC236}">
                <a16:creationId xmlns:a16="http://schemas.microsoft.com/office/drawing/2014/main" id="{2362DF34-1440-9DEA-B5EE-8A1EE098E446}"/>
              </a:ext>
            </a:extLst>
          </p:cNvPr>
          <p:cNvSpPr txBox="1"/>
          <p:nvPr/>
        </p:nvSpPr>
        <p:spPr>
          <a:xfrm>
            <a:off x="239077" y="2380432"/>
            <a:ext cx="11424839" cy="4401205"/>
          </a:xfrm>
          <a:prstGeom prst="rect">
            <a:avLst/>
          </a:prstGeom>
          <a:noFill/>
        </p:spPr>
        <p:txBody>
          <a:bodyPr wrap="square" rtlCol="0">
            <a:spAutoFit/>
          </a:bodyPr>
          <a:lstStyle/>
          <a:p>
            <a:endParaRPr lang="en-US" sz="2800" dirty="0"/>
          </a:p>
          <a:p>
            <a:pPr marL="514350" indent="-514350">
              <a:buFont typeface="+mj-lt"/>
              <a:buAutoNum type="arabicPeriod"/>
            </a:pPr>
            <a:r>
              <a:rPr lang="en-US" sz="2800" dirty="0" err="1"/>
              <a:t>খাদ্যের</a:t>
            </a:r>
            <a:r>
              <a:rPr lang="en-US" sz="2800" dirty="0"/>
              <a:t> ২৫ </a:t>
            </a:r>
            <a:r>
              <a:rPr lang="en-US" sz="2800" dirty="0" err="1"/>
              <a:t>ভাগ</a:t>
            </a:r>
            <a:r>
              <a:rPr lang="en-US" sz="2800" dirty="0"/>
              <a:t> </a:t>
            </a:r>
            <a:r>
              <a:rPr lang="en-US" sz="2800" dirty="0" err="1"/>
              <a:t>নাইট্রোজেন</a:t>
            </a:r>
            <a:r>
              <a:rPr lang="en-US" sz="2800" dirty="0"/>
              <a:t> ও ১৫ </a:t>
            </a:r>
            <a:r>
              <a:rPr lang="en-US" sz="2800" dirty="0" err="1"/>
              <a:t>ভাগ</a:t>
            </a:r>
            <a:r>
              <a:rPr lang="en-US" sz="2800" dirty="0"/>
              <a:t> </a:t>
            </a:r>
            <a:r>
              <a:rPr lang="en-US" sz="2800" dirty="0" err="1"/>
              <a:t>কার্বন</a:t>
            </a:r>
            <a:r>
              <a:rPr lang="en-US" sz="2800" dirty="0"/>
              <a:t> </a:t>
            </a:r>
            <a:r>
              <a:rPr lang="en-US" sz="2800" dirty="0" err="1"/>
              <a:t>মাছের</a:t>
            </a:r>
            <a:r>
              <a:rPr lang="en-US" sz="2800" dirty="0"/>
              <a:t> </a:t>
            </a:r>
            <a:r>
              <a:rPr lang="en-US" sz="2800" dirty="0" err="1"/>
              <a:t>কাজে</a:t>
            </a:r>
            <a:r>
              <a:rPr lang="en-US" sz="2800" dirty="0"/>
              <a:t> </a:t>
            </a:r>
            <a:r>
              <a:rPr lang="en-US" sz="2800" dirty="0" err="1"/>
              <a:t>লাগে</a:t>
            </a:r>
            <a:r>
              <a:rPr lang="en-US" sz="2800" dirty="0"/>
              <a:t> , </a:t>
            </a:r>
            <a:r>
              <a:rPr lang="en-US" sz="2800" dirty="0" err="1"/>
              <a:t>বাকি</a:t>
            </a:r>
            <a:r>
              <a:rPr lang="en-US" sz="2800" dirty="0"/>
              <a:t> </a:t>
            </a:r>
            <a:r>
              <a:rPr lang="en-US" sz="2800" dirty="0" err="1"/>
              <a:t>অংশ</a:t>
            </a:r>
            <a:r>
              <a:rPr lang="en-US" sz="2800" dirty="0"/>
              <a:t> </a:t>
            </a:r>
            <a:r>
              <a:rPr lang="en-US" sz="2800" dirty="0" err="1"/>
              <a:t>মাছের</a:t>
            </a:r>
            <a:r>
              <a:rPr lang="en-US" sz="2800" dirty="0"/>
              <a:t> </a:t>
            </a:r>
            <a:r>
              <a:rPr lang="en-US" sz="2800" dirty="0" err="1"/>
              <a:t>মলের</a:t>
            </a:r>
            <a:r>
              <a:rPr lang="en-US" sz="2800" dirty="0"/>
              <a:t> </a:t>
            </a:r>
            <a:r>
              <a:rPr lang="en-US" sz="2800" dirty="0" err="1"/>
              <a:t>দ্বারা</a:t>
            </a:r>
            <a:r>
              <a:rPr lang="en-US" sz="2800" dirty="0"/>
              <a:t> </a:t>
            </a:r>
            <a:r>
              <a:rPr lang="en-US" sz="2800" dirty="0" err="1"/>
              <a:t>পুকুরে</a:t>
            </a:r>
            <a:r>
              <a:rPr lang="en-US" sz="2800" dirty="0"/>
              <a:t> </a:t>
            </a:r>
            <a:r>
              <a:rPr lang="en-US" sz="2800" dirty="0" err="1"/>
              <a:t>থেকে</a:t>
            </a:r>
            <a:r>
              <a:rPr lang="en-US" sz="2800" dirty="0"/>
              <a:t> </a:t>
            </a:r>
            <a:r>
              <a:rPr lang="en-US" sz="2800" dirty="0" err="1"/>
              <a:t>পচে</a:t>
            </a:r>
            <a:r>
              <a:rPr lang="en-US" sz="2800" dirty="0"/>
              <a:t> </a:t>
            </a:r>
            <a:r>
              <a:rPr lang="en-US" sz="2800" dirty="0" err="1"/>
              <a:t>এমোনিয়া</a:t>
            </a:r>
            <a:r>
              <a:rPr lang="en-US" sz="2800" dirty="0"/>
              <a:t> </a:t>
            </a:r>
            <a:r>
              <a:rPr lang="en-US" sz="2800" dirty="0" err="1"/>
              <a:t>গ্যাস</a:t>
            </a:r>
            <a:r>
              <a:rPr lang="en-US" sz="2800" dirty="0"/>
              <a:t> </a:t>
            </a:r>
            <a:r>
              <a:rPr lang="en-US" sz="2800" dirty="0" err="1"/>
              <a:t>তৈরী</a:t>
            </a:r>
            <a:r>
              <a:rPr lang="en-US" sz="2800" dirty="0"/>
              <a:t> </a:t>
            </a:r>
            <a:r>
              <a:rPr lang="en-US" sz="2800" dirty="0" err="1"/>
              <a:t>করে</a:t>
            </a:r>
            <a:r>
              <a:rPr lang="en-US" sz="2800" dirty="0"/>
              <a:t> , </a:t>
            </a:r>
            <a:r>
              <a:rPr lang="en-US" sz="2800" dirty="0" err="1"/>
              <a:t>পুকুর</a:t>
            </a:r>
            <a:r>
              <a:rPr lang="en-US" sz="2800" dirty="0"/>
              <a:t> </a:t>
            </a:r>
            <a:r>
              <a:rPr lang="en-US" sz="2800" dirty="0" err="1"/>
              <a:t>ঘোলা</a:t>
            </a:r>
            <a:r>
              <a:rPr lang="en-US" sz="2800" dirty="0"/>
              <a:t> </a:t>
            </a:r>
            <a:r>
              <a:rPr lang="en-US" sz="2800" dirty="0" err="1"/>
              <a:t>করে</a:t>
            </a:r>
            <a:endParaRPr lang="en-US" sz="2800" dirty="0"/>
          </a:p>
          <a:p>
            <a:pPr marL="514350" indent="-514350">
              <a:buFont typeface="+mj-lt"/>
              <a:buAutoNum type="arabicPeriod"/>
            </a:pPr>
            <a:r>
              <a:rPr lang="en-US" sz="2800" dirty="0" err="1"/>
              <a:t>হেটারোট্রপিক</a:t>
            </a:r>
            <a:r>
              <a:rPr lang="en-US" sz="2800" dirty="0"/>
              <a:t> </a:t>
            </a:r>
            <a:r>
              <a:rPr lang="en-US" sz="2800" dirty="0" err="1"/>
              <a:t>ব্যাকটেরিয়া</a:t>
            </a:r>
            <a:r>
              <a:rPr lang="en-US" sz="2800" dirty="0"/>
              <a:t> ও </a:t>
            </a:r>
            <a:r>
              <a:rPr lang="en-US" sz="2800" dirty="0" err="1"/>
              <a:t>বাইরে</a:t>
            </a:r>
            <a:r>
              <a:rPr lang="en-US" sz="2800" dirty="0"/>
              <a:t> </a:t>
            </a:r>
            <a:r>
              <a:rPr lang="en-US" sz="2800" dirty="0" err="1"/>
              <a:t>থেকে</a:t>
            </a:r>
            <a:r>
              <a:rPr lang="en-US" sz="2800" dirty="0"/>
              <a:t> </a:t>
            </a:r>
            <a:r>
              <a:rPr lang="en-US" sz="2800" dirty="0" err="1"/>
              <a:t>কার্বন</a:t>
            </a:r>
            <a:r>
              <a:rPr lang="en-US" sz="2800" dirty="0"/>
              <a:t> </a:t>
            </a:r>
            <a:r>
              <a:rPr lang="en-US" sz="2800" dirty="0" err="1"/>
              <a:t>সোর্স</a:t>
            </a:r>
            <a:r>
              <a:rPr lang="en-US" sz="2800" dirty="0"/>
              <a:t> </a:t>
            </a:r>
            <a:r>
              <a:rPr lang="en-US" sz="2800" dirty="0" err="1"/>
              <a:t>যেমন</a:t>
            </a:r>
            <a:r>
              <a:rPr lang="en-US" sz="2800" dirty="0"/>
              <a:t> </a:t>
            </a:r>
            <a:r>
              <a:rPr lang="en-US" sz="2800" dirty="0" err="1"/>
              <a:t>ময়দা</a:t>
            </a:r>
            <a:r>
              <a:rPr lang="en-US" sz="2800" dirty="0"/>
              <a:t>, </a:t>
            </a:r>
            <a:r>
              <a:rPr lang="en-US" sz="2800" dirty="0" err="1"/>
              <a:t>মোলাসেস</a:t>
            </a:r>
            <a:r>
              <a:rPr lang="en-US" sz="2800" dirty="0"/>
              <a:t> </a:t>
            </a:r>
            <a:r>
              <a:rPr lang="en-US" sz="2800" dirty="0" err="1"/>
              <a:t>দিলে</a:t>
            </a:r>
            <a:r>
              <a:rPr lang="en-US" sz="2800" dirty="0"/>
              <a:t> </a:t>
            </a:r>
            <a:r>
              <a:rPr lang="en-US" sz="2800" dirty="0" err="1"/>
              <a:t>ব্যাকটেরিয়া</a:t>
            </a:r>
            <a:r>
              <a:rPr lang="en-US" sz="2800" dirty="0"/>
              <a:t> </a:t>
            </a:r>
            <a:r>
              <a:rPr lang="en-US" sz="2800" dirty="0" err="1"/>
              <a:t>এমোনিয়াকে</a:t>
            </a:r>
            <a:r>
              <a:rPr lang="en-US" sz="2800" dirty="0"/>
              <a:t> </a:t>
            </a:r>
            <a:r>
              <a:rPr lang="en-US" sz="2800" dirty="0" err="1"/>
              <a:t>কাজে</a:t>
            </a:r>
            <a:r>
              <a:rPr lang="en-US" sz="2800" dirty="0"/>
              <a:t> </a:t>
            </a:r>
            <a:r>
              <a:rPr lang="en-US" sz="2800" dirty="0" err="1"/>
              <a:t>লাগানো</a:t>
            </a:r>
            <a:r>
              <a:rPr lang="en-US" sz="2800" dirty="0"/>
              <a:t> </a:t>
            </a:r>
            <a:r>
              <a:rPr lang="en-US" sz="2800" dirty="0" err="1"/>
              <a:t>শুরু</a:t>
            </a:r>
            <a:r>
              <a:rPr lang="en-US" sz="2800" dirty="0"/>
              <a:t> </a:t>
            </a:r>
            <a:r>
              <a:rPr lang="en-US" sz="2800" dirty="0" err="1"/>
              <a:t>করে</a:t>
            </a:r>
            <a:endParaRPr lang="en-US" sz="2800" dirty="0"/>
          </a:p>
          <a:p>
            <a:pPr marL="514350" indent="-514350">
              <a:buFont typeface="+mj-lt"/>
              <a:buAutoNum type="arabicPeriod"/>
            </a:pPr>
            <a:r>
              <a:rPr lang="en-US" sz="2800" dirty="0" err="1"/>
              <a:t>পানিতে</a:t>
            </a:r>
            <a:r>
              <a:rPr lang="en-US" sz="2800" dirty="0"/>
              <a:t> </a:t>
            </a:r>
            <a:r>
              <a:rPr lang="en-US" sz="2800" dirty="0" err="1"/>
              <a:t>এরেটর</a:t>
            </a:r>
            <a:r>
              <a:rPr lang="en-US" sz="2800" dirty="0"/>
              <a:t> </a:t>
            </a:r>
            <a:r>
              <a:rPr lang="en-US" sz="2800" dirty="0" err="1"/>
              <a:t>ব্যাবহার</a:t>
            </a:r>
            <a:r>
              <a:rPr lang="en-US" sz="2800" dirty="0"/>
              <a:t> </a:t>
            </a:r>
            <a:r>
              <a:rPr lang="en-US" sz="2800" dirty="0" err="1"/>
              <a:t>করতে</a:t>
            </a:r>
            <a:r>
              <a:rPr lang="en-US" sz="2800" dirty="0"/>
              <a:t> </a:t>
            </a:r>
            <a:r>
              <a:rPr lang="en-US" sz="2800" dirty="0" err="1"/>
              <a:t>হয়</a:t>
            </a:r>
            <a:endParaRPr lang="en-US" sz="2800" dirty="0"/>
          </a:p>
          <a:p>
            <a:pPr marL="514350" indent="-514350">
              <a:buFont typeface="+mj-lt"/>
              <a:buAutoNum type="arabicPeriod"/>
            </a:pPr>
            <a:r>
              <a:rPr lang="en-US" sz="2800" dirty="0" err="1"/>
              <a:t>নাইট্রিফাইং</a:t>
            </a:r>
            <a:r>
              <a:rPr lang="en-US" sz="2800" dirty="0"/>
              <a:t> </a:t>
            </a:r>
            <a:r>
              <a:rPr lang="en-US" sz="2800" dirty="0" err="1"/>
              <a:t>ব্যাক্টেরিয়ার</a:t>
            </a:r>
            <a:r>
              <a:rPr lang="en-US" sz="2800" dirty="0"/>
              <a:t> </a:t>
            </a:r>
            <a:r>
              <a:rPr lang="en-US" sz="2800" dirty="0" err="1"/>
              <a:t>চেয়ে</a:t>
            </a:r>
            <a:r>
              <a:rPr lang="en-US" sz="2800" dirty="0"/>
              <a:t> </a:t>
            </a:r>
            <a:r>
              <a:rPr lang="en-US" sz="2800" dirty="0" err="1"/>
              <a:t>এই</a:t>
            </a:r>
            <a:r>
              <a:rPr lang="en-US" sz="2800" dirty="0"/>
              <a:t> </a:t>
            </a:r>
            <a:r>
              <a:rPr lang="en-US" sz="2800" dirty="0" err="1"/>
              <a:t>হেটারোট্রপিক</a:t>
            </a:r>
            <a:r>
              <a:rPr lang="en-US" sz="2800" dirty="0"/>
              <a:t> </a:t>
            </a:r>
            <a:r>
              <a:rPr lang="en-US" sz="2800" dirty="0" err="1"/>
              <a:t>ব্যাকটেরিয়া</a:t>
            </a:r>
            <a:r>
              <a:rPr lang="en-US" sz="2800" dirty="0"/>
              <a:t> ১০ </a:t>
            </a:r>
            <a:r>
              <a:rPr lang="en-US" sz="2800" dirty="0" err="1"/>
              <a:t>গুন</a:t>
            </a:r>
            <a:r>
              <a:rPr lang="en-US" sz="2800" dirty="0"/>
              <a:t> </a:t>
            </a:r>
            <a:r>
              <a:rPr lang="en-US" sz="2800" dirty="0" err="1"/>
              <a:t>দ্রুত</a:t>
            </a:r>
            <a:r>
              <a:rPr lang="en-US" sz="2800" dirty="0"/>
              <a:t> </a:t>
            </a:r>
            <a:r>
              <a:rPr lang="en-US" sz="2800" dirty="0" err="1"/>
              <a:t>এমোনিয়া</a:t>
            </a:r>
            <a:r>
              <a:rPr lang="en-US" sz="2800" dirty="0"/>
              <a:t> </a:t>
            </a:r>
            <a:r>
              <a:rPr lang="en-US" sz="2800" dirty="0" err="1"/>
              <a:t>হ্রাস</a:t>
            </a:r>
            <a:r>
              <a:rPr lang="en-US" sz="2800" dirty="0"/>
              <a:t> </a:t>
            </a:r>
            <a:r>
              <a:rPr lang="en-US" sz="2800" dirty="0" err="1"/>
              <a:t>করে</a:t>
            </a:r>
            <a:r>
              <a:rPr lang="en-US" sz="2800" dirty="0"/>
              <a:t> ।</a:t>
            </a:r>
          </a:p>
          <a:p>
            <a:pPr marL="514350" indent="-514350">
              <a:buFont typeface="+mj-lt"/>
              <a:buAutoNum type="arabicPeriod"/>
            </a:pPr>
            <a:r>
              <a:rPr lang="en-US" sz="2800" dirty="0" err="1"/>
              <a:t>পুকুরের</a:t>
            </a:r>
            <a:r>
              <a:rPr lang="en-US" sz="2800" dirty="0"/>
              <a:t> </a:t>
            </a:r>
            <a:r>
              <a:rPr lang="en-US" sz="2800" dirty="0" err="1"/>
              <a:t>তলায়</a:t>
            </a:r>
            <a:r>
              <a:rPr lang="en-US" sz="2800" dirty="0"/>
              <a:t> </a:t>
            </a:r>
            <a:r>
              <a:rPr lang="en-US" sz="2800" dirty="0" err="1"/>
              <a:t>পলিথিন</a:t>
            </a:r>
            <a:r>
              <a:rPr lang="en-US" sz="2800" dirty="0"/>
              <a:t> </a:t>
            </a:r>
            <a:r>
              <a:rPr lang="en-US" sz="2800" dirty="0" err="1"/>
              <a:t>দিয়ে</a:t>
            </a:r>
            <a:r>
              <a:rPr lang="en-US" sz="2800" dirty="0"/>
              <a:t> </a:t>
            </a:r>
            <a:r>
              <a:rPr lang="en-US" sz="2800" dirty="0" err="1"/>
              <a:t>ঢেকে</a:t>
            </a:r>
            <a:r>
              <a:rPr lang="en-US" sz="2800" dirty="0"/>
              <a:t> </a:t>
            </a:r>
            <a:r>
              <a:rPr lang="en-US" sz="2800" dirty="0" err="1"/>
              <a:t>দিতে</a:t>
            </a:r>
            <a:r>
              <a:rPr lang="en-US" sz="2800" dirty="0"/>
              <a:t> </a:t>
            </a:r>
            <a:r>
              <a:rPr lang="en-US" sz="2800" dirty="0" err="1"/>
              <a:t>হবে</a:t>
            </a:r>
            <a:r>
              <a:rPr lang="en-US" sz="2800" dirty="0"/>
              <a:t>।</a:t>
            </a:r>
          </a:p>
        </p:txBody>
      </p:sp>
    </p:spTree>
    <p:extLst>
      <p:ext uri="{BB962C8B-B14F-4D97-AF65-F5344CB8AC3E}">
        <p14:creationId xmlns:p14="http://schemas.microsoft.com/office/powerpoint/2010/main" val="2360191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বায়োফ্লক</a:t>
            </a:r>
            <a:r>
              <a:rPr lang="en-US" dirty="0"/>
              <a:t> </a:t>
            </a:r>
            <a:r>
              <a:rPr lang="en-US" dirty="0" err="1"/>
              <a:t>প্রযুক্তির</a:t>
            </a:r>
            <a:r>
              <a:rPr lang="en-US" dirty="0"/>
              <a:t> </a:t>
            </a:r>
            <a:r>
              <a:rPr lang="en-US" dirty="0" err="1"/>
              <a:t>সুবিধা</a:t>
            </a:r>
            <a:endParaRPr lang="en-US" dirty="0"/>
          </a:p>
        </p:txBody>
      </p:sp>
      <p:sp>
        <p:nvSpPr>
          <p:cNvPr id="3" name="TextBox 2">
            <a:extLst>
              <a:ext uri="{FF2B5EF4-FFF2-40B4-BE49-F238E27FC236}">
                <a16:creationId xmlns:a16="http://schemas.microsoft.com/office/drawing/2014/main" id="{2362DF34-1440-9DEA-B5EE-8A1EE098E446}"/>
              </a:ext>
            </a:extLst>
          </p:cNvPr>
          <p:cNvSpPr txBox="1"/>
          <p:nvPr/>
        </p:nvSpPr>
        <p:spPr>
          <a:xfrm>
            <a:off x="239077" y="2380432"/>
            <a:ext cx="11424839" cy="3970318"/>
          </a:xfrm>
          <a:prstGeom prst="rect">
            <a:avLst/>
          </a:prstGeom>
          <a:noFill/>
        </p:spPr>
        <p:txBody>
          <a:bodyPr wrap="square" rtlCol="0">
            <a:spAutoFit/>
          </a:bodyPr>
          <a:lstStyle/>
          <a:p>
            <a:endParaRPr lang="en-US" sz="2800" dirty="0"/>
          </a:p>
          <a:p>
            <a:pPr marL="514350" indent="-514350">
              <a:buFont typeface="+mj-lt"/>
              <a:buAutoNum type="arabicPeriod"/>
            </a:pPr>
            <a:r>
              <a:rPr lang="en-US" sz="2800" dirty="0" err="1"/>
              <a:t>স্বল্প</a:t>
            </a:r>
            <a:r>
              <a:rPr lang="en-US" sz="2800" dirty="0"/>
              <a:t> </a:t>
            </a:r>
            <a:r>
              <a:rPr lang="en-US" sz="2800" dirty="0" err="1"/>
              <a:t>খরচ</a:t>
            </a:r>
            <a:r>
              <a:rPr lang="en-US" sz="2800" dirty="0"/>
              <a:t> </a:t>
            </a:r>
            <a:r>
              <a:rPr lang="en-US" sz="2800" dirty="0" err="1"/>
              <a:t>অধিক</a:t>
            </a:r>
            <a:r>
              <a:rPr lang="en-US" sz="2800" dirty="0"/>
              <a:t> </a:t>
            </a:r>
            <a:r>
              <a:rPr lang="en-US" sz="2800" dirty="0" err="1"/>
              <a:t>লাভ</a:t>
            </a:r>
            <a:endParaRPr lang="en-US" sz="2800" dirty="0"/>
          </a:p>
          <a:p>
            <a:pPr marL="514350" indent="-514350">
              <a:buFont typeface="+mj-lt"/>
              <a:buAutoNum type="arabicPeriod"/>
            </a:pPr>
            <a:r>
              <a:rPr lang="en-US" sz="2800" dirty="0" err="1"/>
              <a:t>উচ্চ</a:t>
            </a:r>
            <a:r>
              <a:rPr lang="en-US" sz="2800" dirty="0"/>
              <a:t> </a:t>
            </a:r>
            <a:r>
              <a:rPr lang="en-US" sz="2800" dirty="0" err="1"/>
              <a:t>জৈব</a:t>
            </a:r>
            <a:r>
              <a:rPr lang="en-US" sz="2800" dirty="0"/>
              <a:t> </a:t>
            </a:r>
            <a:r>
              <a:rPr lang="en-US" sz="2800" dirty="0" err="1"/>
              <a:t>নিরাপত্তা</a:t>
            </a:r>
            <a:endParaRPr lang="en-US" sz="2800" dirty="0"/>
          </a:p>
          <a:p>
            <a:pPr marL="514350" indent="-514350">
              <a:buFont typeface="+mj-lt"/>
              <a:buAutoNum type="arabicPeriod"/>
            </a:pPr>
            <a:r>
              <a:rPr lang="en-US" sz="2800" dirty="0" err="1"/>
              <a:t>এমোনিয়া</a:t>
            </a:r>
            <a:r>
              <a:rPr lang="en-US" sz="2800" dirty="0"/>
              <a:t> </a:t>
            </a:r>
            <a:r>
              <a:rPr lang="en-US" sz="2800" dirty="0" err="1"/>
              <a:t>দূরীকরণ</a:t>
            </a:r>
            <a:endParaRPr lang="en-US" sz="2800" dirty="0"/>
          </a:p>
          <a:p>
            <a:pPr marL="514350" indent="-514350">
              <a:buFont typeface="+mj-lt"/>
              <a:buAutoNum type="arabicPeriod"/>
            </a:pPr>
            <a:r>
              <a:rPr lang="en-US" sz="2800" dirty="0" err="1"/>
              <a:t>মাছের</a:t>
            </a:r>
            <a:r>
              <a:rPr lang="en-US" sz="2800" dirty="0"/>
              <a:t> </a:t>
            </a:r>
            <a:r>
              <a:rPr lang="en-US" sz="2800" dirty="0" err="1"/>
              <a:t>বৃদ্ধি</a:t>
            </a:r>
            <a:endParaRPr lang="en-US" sz="2800" dirty="0"/>
          </a:p>
          <a:p>
            <a:pPr marL="514350" indent="-514350">
              <a:buFont typeface="+mj-lt"/>
              <a:buAutoNum type="arabicPeriod"/>
            </a:pPr>
            <a:r>
              <a:rPr lang="en-US" sz="2800" dirty="0" err="1"/>
              <a:t>খাদ্য</a:t>
            </a:r>
            <a:r>
              <a:rPr lang="en-US" sz="2800" dirty="0"/>
              <a:t> </a:t>
            </a:r>
            <a:r>
              <a:rPr lang="en-US" sz="2800" dirty="0" err="1"/>
              <a:t>নষ্ট</a:t>
            </a:r>
            <a:r>
              <a:rPr lang="en-US" sz="2800" dirty="0"/>
              <a:t> </a:t>
            </a:r>
            <a:r>
              <a:rPr lang="en-US" sz="2800" dirty="0" err="1"/>
              <a:t>কমানো</a:t>
            </a:r>
            <a:endParaRPr lang="en-US" sz="2800" dirty="0"/>
          </a:p>
          <a:p>
            <a:pPr marL="514350" indent="-514350">
              <a:buFont typeface="+mj-lt"/>
              <a:buAutoNum type="arabicPeriod"/>
            </a:pPr>
            <a:r>
              <a:rPr lang="en-US" sz="2800" dirty="0" err="1"/>
              <a:t>পানি</a:t>
            </a:r>
            <a:r>
              <a:rPr lang="en-US" sz="2800" dirty="0"/>
              <a:t> </a:t>
            </a:r>
            <a:r>
              <a:rPr lang="en-US" sz="2800" dirty="0" err="1"/>
              <a:t>পরিবর্তন</a:t>
            </a:r>
            <a:r>
              <a:rPr lang="en-US" sz="2800" dirty="0"/>
              <a:t> </a:t>
            </a:r>
            <a:r>
              <a:rPr lang="en-US" sz="2800" dirty="0" err="1"/>
              <a:t>কমানো</a:t>
            </a:r>
            <a:endParaRPr lang="en-US" sz="2800" dirty="0"/>
          </a:p>
          <a:p>
            <a:pPr marL="514350" indent="-514350">
              <a:buFont typeface="+mj-lt"/>
              <a:buAutoNum type="arabicPeriod"/>
            </a:pPr>
            <a:r>
              <a:rPr lang="en-US" sz="2800" dirty="0" err="1"/>
              <a:t>অধিক</a:t>
            </a:r>
            <a:r>
              <a:rPr lang="en-US" sz="2800" dirty="0"/>
              <a:t> </a:t>
            </a:r>
            <a:r>
              <a:rPr lang="en-US" sz="2800" dirty="0" err="1"/>
              <a:t>ঘনত্বে</a:t>
            </a:r>
            <a:r>
              <a:rPr lang="en-US" sz="2800" dirty="0"/>
              <a:t> </a:t>
            </a:r>
            <a:r>
              <a:rPr lang="en-US" sz="2800" dirty="0" err="1"/>
              <a:t>মাছ</a:t>
            </a:r>
            <a:r>
              <a:rPr lang="en-US" sz="2800" dirty="0"/>
              <a:t> </a:t>
            </a:r>
            <a:r>
              <a:rPr lang="en-US" sz="2800" dirty="0" err="1"/>
              <a:t>চাষ</a:t>
            </a:r>
            <a:endParaRPr lang="en-US" sz="2800" dirty="0"/>
          </a:p>
          <a:p>
            <a:pPr marL="514350" indent="-514350">
              <a:buFont typeface="+mj-lt"/>
              <a:buAutoNum type="arabicPeriod"/>
            </a:pPr>
            <a:r>
              <a:rPr lang="en-US" sz="2800" dirty="0" err="1"/>
              <a:t>রোগের</a:t>
            </a:r>
            <a:r>
              <a:rPr lang="en-US" sz="2800" dirty="0"/>
              <a:t> </a:t>
            </a:r>
            <a:r>
              <a:rPr lang="en-US" sz="2800" dirty="0" err="1"/>
              <a:t>প্রাদুর্ভাব</a:t>
            </a:r>
            <a:r>
              <a:rPr lang="en-US" sz="2800" dirty="0"/>
              <a:t> </a:t>
            </a:r>
            <a:r>
              <a:rPr lang="en-US" sz="2800" dirty="0" err="1"/>
              <a:t>কম</a:t>
            </a:r>
            <a:endParaRPr lang="en-US" sz="2800" dirty="0"/>
          </a:p>
        </p:txBody>
      </p:sp>
      <p:pic>
        <p:nvPicPr>
          <p:cNvPr id="3074" name="Picture 2" descr="বায়োফ্লক পদ্ধতিতে মাছ চাষের পূর্ণাঙ্গ বৃত্তান্ত - Agrobangla | Agriculture  Information and Ecommerce">
            <a:extLst>
              <a:ext uri="{FF2B5EF4-FFF2-40B4-BE49-F238E27FC236}">
                <a16:creationId xmlns:a16="http://schemas.microsoft.com/office/drawing/2014/main" id="{2BA7205B-72AC-2210-DF91-6A3898342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8323" y="2370545"/>
            <a:ext cx="6633675" cy="3980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814329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বায়োফ্লক</a:t>
            </a:r>
            <a:r>
              <a:rPr lang="en-US" dirty="0"/>
              <a:t> </a:t>
            </a:r>
            <a:r>
              <a:rPr lang="en-US" dirty="0" err="1"/>
              <a:t>প্রযুক্তির</a:t>
            </a:r>
            <a:r>
              <a:rPr lang="en-US" dirty="0"/>
              <a:t> </a:t>
            </a:r>
            <a:r>
              <a:rPr lang="en-US" dirty="0" err="1"/>
              <a:t>সীমাবদ্ধতা</a:t>
            </a:r>
            <a:endParaRPr lang="en-US" dirty="0"/>
          </a:p>
        </p:txBody>
      </p:sp>
      <p:sp>
        <p:nvSpPr>
          <p:cNvPr id="3" name="TextBox 2">
            <a:extLst>
              <a:ext uri="{FF2B5EF4-FFF2-40B4-BE49-F238E27FC236}">
                <a16:creationId xmlns:a16="http://schemas.microsoft.com/office/drawing/2014/main" id="{2362DF34-1440-9DEA-B5EE-8A1EE098E446}"/>
              </a:ext>
            </a:extLst>
          </p:cNvPr>
          <p:cNvSpPr txBox="1"/>
          <p:nvPr/>
        </p:nvSpPr>
        <p:spPr>
          <a:xfrm>
            <a:off x="239078" y="2380432"/>
            <a:ext cx="4524308" cy="4401205"/>
          </a:xfrm>
          <a:prstGeom prst="rect">
            <a:avLst/>
          </a:prstGeom>
          <a:noFill/>
        </p:spPr>
        <p:txBody>
          <a:bodyPr wrap="square" rtlCol="0">
            <a:spAutoFit/>
          </a:bodyPr>
          <a:lstStyle/>
          <a:p>
            <a:endParaRPr lang="en-US" sz="2800" dirty="0"/>
          </a:p>
          <a:p>
            <a:pPr marL="514350" indent="-514350">
              <a:buFont typeface="+mj-lt"/>
              <a:buAutoNum type="arabicPeriod"/>
            </a:pPr>
            <a:r>
              <a:rPr lang="en-US" sz="2800" dirty="0" err="1"/>
              <a:t>দক্ষ</a:t>
            </a:r>
            <a:r>
              <a:rPr lang="en-US" sz="2800" dirty="0"/>
              <a:t> </a:t>
            </a:r>
            <a:r>
              <a:rPr lang="en-US" sz="2800" dirty="0" err="1"/>
              <a:t>লোক</a:t>
            </a:r>
            <a:r>
              <a:rPr lang="en-US" sz="2800" dirty="0"/>
              <a:t> </a:t>
            </a:r>
            <a:r>
              <a:rPr lang="en-US" sz="2800" dirty="0" err="1"/>
              <a:t>প্রয়োজন</a:t>
            </a:r>
            <a:endParaRPr lang="en-US" sz="2800" dirty="0"/>
          </a:p>
          <a:p>
            <a:pPr marL="514350" indent="-514350">
              <a:buFont typeface="+mj-lt"/>
              <a:buAutoNum type="arabicPeriod"/>
            </a:pPr>
            <a:r>
              <a:rPr lang="en-US" sz="2800" dirty="0" err="1"/>
              <a:t>নিরবিচ্ছিন্ন</a:t>
            </a:r>
            <a:r>
              <a:rPr lang="en-US" sz="2800" dirty="0"/>
              <a:t> </a:t>
            </a:r>
            <a:r>
              <a:rPr lang="en-US" sz="2800" dirty="0" err="1"/>
              <a:t>বিদ্যু</a:t>
            </a:r>
            <a:r>
              <a:rPr lang="en-US" sz="2800" dirty="0"/>
              <a:t>ৎ </a:t>
            </a:r>
            <a:r>
              <a:rPr lang="en-US" sz="2800" dirty="0" err="1"/>
              <a:t>প্রয়োজন</a:t>
            </a:r>
            <a:endParaRPr lang="en-US" sz="2800" dirty="0"/>
          </a:p>
          <a:p>
            <a:pPr marL="514350" indent="-514350">
              <a:buFont typeface="+mj-lt"/>
              <a:buAutoNum type="arabicPeriod"/>
            </a:pPr>
            <a:r>
              <a:rPr lang="en-US" sz="2800" dirty="0" err="1"/>
              <a:t>পুকুরের</a:t>
            </a:r>
            <a:r>
              <a:rPr lang="en-US" sz="2800" dirty="0"/>
              <a:t> </a:t>
            </a:r>
            <a:r>
              <a:rPr lang="en-US" sz="2800" dirty="0" err="1"/>
              <a:t>তলায়</a:t>
            </a:r>
            <a:r>
              <a:rPr lang="en-US" sz="2800" dirty="0"/>
              <a:t> </a:t>
            </a:r>
            <a:r>
              <a:rPr lang="en-US" sz="2800" dirty="0" err="1"/>
              <a:t>মোটা</a:t>
            </a:r>
            <a:r>
              <a:rPr lang="en-US" sz="2800" dirty="0"/>
              <a:t> </a:t>
            </a:r>
            <a:r>
              <a:rPr lang="en-US" sz="2800" dirty="0" err="1"/>
              <a:t>পলিথিন</a:t>
            </a:r>
            <a:r>
              <a:rPr lang="en-US" sz="2800" dirty="0"/>
              <a:t> </a:t>
            </a:r>
            <a:r>
              <a:rPr lang="en-US" sz="2800" dirty="0" err="1"/>
              <a:t>লাগে</a:t>
            </a:r>
            <a:r>
              <a:rPr lang="en-US" sz="2800" dirty="0"/>
              <a:t> </a:t>
            </a:r>
            <a:r>
              <a:rPr lang="en-US" sz="2800" dirty="0" err="1"/>
              <a:t>বিধায়</a:t>
            </a:r>
            <a:r>
              <a:rPr lang="en-US" sz="2800" dirty="0"/>
              <a:t> </a:t>
            </a:r>
            <a:r>
              <a:rPr lang="en-US" sz="2800" dirty="0" err="1"/>
              <a:t>খরচ</a:t>
            </a:r>
            <a:r>
              <a:rPr lang="en-US" sz="2800" dirty="0"/>
              <a:t> </a:t>
            </a:r>
            <a:r>
              <a:rPr lang="en-US" sz="2800" dirty="0" err="1"/>
              <a:t>বেশী</a:t>
            </a:r>
            <a:r>
              <a:rPr lang="en-US" sz="2800" dirty="0"/>
              <a:t> </a:t>
            </a:r>
          </a:p>
          <a:p>
            <a:pPr marL="514350" indent="-514350">
              <a:buFont typeface="+mj-lt"/>
              <a:buAutoNum type="arabicPeriod"/>
            </a:pPr>
            <a:r>
              <a:rPr lang="en-US" sz="2800" dirty="0" err="1"/>
              <a:t>প্রাথমিক</a:t>
            </a:r>
            <a:r>
              <a:rPr lang="en-US" sz="2800" dirty="0"/>
              <a:t> </a:t>
            </a:r>
            <a:r>
              <a:rPr lang="en-US" sz="2800" dirty="0" err="1"/>
              <a:t>বিনিয়োগ</a:t>
            </a:r>
            <a:r>
              <a:rPr lang="en-US" sz="2800" dirty="0"/>
              <a:t> </a:t>
            </a:r>
            <a:r>
              <a:rPr lang="en-US" sz="2800" dirty="0" err="1"/>
              <a:t>বেশী</a:t>
            </a:r>
            <a:r>
              <a:rPr lang="en-US" sz="2800" dirty="0"/>
              <a:t> </a:t>
            </a:r>
          </a:p>
          <a:p>
            <a:pPr marL="514350" indent="-514350">
              <a:buFont typeface="+mj-lt"/>
              <a:buAutoNum type="arabicPeriod"/>
            </a:pPr>
            <a:r>
              <a:rPr lang="en-US" sz="2800" dirty="0" err="1"/>
              <a:t>সংক্রামক</a:t>
            </a:r>
            <a:r>
              <a:rPr lang="en-US" sz="2800" dirty="0"/>
              <a:t> </a:t>
            </a:r>
            <a:r>
              <a:rPr lang="en-US" sz="2800" dirty="0" err="1"/>
              <a:t>ব্যাধি</a:t>
            </a:r>
            <a:r>
              <a:rPr lang="en-US" sz="2800" dirty="0"/>
              <a:t> </a:t>
            </a:r>
            <a:r>
              <a:rPr lang="en-US" sz="2800" dirty="0" err="1"/>
              <a:t>দ্রুত</a:t>
            </a:r>
            <a:r>
              <a:rPr lang="en-US" sz="2800" dirty="0"/>
              <a:t> </a:t>
            </a:r>
            <a:r>
              <a:rPr lang="en-US" sz="2800" dirty="0" err="1"/>
              <a:t>ছড়ায়</a:t>
            </a:r>
            <a:endParaRPr lang="en-US" sz="2800" dirty="0"/>
          </a:p>
        </p:txBody>
      </p:sp>
      <p:pic>
        <p:nvPicPr>
          <p:cNvPr id="4098" name="Picture 2" descr="মাছ চাষের নতুন প্রযুক্তি 'বায়োফ্লক'">
            <a:extLst>
              <a:ext uri="{FF2B5EF4-FFF2-40B4-BE49-F238E27FC236}">
                <a16:creationId xmlns:a16="http://schemas.microsoft.com/office/drawing/2014/main" id="{DDC9B07E-7F0D-06FF-E449-283F819561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1668" y="1884400"/>
            <a:ext cx="7450332" cy="497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394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মাছ</a:t>
            </a:r>
            <a:r>
              <a:rPr lang="en-US" dirty="0"/>
              <a:t> </a:t>
            </a:r>
            <a:r>
              <a:rPr lang="en-US" dirty="0" err="1"/>
              <a:t>চাষের</a:t>
            </a:r>
            <a:r>
              <a:rPr lang="en-US" dirty="0"/>
              <a:t> </a:t>
            </a:r>
            <a:r>
              <a:rPr lang="en-US" dirty="0" err="1"/>
              <a:t>ধাপসমূহ</a:t>
            </a:r>
            <a:endParaRPr lang="en-US" dirty="0"/>
          </a:p>
        </p:txBody>
      </p:sp>
      <p:sp>
        <p:nvSpPr>
          <p:cNvPr id="3" name="TextBox 2">
            <a:extLst>
              <a:ext uri="{FF2B5EF4-FFF2-40B4-BE49-F238E27FC236}">
                <a16:creationId xmlns:a16="http://schemas.microsoft.com/office/drawing/2014/main" id="{2362DF34-1440-9DEA-B5EE-8A1EE098E446}"/>
              </a:ext>
            </a:extLst>
          </p:cNvPr>
          <p:cNvSpPr txBox="1"/>
          <p:nvPr/>
        </p:nvSpPr>
        <p:spPr>
          <a:xfrm>
            <a:off x="239078" y="2380432"/>
            <a:ext cx="4524308" cy="3970318"/>
          </a:xfrm>
          <a:prstGeom prst="rect">
            <a:avLst/>
          </a:prstGeom>
          <a:noFill/>
        </p:spPr>
        <p:txBody>
          <a:bodyPr wrap="square" rtlCol="0">
            <a:spAutoFit/>
          </a:bodyPr>
          <a:lstStyle/>
          <a:p>
            <a:endParaRPr lang="en-US" sz="2800" dirty="0"/>
          </a:p>
          <a:p>
            <a:r>
              <a:rPr lang="en-US" sz="2800" dirty="0"/>
              <a:t>১) </a:t>
            </a:r>
            <a:r>
              <a:rPr lang="en-US" sz="2800" dirty="0" err="1"/>
              <a:t>পুকুর</a:t>
            </a:r>
            <a:r>
              <a:rPr lang="en-US" sz="2800" dirty="0"/>
              <a:t> </a:t>
            </a:r>
            <a:r>
              <a:rPr lang="en-US" sz="2800" dirty="0" err="1"/>
              <a:t>নির্বাচন</a:t>
            </a:r>
            <a:endParaRPr lang="en-US" sz="2800" dirty="0"/>
          </a:p>
          <a:p>
            <a:r>
              <a:rPr lang="en-US" sz="2800" dirty="0"/>
              <a:t>২) </a:t>
            </a:r>
            <a:r>
              <a:rPr lang="en-US" sz="2800" dirty="0" err="1"/>
              <a:t>পুকুর</a:t>
            </a:r>
            <a:r>
              <a:rPr lang="en-US" sz="2800" dirty="0"/>
              <a:t> </a:t>
            </a:r>
            <a:r>
              <a:rPr lang="en-US" sz="2800" dirty="0" err="1"/>
              <a:t>খনন</a:t>
            </a:r>
            <a:r>
              <a:rPr lang="en-US" sz="2800" dirty="0"/>
              <a:t> ও </a:t>
            </a:r>
            <a:r>
              <a:rPr lang="en-US" sz="2800" dirty="0" err="1"/>
              <a:t>প্রস্তুতি</a:t>
            </a:r>
            <a:endParaRPr lang="en-US" sz="2800" dirty="0"/>
          </a:p>
          <a:p>
            <a:r>
              <a:rPr lang="en-US" sz="2800" dirty="0"/>
              <a:t>৩)</a:t>
            </a:r>
            <a:r>
              <a:rPr lang="en-US" sz="2800" dirty="0" err="1"/>
              <a:t>পোনা</a:t>
            </a:r>
            <a:r>
              <a:rPr lang="en-US" sz="2800" dirty="0"/>
              <a:t> </a:t>
            </a:r>
            <a:r>
              <a:rPr lang="en-US" sz="2800" dirty="0" err="1"/>
              <a:t>নির্বাচন</a:t>
            </a:r>
            <a:r>
              <a:rPr lang="en-US" sz="2800" dirty="0"/>
              <a:t>, </a:t>
            </a:r>
            <a:r>
              <a:rPr lang="en-US" sz="2800" dirty="0" err="1"/>
              <a:t>উৎপাদন</a:t>
            </a:r>
            <a:r>
              <a:rPr lang="en-US" sz="2800" dirty="0"/>
              <a:t> ও </a:t>
            </a:r>
            <a:r>
              <a:rPr lang="en-US" sz="2800" dirty="0" err="1"/>
              <a:t>ক্রয়</a:t>
            </a:r>
            <a:endParaRPr lang="en-US" sz="2800" dirty="0"/>
          </a:p>
          <a:p>
            <a:r>
              <a:rPr lang="en-US" sz="2800" dirty="0"/>
              <a:t>৪) </a:t>
            </a:r>
            <a:r>
              <a:rPr lang="en-US" sz="2800" dirty="0" err="1"/>
              <a:t>পোনা</a:t>
            </a:r>
            <a:r>
              <a:rPr lang="en-US" sz="2800" dirty="0"/>
              <a:t> </a:t>
            </a:r>
            <a:r>
              <a:rPr lang="en-US" sz="2800" dirty="0" err="1"/>
              <a:t>অবমুক্তকরণ</a:t>
            </a:r>
            <a:endParaRPr lang="en-US" sz="2800" dirty="0"/>
          </a:p>
          <a:p>
            <a:r>
              <a:rPr lang="en-US" sz="2800" dirty="0"/>
              <a:t>৫) </a:t>
            </a:r>
            <a:r>
              <a:rPr lang="en-US" sz="2800" dirty="0" err="1"/>
              <a:t>মাছের</a:t>
            </a:r>
            <a:r>
              <a:rPr lang="en-US" sz="2800" dirty="0"/>
              <a:t> </a:t>
            </a:r>
            <a:r>
              <a:rPr lang="en-US" sz="2800" dirty="0" err="1"/>
              <a:t>সম্পূরক</a:t>
            </a:r>
            <a:r>
              <a:rPr lang="en-US" sz="2800" dirty="0"/>
              <a:t> </a:t>
            </a:r>
            <a:r>
              <a:rPr lang="en-US" sz="2800" dirty="0" err="1"/>
              <a:t>খাদ্য</a:t>
            </a:r>
            <a:r>
              <a:rPr lang="en-US" sz="2800" dirty="0"/>
              <a:t> </a:t>
            </a:r>
            <a:r>
              <a:rPr lang="en-US" sz="2800" dirty="0" err="1"/>
              <a:t>প্রয়োগ</a:t>
            </a:r>
            <a:endParaRPr lang="en-US" sz="2800" dirty="0"/>
          </a:p>
          <a:p>
            <a:r>
              <a:rPr lang="en-US" sz="2800" dirty="0"/>
              <a:t>৬) </a:t>
            </a:r>
            <a:r>
              <a:rPr lang="en-US" sz="2800" dirty="0" err="1"/>
              <a:t>মাছের</a:t>
            </a:r>
            <a:r>
              <a:rPr lang="en-US" sz="2800" dirty="0"/>
              <a:t> </a:t>
            </a:r>
            <a:r>
              <a:rPr lang="en-US" sz="2800" dirty="0" err="1"/>
              <a:t>রোগ</a:t>
            </a:r>
            <a:r>
              <a:rPr lang="en-US" sz="2800" dirty="0"/>
              <a:t> </a:t>
            </a:r>
            <a:r>
              <a:rPr lang="en-US" sz="2800" dirty="0" err="1"/>
              <a:t>দমন</a:t>
            </a:r>
            <a:endParaRPr lang="en-US" sz="2800" dirty="0"/>
          </a:p>
        </p:txBody>
      </p:sp>
      <p:pic>
        <p:nvPicPr>
          <p:cNvPr id="1026" name="Picture 2" descr="Pond preparation of eel culture | Download Scientific Diagram">
            <a:extLst>
              <a:ext uri="{FF2B5EF4-FFF2-40B4-BE49-F238E27FC236}">
                <a16:creationId xmlns:a16="http://schemas.microsoft.com/office/drawing/2014/main" id="{CED9CE4A-45C8-55FC-AC63-4DDF570F3B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3089" y="1949133"/>
            <a:ext cx="6538911" cy="4908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28367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মাছ</a:t>
            </a:r>
            <a:r>
              <a:rPr lang="en-US" dirty="0"/>
              <a:t> </a:t>
            </a:r>
            <a:r>
              <a:rPr lang="en-US" dirty="0" err="1"/>
              <a:t>চাষের</a:t>
            </a:r>
            <a:r>
              <a:rPr lang="en-US" dirty="0"/>
              <a:t> </a:t>
            </a:r>
            <a:r>
              <a:rPr lang="en-US" dirty="0" err="1"/>
              <a:t>ধাপসমূহ</a:t>
            </a:r>
            <a:endParaRPr lang="en-US" dirty="0"/>
          </a:p>
        </p:txBody>
      </p:sp>
      <p:sp>
        <p:nvSpPr>
          <p:cNvPr id="3" name="TextBox 2">
            <a:extLst>
              <a:ext uri="{FF2B5EF4-FFF2-40B4-BE49-F238E27FC236}">
                <a16:creationId xmlns:a16="http://schemas.microsoft.com/office/drawing/2014/main" id="{2362DF34-1440-9DEA-B5EE-8A1EE098E446}"/>
              </a:ext>
            </a:extLst>
          </p:cNvPr>
          <p:cNvSpPr txBox="1"/>
          <p:nvPr/>
        </p:nvSpPr>
        <p:spPr>
          <a:xfrm>
            <a:off x="239078" y="2380432"/>
            <a:ext cx="4524308" cy="3108543"/>
          </a:xfrm>
          <a:prstGeom prst="rect">
            <a:avLst/>
          </a:prstGeom>
          <a:noFill/>
        </p:spPr>
        <p:txBody>
          <a:bodyPr wrap="square" rtlCol="0">
            <a:spAutoFit/>
          </a:bodyPr>
          <a:lstStyle/>
          <a:p>
            <a:endParaRPr lang="en-US" sz="2800" dirty="0"/>
          </a:p>
          <a:p>
            <a:r>
              <a:rPr lang="en-US" sz="2800" dirty="0"/>
              <a:t>৭) </a:t>
            </a:r>
            <a:r>
              <a:rPr lang="en-US" sz="2800" dirty="0" err="1"/>
              <a:t>মাছ</a:t>
            </a:r>
            <a:r>
              <a:rPr lang="en-US" sz="2800" dirty="0"/>
              <a:t> </a:t>
            </a:r>
            <a:r>
              <a:rPr lang="en-US" sz="2800" dirty="0" err="1"/>
              <a:t>আহরণ</a:t>
            </a:r>
            <a:r>
              <a:rPr lang="en-US" sz="2800" dirty="0"/>
              <a:t> ও </a:t>
            </a:r>
            <a:r>
              <a:rPr lang="en-US" sz="2800" dirty="0" err="1"/>
              <a:t>প্রক্রিয়াজাতকরণ</a:t>
            </a:r>
            <a:endParaRPr lang="en-US" sz="2800" dirty="0"/>
          </a:p>
          <a:p>
            <a:r>
              <a:rPr lang="en-US" sz="2800" dirty="0"/>
              <a:t>৮) </a:t>
            </a:r>
            <a:r>
              <a:rPr lang="en-US" sz="2800" dirty="0" err="1"/>
              <a:t>মাছ</a:t>
            </a:r>
            <a:r>
              <a:rPr lang="en-US" sz="2800" dirty="0"/>
              <a:t> </a:t>
            </a:r>
            <a:r>
              <a:rPr lang="en-US" sz="2800" dirty="0" err="1"/>
              <a:t>পরিবহণ</a:t>
            </a:r>
            <a:r>
              <a:rPr lang="en-US" sz="2800" dirty="0"/>
              <a:t> ও </a:t>
            </a:r>
            <a:r>
              <a:rPr lang="en-US" sz="2800" dirty="0" err="1"/>
              <a:t>সংরক্ষন</a:t>
            </a:r>
            <a:endParaRPr lang="en-US" sz="2800" dirty="0"/>
          </a:p>
          <a:p>
            <a:r>
              <a:rPr lang="en-US" sz="2800" dirty="0"/>
              <a:t>৯) </a:t>
            </a:r>
            <a:r>
              <a:rPr lang="en-US" sz="2800" dirty="0" err="1"/>
              <a:t>মাছ</a:t>
            </a:r>
            <a:r>
              <a:rPr lang="en-US" sz="2800" dirty="0"/>
              <a:t> </a:t>
            </a:r>
            <a:r>
              <a:rPr lang="en-US" sz="2800" dirty="0" err="1"/>
              <a:t>বাজারজাতকরণ</a:t>
            </a:r>
            <a:endParaRPr lang="en-US" sz="2800" dirty="0"/>
          </a:p>
          <a:p>
            <a:r>
              <a:rPr lang="en-US" sz="2800" dirty="0"/>
              <a:t>১০) </a:t>
            </a:r>
            <a:r>
              <a:rPr lang="en-US" sz="2800" dirty="0" err="1"/>
              <a:t>অন্যান্য</a:t>
            </a:r>
            <a:r>
              <a:rPr lang="en-US" sz="2800" dirty="0"/>
              <a:t> </a:t>
            </a:r>
            <a:r>
              <a:rPr lang="en-US" sz="2800" dirty="0" err="1"/>
              <a:t>কাজ</a:t>
            </a:r>
            <a:r>
              <a:rPr lang="en-US" sz="2800" dirty="0"/>
              <a:t>, </a:t>
            </a:r>
            <a:r>
              <a:rPr lang="en-US" sz="2800" dirty="0" err="1"/>
              <a:t>যেমনঃ</a:t>
            </a:r>
            <a:r>
              <a:rPr lang="en-US" sz="2800" dirty="0"/>
              <a:t> </a:t>
            </a:r>
            <a:r>
              <a:rPr lang="en-US" sz="2800" dirty="0" err="1"/>
              <a:t>গবেষণা</a:t>
            </a:r>
            <a:r>
              <a:rPr lang="en-US" sz="2800" dirty="0"/>
              <a:t>, </a:t>
            </a:r>
            <a:r>
              <a:rPr lang="en-US" sz="2800" dirty="0" err="1"/>
              <a:t>উন্নয়ন</a:t>
            </a:r>
            <a:endParaRPr lang="en-US" sz="2800" dirty="0"/>
          </a:p>
        </p:txBody>
      </p:sp>
      <p:pic>
        <p:nvPicPr>
          <p:cNvPr id="2050" name="Picture 2" descr="ভৈরবে পোনা মাছ অবমুক্তে অনিয়ম - Ekusheytimes । একুশে টাইমস্">
            <a:extLst>
              <a:ext uri="{FF2B5EF4-FFF2-40B4-BE49-F238E27FC236}">
                <a16:creationId xmlns:a16="http://schemas.microsoft.com/office/drawing/2014/main" id="{F3E1A54D-837E-6F82-B997-15CBFBBC6F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1764" y="2309230"/>
            <a:ext cx="6537139" cy="3671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003722"/>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en-US" dirty="0" err="1"/>
              <a:t>রাজপুটি</a:t>
            </a:r>
            <a:r>
              <a:rPr lang="en-US" dirty="0"/>
              <a:t> </a:t>
            </a:r>
            <a:r>
              <a:rPr lang="en-US" dirty="0" err="1"/>
              <a:t>মাছ</a:t>
            </a:r>
            <a:r>
              <a:rPr lang="en-US" dirty="0"/>
              <a:t> </a:t>
            </a:r>
            <a:r>
              <a:rPr lang="en-US" dirty="0" err="1"/>
              <a:t>চাষ</a:t>
            </a:r>
            <a:r>
              <a:rPr lang="en-US" dirty="0"/>
              <a:t> </a:t>
            </a:r>
            <a:r>
              <a:rPr lang="en-US" dirty="0" err="1"/>
              <a:t>পদ্ধতি</a:t>
            </a:r>
            <a:endParaRPr lang="en-US" dirty="0"/>
          </a:p>
        </p:txBody>
      </p:sp>
      <p:sp>
        <p:nvSpPr>
          <p:cNvPr id="3" name="TextBox 2">
            <a:extLst>
              <a:ext uri="{FF2B5EF4-FFF2-40B4-BE49-F238E27FC236}">
                <a16:creationId xmlns:a16="http://schemas.microsoft.com/office/drawing/2014/main" id="{2362DF34-1440-9DEA-B5EE-8A1EE098E446}"/>
              </a:ext>
            </a:extLst>
          </p:cNvPr>
          <p:cNvSpPr txBox="1"/>
          <p:nvPr/>
        </p:nvSpPr>
        <p:spPr>
          <a:xfrm>
            <a:off x="239078" y="2380432"/>
            <a:ext cx="4524308" cy="3785652"/>
          </a:xfrm>
          <a:prstGeom prst="rect">
            <a:avLst/>
          </a:prstGeom>
          <a:noFill/>
        </p:spPr>
        <p:txBody>
          <a:bodyPr wrap="square" rtlCol="0">
            <a:spAutoFit/>
          </a:bodyPr>
          <a:lstStyle/>
          <a:p>
            <a:r>
              <a:rPr lang="en-US" sz="2400" i="1" dirty="0"/>
              <a:t>Puntius </a:t>
            </a:r>
            <a:r>
              <a:rPr lang="en-US" sz="2400" i="1" dirty="0" err="1"/>
              <a:t>gonionotus</a:t>
            </a:r>
            <a:r>
              <a:rPr lang="en-US" sz="2400" i="1" dirty="0"/>
              <a:t> </a:t>
            </a:r>
          </a:p>
          <a:p>
            <a:pPr marL="514350" indent="-514350">
              <a:buAutoNum type="arabicParenR"/>
            </a:pPr>
            <a:r>
              <a:rPr lang="en-US" sz="2400" dirty="0" err="1"/>
              <a:t>দ্রুত</a:t>
            </a:r>
            <a:r>
              <a:rPr lang="en-US" sz="2400" dirty="0"/>
              <a:t> </a:t>
            </a:r>
            <a:r>
              <a:rPr lang="en-US" sz="2400" dirty="0" err="1"/>
              <a:t>বর্ধনশীল</a:t>
            </a:r>
            <a:r>
              <a:rPr lang="en-US" sz="2400" dirty="0"/>
              <a:t> </a:t>
            </a:r>
            <a:r>
              <a:rPr lang="en-US" sz="2400" dirty="0" err="1"/>
              <a:t>সুস্বাদু</a:t>
            </a:r>
            <a:endParaRPr lang="en-US" sz="2400" dirty="0"/>
          </a:p>
          <a:p>
            <a:pPr marL="514350" indent="-514350">
              <a:buAutoNum type="arabicParenR"/>
            </a:pPr>
            <a:r>
              <a:rPr lang="en-US" sz="2400" dirty="0" err="1"/>
              <a:t>দেহ</a:t>
            </a:r>
            <a:r>
              <a:rPr lang="en-US" sz="2400" dirty="0"/>
              <a:t> </a:t>
            </a:r>
            <a:r>
              <a:rPr lang="en-US" sz="2400" dirty="0" err="1"/>
              <a:t>চ্যাপ্টা</a:t>
            </a:r>
            <a:r>
              <a:rPr lang="en-US" sz="2400" dirty="0"/>
              <a:t>, </a:t>
            </a:r>
            <a:r>
              <a:rPr lang="en-US" sz="2400" dirty="0" err="1"/>
              <a:t>গায়ের</a:t>
            </a:r>
            <a:r>
              <a:rPr lang="en-US" sz="2400" dirty="0"/>
              <a:t> </a:t>
            </a:r>
            <a:r>
              <a:rPr lang="en-US" sz="2400" dirty="0" err="1"/>
              <a:t>রঙ</a:t>
            </a:r>
            <a:r>
              <a:rPr lang="en-US" sz="2400" dirty="0"/>
              <a:t> </a:t>
            </a:r>
            <a:r>
              <a:rPr lang="en-US" sz="2400" dirty="0" err="1"/>
              <a:t>উজ্জ্বল</a:t>
            </a:r>
            <a:r>
              <a:rPr lang="en-US" sz="2400" dirty="0"/>
              <a:t> </a:t>
            </a:r>
            <a:r>
              <a:rPr lang="en-US" sz="2400" dirty="0" err="1"/>
              <a:t>রুপালী</a:t>
            </a:r>
            <a:endParaRPr lang="en-US" sz="2400" dirty="0"/>
          </a:p>
          <a:p>
            <a:pPr marL="514350" indent="-514350">
              <a:buAutoNum type="arabicParenR"/>
            </a:pPr>
            <a:r>
              <a:rPr lang="en-US" sz="2400" dirty="0" err="1"/>
              <a:t>বুক</a:t>
            </a:r>
            <a:r>
              <a:rPr lang="en-US" sz="2400" dirty="0"/>
              <a:t> ও </a:t>
            </a:r>
            <a:r>
              <a:rPr lang="en-US" sz="2400" dirty="0" err="1"/>
              <a:t>পাখা</a:t>
            </a:r>
            <a:r>
              <a:rPr lang="en-US" sz="2400" dirty="0"/>
              <a:t> </a:t>
            </a:r>
            <a:r>
              <a:rPr lang="en-US" sz="2400" dirty="0" err="1"/>
              <a:t>হালকা</a:t>
            </a:r>
            <a:r>
              <a:rPr lang="en-US" sz="2400" dirty="0"/>
              <a:t> </a:t>
            </a:r>
            <a:r>
              <a:rPr lang="en-US" sz="2400" dirty="0" err="1"/>
              <a:t>হলুদ</a:t>
            </a:r>
            <a:endParaRPr lang="en-US" sz="2400" dirty="0"/>
          </a:p>
          <a:p>
            <a:pPr marL="514350" indent="-514350">
              <a:buAutoNum type="arabicParenR"/>
            </a:pPr>
            <a:r>
              <a:rPr lang="en-US" sz="2400" dirty="0"/>
              <a:t>১৯৭৭ </a:t>
            </a:r>
            <a:r>
              <a:rPr lang="en-US" sz="2400" dirty="0" err="1"/>
              <a:t>সালে</a:t>
            </a:r>
            <a:r>
              <a:rPr lang="en-US" sz="2400" dirty="0"/>
              <a:t> </a:t>
            </a:r>
            <a:r>
              <a:rPr lang="en-US" sz="2400" dirty="0" err="1"/>
              <a:t>থাইল্যান্ড</a:t>
            </a:r>
            <a:r>
              <a:rPr lang="en-US" sz="2400" dirty="0"/>
              <a:t> </a:t>
            </a:r>
            <a:r>
              <a:rPr lang="en-US" sz="2400" dirty="0" err="1"/>
              <a:t>থেকে</a:t>
            </a:r>
            <a:endParaRPr lang="en-US" sz="2400" dirty="0"/>
          </a:p>
          <a:p>
            <a:pPr marL="514350" indent="-514350">
              <a:buAutoNum type="arabicParenR"/>
            </a:pPr>
            <a:r>
              <a:rPr lang="en-US" sz="2400" dirty="0" err="1"/>
              <a:t>থাই</a:t>
            </a:r>
            <a:r>
              <a:rPr lang="en-US" sz="2400" dirty="0"/>
              <a:t> </a:t>
            </a:r>
            <a:r>
              <a:rPr lang="en-US" sz="2400" dirty="0" err="1"/>
              <a:t>সরপুটি</a:t>
            </a:r>
            <a:r>
              <a:rPr lang="en-US" sz="2400" dirty="0"/>
              <a:t> </a:t>
            </a:r>
            <a:r>
              <a:rPr lang="en-US" sz="2400" dirty="0" err="1"/>
              <a:t>নামে</a:t>
            </a:r>
            <a:r>
              <a:rPr lang="en-US" sz="2400" dirty="0"/>
              <a:t> </a:t>
            </a:r>
            <a:r>
              <a:rPr lang="en-US" sz="2400" dirty="0" err="1"/>
              <a:t>পরিচিত</a:t>
            </a:r>
            <a:endParaRPr lang="en-US" sz="2400" dirty="0"/>
          </a:p>
          <a:p>
            <a:pPr marL="514350" indent="-514350">
              <a:buAutoNum type="arabicParenR"/>
            </a:pPr>
            <a:r>
              <a:rPr lang="en-US" sz="2400" dirty="0"/>
              <a:t>কম </a:t>
            </a:r>
            <a:r>
              <a:rPr lang="en-US" sz="2400" dirty="0" err="1"/>
              <a:t>অক্সিজেন</a:t>
            </a:r>
            <a:r>
              <a:rPr lang="en-US" sz="2400" dirty="0"/>
              <a:t> ও </a:t>
            </a:r>
            <a:r>
              <a:rPr lang="en-US" sz="2400" dirty="0" err="1"/>
              <a:t>বেশী</a:t>
            </a:r>
            <a:r>
              <a:rPr lang="en-US" sz="2400" dirty="0"/>
              <a:t> </a:t>
            </a:r>
            <a:r>
              <a:rPr lang="en-US" sz="2400" dirty="0" err="1"/>
              <a:t>তাপের</a:t>
            </a:r>
            <a:r>
              <a:rPr lang="en-US" sz="2400" dirty="0"/>
              <a:t> </a:t>
            </a:r>
            <a:r>
              <a:rPr lang="en-US" sz="2400" dirty="0" err="1"/>
              <a:t>পানিতে</a:t>
            </a:r>
            <a:r>
              <a:rPr lang="en-US" sz="2400" dirty="0"/>
              <a:t> </a:t>
            </a:r>
            <a:r>
              <a:rPr lang="en-US" sz="2400" dirty="0" err="1"/>
              <a:t>থাকতে</a:t>
            </a:r>
            <a:r>
              <a:rPr lang="en-US" sz="2400" dirty="0"/>
              <a:t> </a:t>
            </a:r>
            <a:r>
              <a:rPr lang="en-US" sz="2400" dirty="0" err="1"/>
              <a:t>পারে</a:t>
            </a:r>
            <a:endParaRPr lang="en-US" sz="2400" dirty="0"/>
          </a:p>
          <a:p>
            <a:pPr marL="514350" indent="-514350">
              <a:buAutoNum type="arabicParenR"/>
            </a:pPr>
            <a:r>
              <a:rPr lang="en-US" sz="2400" dirty="0"/>
              <a:t>৬ </a:t>
            </a:r>
            <a:r>
              <a:rPr lang="en-US" sz="2400" dirty="0" err="1"/>
              <a:t>মাস</a:t>
            </a:r>
            <a:r>
              <a:rPr lang="en-US" sz="2400" dirty="0"/>
              <a:t>, ১০০-১৫০গ্রাম</a:t>
            </a:r>
          </a:p>
        </p:txBody>
      </p:sp>
      <p:pic>
        <p:nvPicPr>
          <p:cNvPr id="3074" name="Picture 2" descr="সরপুঁটি মাছ :- এই মাছটি কে সাধারণত আমরা সরপুঁটি, রাজপুঁটি বা থাই সরপুঁটি  নামে চিনি। এর আদিবাস দক্ষিণ পূর্ব এশিয়ায়, ১৯৭৭ সালে থাইল্যান্ড ...">
            <a:extLst>
              <a:ext uri="{FF2B5EF4-FFF2-40B4-BE49-F238E27FC236}">
                <a16:creationId xmlns:a16="http://schemas.microsoft.com/office/drawing/2014/main" id="{BBC4D4A7-9B1B-02DA-3675-C99AFCF9C7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6915" y="1944291"/>
            <a:ext cx="3234418" cy="199041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সরপুঁটি - উইকিপিডিয়া">
            <a:extLst>
              <a:ext uri="{FF2B5EF4-FFF2-40B4-BE49-F238E27FC236}">
                <a16:creationId xmlns:a16="http://schemas.microsoft.com/office/drawing/2014/main" id="{D5940FE1-D391-B369-92D9-F2D8B73816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0183" y="4461353"/>
            <a:ext cx="4782937" cy="195427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রাজপুঁটি মাছের সংক্ষিপ্ত পরিচিতি — Steemit">
            <a:extLst>
              <a:ext uri="{FF2B5EF4-FFF2-40B4-BE49-F238E27FC236}">
                <a16:creationId xmlns:a16="http://schemas.microsoft.com/office/drawing/2014/main" id="{8A4D8AB5-F3EF-F558-2E33-75FE9698BD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81334" y="1944290"/>
            <a:ext cx="3639132" cy="1990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4526927"/>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2DF34-1440-9DEA-B5EE-8A1EE098E446}"/>
              </a:ext>
            </a:extLst>
          </p:cNvPr>
          <p:cNvSpPr txBox="1"/>
          <p:nvPr/>
        </p:nvSpPr>
        <p:spPr>
          <a:xfrm>
            <a:off x="304393" y="2343109"/>
            <a:ext cx="4524308" cy="3908762"/>
          </a:xfrm>
          <a:prstGeom prst="rect">
            <a:avLst/>
          </a:prstGeom>
          <a:noFill/>
        </p:spPr>
        <p:txBody>
          <a:bodyPr wrap="square" rtlCol="0">
            <a:spAutoFit/>
          </a:bodyPr>
          <a:lstStyle/>
          <a:p>
            <a:pPr marL="457200" indent="-457200">
              <a:buAutoNum type="arabicParenR"/>
            </a:pPr>
            <a:r>
              <a:rPr lang="en-US" sz="3200" dirty="0" err="1"/>
              <a:t>পি</a:t>
            </a:r>
            <a:r>
              <a:rPr lang="en-US" sz="3200" dirty="0"/>
              <a:t> </a:t>
            </a:r>
            <a:r>
              <a:rPr lang="en-US" sz="3200" dirty="0" err="1"/>
              <a:t>এইচঃ</a:t>
            </a:r>
            <a:r>
              <a:rPr lang="en-US" sz="3200" dirty="0"/>
              <a:t> ৬-৮</a:t>
            </a:r>
          </a:p>
          <a:p>
            <a:pPr marL="457200" indent="-457200">
              <a:buAutoNum type="arabicParenR"/>
            </a:pPr>
            <a:r>
              <a:rPr lang="en-US" sz="3200" dirty="0"/>
              <a:t> </a:t>
            </a:r>
            <a:r>
              <a:rPr lang="en-US" sz="3200" dirty="0" err="1"/>
              <a:t>নাইট্রোজেন</a:t>
            </a:r>
            <a:r>
              <a:rPr lang="en-US" sz="3200" dirty="0"/>
              <a:t> ১০০ </a:t>
            </a:r>
            <a:r>
              <a:rPr lang="en-US" sz="3200" dirty="0" err="1"/>
              <a:t>গ্রাম</a:t>
            </a:r>
            <a:r>
              <a:rPr lang="en-US" sz="3200" dirty="0"/>
              <a:t> </a:t>
            </a:r>
            <a:r>
              <a:rPr lang="en-US" sz="3200" dirty="0" err="1"/>
              <a:t>মাটিতে</a:t>
            </a:r>
            <a:r>
              <a:rPr lang="en-US" sz="3200" dirty="0"/>
              <a:t>/ ৮-১০ </a:t>
            </a:r>
            <a:r>
              <a:rPr lang="en-US" sz="3200" dirty="0" err="1"/>
              <a:t>মিলিগ্রাম</a:t>
            </a:r>
            <a:endParaRPr lang="en-US" sz="3200" dirty="0"/>
          </a:p>
          <a:p>
            <a:pPr marL="457200" indent="-457200">
              <a:buAutoNum type="arabicParenR"/>
            </a:pPr>
            <a:r>
              <a:rPr lang="en-US" sz="3200" dirty="0" err="1"/>
              <a:t>বর্ণঃ</a:t>
            </a:r>
            <a:r>
              <a:rPr lang="en-US" sz="3200" dirty="0"/>
              <a:t> </a:t>
            </a:r>
            <a:r>
              <a:rPr lang="en-US" sz="3200" dirty="0" err="1"/>
              <a:t>পানির</a:t>
            </a:r>
            <a:r>
              <a:rPr lang="en-US" sz="3200" dirty="0"/>
              <a:t> </a:t>
            </a:r>
            <a:r>
              <a:rPr lang="en-US" sz="3200" dirty="0" err="1"/>
              <a:t>বর্ণ</a:t>
            </a:r>
            <a:r>
              <a:rPr lang="en-US" sz="3200" dirty="0"/>
              <a:t> </a:t>
            </a:r>
            <a:r>
              <a:rPr lang="en-US" sz="3200" dirty="0" err="1"/>
              <a:t>হালকা</a:t>
            </a:r>
            <a:r>
              <a:rPr lang="en-US" sz="3200" dirty="0"/>
              <a:t> </a:t>
            </a:r>
            <a:r>
              <a:rPr lang="en-US" sz="3200" dirty="0" err="1"/>
              <a:t>সবুজ</a:t>
            </a:r>
            <a:endParaRPr lang="en-US" sz="3200" dirty="0"/>
          </a:p>
          <a:p>
            <a:pPr marL="457200" indent="-457200">
              <a:buAutoNum type="arabicParenR"/>
            </a:pPr>
            <a:r>
              <a:rPr lang="en-US" sz="3200" dirty="0" err="1"/>
              <a:t>গভীরতা</a:t>
            </a:r>
            <a:r>
              <a:rPr lang="en-US" sz="3200" dirty="0"/>
              <a:t> ১.৫- ৩ </a:t>
            </a:r>
            <a:r>
              <a:rPr lang="en-US" sz="3200" dirty="0" err="1"/>
              <a:t>মিটার</a:t>
            </a:r>
            <a:endParaRPr lang="en-US" sz="3200" dirty="0"/>
          </a:p>
          <a:p>
            <a:endParaRPr lang="en-US" sz="2400" dirty="0"/>
          </a:p>
        </p:txBody>
      </p:sp>
      <p:sp>
        <p:nvSpPr>
          <p:cNvPr id="4" name="Title 3">
            <a:extLst>
              <a:ext uri="{FF2B5EF4-FFF2-40B4-BE49-F238E27FC236}">
                <a16:creationId xmlns:a16="http://schemas.microsoft.com/office/drawing/2014/main" id="{F5163687-1D6B-63E7-5AF2-63DA1D78759C}"/>
              </a:ext>
            </a:extLst>
          </p:cNvPr>
          <p:cNvSpPr>
            <a:spLocks noGrp="1"/>
          </p:cNvSpPr>
          <p:nvPr>
            <p:ph type="title"/>
          </p:nvPr>
        </p:nvSpPr>
        <p:spPr/>
        <p:txBody>
          <a:bodyPr/>
          <a:lstStyle/>
          <a:p>
            <a:r>
              <a:rPr lang="en-US" dirty="0" err="1"/>
              <a:t>রাজপুটি</a:t>
            </a:r>
            <a:r>
              <a:rPr lang="en-US" dirty="0"/>
              <a:t> </a:t>
            </a:r>
            <a:r>
              <a:rPr lang="en-US" dirty="0" err="1"/>
              <a:t>মাছ</a:t>
            </a:r>
            <a:r>
              <a:rPr lang="en-US" dirty="0"/>
              <a:t> </a:t>
            </a:r>
            <a:r>
              <a:rPr lang="en-US" dirty="0" err="1"/>
              <a:t>চাষের</a:t>
            </a:r>
            <a:r>
              <a:rPr lang="en-US" dirty="0"/>
              <a:t> </a:t>
            </a:r>
            <a:r>
              <a:rPr lang="en-US" dirty="0" err="1"/>
              <a:t>পুকুর</a:t>
            </a:r>
            <a:endParaRPr lang="en-US" dirty="0"/>
          </a:p>
        </p:txBody>
      </p:sp>
      <p:pic>
        <p:nvPicPr>
          <p:cNvPr id="4098" name="Picture 2" descr="YouTube">
            <a:extLst>
              <a:ext uri="{FF2B5EF4-FFF2-40B4-BE49-F238E27FC236}">
                <a16:creationId xmlns:a16="http://schemas.microsoft.com/office/drawing/2014/main" id="{2275CBF8-DAE3-E031-4F70-4F16418EFB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7128" y="2062065"/>
            <a:ext cx="2566501" cy="456266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মাছ রক্ষায় জাল, পাখিদের মরণ">
            <a:extLst>
              <a:ext uri="{FF2B5EF4-FFF2-40B4-BE49-F238E27FC236}">
                <a16:creationId xmlns:a16="http://schemas.microsoft.com/office/drawing/2014/main" id="{FD7394FC-A8B6-72DB-778E-A299612E5B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3263" y="2062065"/>
            <a:ext cx="4190114" cy="25280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370229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2DF34-1440-9DEA-B5EE-8A1EE098E446}"/>
              </a:ext>
            </a:extLst>
          </p:cNvPr>
          <p:cNvSpPr txBox="1"/>
          <p:nvPr/>
        </p:nvSpPr>
        <p:spPr>
          <a:xfrm>
            <a:off x="304393" y="2343109"/>
            <a:ext cx="11480170" cy="4031873"/>
          </a:xfrm>
          <a:prstGeom prst="rect">
            <a:avLst/>
          </a:prstGeom>
          <a:noFill/>
        </p:spPr>
        <p:txBody>
          <a:bodyPr wrap="square" rtlCol="0">
            <a:spAutoFit/>
          </a:bodyPr>
          <a:lstStyle/>
          <a:p>
            <a:pPr marL="457200" indent="-457200">
              <a:buAutoNum type="arabicParenR"/>
            </a:pPr>
            <a:r>
              <a:rPr lang="en-US" sz="3200" dirty="0" err="1"/>
              <a:t>পুকুর</a:t>
            </a:r>
            <a:r>
              <a:rPr lang="en-US" sz="3200" dirty="0"/>
              <a:t> </a:t>
            </a:r>
            <a:r>
              <a:rPr lang="en-US" sz="3200" dirty="0" err="1"/>
              <a:t>নির্বাচন</a:t>
            </a:r>
            <a:endParaRPr lang="en-US" sz="3200" dirty="0"/>
          </a:p>
          <a:p>
            <a:pPr marL="457200" indent="-457200">
              <a:buAutoNum type="arabicParenR"/>
            </a:pPr>
            <a:r>
              <a:rPr lang="en-US" sz="3200" dirty="0" err="1"/>
              <a:t>পাড়</a:t>
            </a:r>
            <a:r>
              <a:rPr lang="en-US" sz="3200" dirty="0"/>
              <a:t> </a:t>
            </a:r>
            <a:r>
              <a:rPr lang="en-US" sz="3200" dirty="0" err="1"/>
              <a:t>উচু</a:t>
            </a:r>
            <a:r>
              <a:rPr lang="en-US" sz="3200" dirty="0"/>
              <a:t> </a:t>
            </a:r>
            <a:r>
              <a:rPr lang="en-US" sz="3200" dirty="0" err="1"/>
              <a:t>করে</a:t>
            </a:r>
            <a:r>
              <a:rPr lang="en-US" sz="3200" dirty="0"/>
              <a:t> </a:t>
            </a:r>
            <a:r>
              <a:rPr lang="en-US" sz="3200" dirty="0" err="1"/>
              <a:t>দিতে</a:t>
            </a:r>
            <a:r>
              <a:rPr lang="en-US" sz="3200" dirty="0"/>
              <a:t> </a:t>
            </a:r>
            <a:r>
              <a:rPr lang="en-US" sz="3200" dirty="0" err="1"/>
              <a:t>হবে</a:t>
            </a:r>
            <a:endParaRPr lang="en-US" sz="3200" dirty="0"/>
          </a:p>
          <a:p>
            <a:pPr marL="457200" indent="-457200">
              <a:buAutoNum type="arabicParenR"/>
            </a:pPr>
            <a:r>
              <a:rPr lang="en-US" sz="3200" dirty="0" err="1"/>
              <a:t>অধিক</a:t>
            </a:r>
            <a:r>
              <a:rPr lang="en-US" sz="3200" dirty="0"/>
              <a:t> </a:t>
            </a:r>
            <a:r>
              <a:rPr lang="en-US" sz="3200" dirty="0" err="1"/>
              <a:t>কাদা</a:t>
            </a:r>
            <a:r>
              <a:rPr lang="en-US" sz="3200" dirty="0"/>
              <a:t> </a:t>
            </a:r>
            <a:r>
              <a:rPr lang="en-US" sz="3200" dirty="0" err="1"/>
              <a:t>অপসারণ</a:t>
            </a:r>
            <a:endParaRPr lang="en-US" sz="3200" dirty="0"/>
          </a:p>
          <a:p>
            <a:pPr marL="457200" indent="-457200">
              <a:buAutoNum type="arabicParenR"/>
            </a:pPr>
            <a:r>
              <a:rPr lang="en-US" sz="3200" dirty="0" err="1"/>
              <a:t>জলজ</a:t>
            </a:r>
            <a:r>
              <a:rPr lang="en-US" sz="3200" dirty="0"/>
              <a:t> </a:t>
            </a:r>
            <a:r>
              <a:rPr lang="en-US" sz="3200" dirty="0" err="1"/>
              <a:t>আগাছা</a:t>
            </a:r>
            <a:r>
              <a:rPr lang="en-US" sz="3200" dirty="0"/>
              <a:t> </a:t>
            </a:r>
            <a:r>
              <a:rPr lang="en-US" sz="3200" dirty="0" err="1"/>
              <a:t>দূরীকরণ</a:t>
            </a:r>
            <a:endParaRPr lang="en-US" sz="3200" dirty="0"/>
          </a:p>
          <a:p>
            <a:pPr marL="457200" indent="-457200">
              <a:buAutoNum type="arabicParenR"/>
            </a:pPr>
            <a:r>
              <a:rPr lang="en-US" sz="3200" dirty="0" err="1"/>
              <a:t>রাক্ষুসে</a:t>
            </a:r>
            <a:r>
              <a:rPr lang="en-US" sz="3200" dirty="0"/>
              <a:t> </a:t>
            </a:r>
            <a:r>
              <a:rPr lang="en-US" sz="3200" dirty="0" err="1"/>
              <a:t>মাছ</a:t>
            </a:r>
            <a:r>
              <a:rPr lang="en-US" sz="3200" dirty="0"/>
              <a:t> </a:t>
            </a:r>
            <a:r>
              <a:rPr lang="en-US" sz="3200" dirty="0" err="1"/>
              <a:t>নিধন</a:t>
            </a:r>
            <a:r>
              <a:rPr lang="en-US" sz="3200" dirty="0"/>
              <a:t>। </a:t>
            </a:r>
            <a:r>
              <a:rPr lang="en-US" sz="3200" dirty="0" err="1"/>
              <a:t>বোয়াল</a:t>
            </a:r>
            <a:r>
              <a:rPr lang="en-US" sz="3200" dirty="0"/>
              <a:t>, </a:t>
            </a:r>
            <a:r>
              <a:rPr lang="en-US" sz="3200" dirty="0" err="1"/>
              <a:t>শোল</a:t>
            </a:r>
            <a:r>
              <a:rPr lang="en-US" sz="3200" dirty="0"/>
              <a:t>, </a:t>
            </a:r>
            <a:r>
              <a:rPr lang="en-US" sz="3200" dirty="0" err="1"/>
              <a:t>টাকি</a:t>
            </a:r>
            <a:r>
              <a:rPr lang="en-US" sz="3200" dirty="0"/>
              <a:t>। </a:t>
            </a:r>
            <a:r>
              <a:rPr lang="en-US" sz="3200" dirty="0" err="1">
                <a:solidFill>
                  <a:srgbClr val="FF0000"/>
                </a:solidFill>
              </a:rPr>
              <a:t>রোটেনন</a:t>
            </a:r>
            <a:r>
              <a:rPr lang="en-US" sz="3200" dirty="0"/>
              <a:t> </a:t>
            </a:r>
            <a:r>
              <a:rPr lang="en-US" sz="3200" dirty="0" err="1"/>
              <a:t>পাউডার</a:t>
            </a:r>
            <a:r>
              <a:rPr lang="en-US" sz="3200" dirty="0"/>
              <a:t> </a:t>
            </a:r>
          </a:p>
          <a:p>
            <a:pPr marL="457200" indent="-457200">
              <a:buAutoNum type="arabicParenR"/>
            </a:pPr>
            <a:r>
              <a:rPr lang="en-US" sz="3200" dirty="0" err="1"/>
              <a:t>চুন</a:t>
            </a:r>
            <a:r>
              <a:rPr lang="en-US" sz="3200" dirty="0"/>
              <a:t> ও </a:t>
            </a:r>
            <a:r>
              <a:rPr lang="en-US" sz="3200" dirty="0" err="1"/>
              <a:t>সার</a:t>
            </a:r>
            <a:r>
              <a:rPr lang="en-US" sz="3200" dirty="0"/>
              <a:t> </a:t>
            </a:r>
            <a:r>
              <a:rPr lang="en-US" sz="3200" dirty="0" err="1"/>
              <a:t>প্রয়োগঃ</a:t>
            </a:r>
            <a:r>
              <a:rPr lang="en-US" sz="3200" dirty="0"/>
              <a:t> </a:t>
            </a:r>
            <a:r>
              <a:rPr lang="en-US" sz="3200" dirty="0" err="1"/>
              <a:t>শতকে</a:t>
            </a:r>
            <a:r>
              <a:rPr lang="en-US" sz="3200" dirty="0"/>
              <a:t> ১-২ </a:t>
            </a:r>
            <a:r>
              <a:rPr lang="en-US" sz="3200" dirty="0" err="1"/>
              <a:t>কেজি</a:t>
            </a:r>
            <a:endParaRPr lang="en-US" sz="3200" dirty="0"/>
          </a:p>
          <a:p>
            <a:pPr marL="457200" indent="-457200">
              <a:buAutoNum type="arabicParenR"/>
            </a:pPr>
            <a:r>
              <a:rPr lang="en-US" sz="3200" dirty="0" err="1"/>
              <a:t>জৈব</a:t>
            </a:r>
            <a:r>
              <a:rPr lang="en-US" sz="3200" dirty="0"/>
              <a:t> </a:t>
            </a:r>
            <a:r>
              <a:rPr lang="en-US" sz="3200" dirty="0" err="1"/>
              <a:t>স্যার</a:t>
            </a:r>
            <a:r>
              <a:rPr lang="en-US" sz="3200" dirty="0"/>
              <a:t> ও </a:t>
            </a:r>
            <a:r>
              <a:rPr lang="en-US" sz="3200" dirty="0" err="1"/>
              <a:t>ইউরিয়া</a:t>
            </a:r>
            <a:r>
              <a:rPr lang="en-US" sz="3200" dirty="0"/>
              <a:t> </a:t>
            </a:r>
            <a:r>
              <a:rPr lang="en-US" sz="3200" dirty="0" err="1"/>
              <a:t>প্রয়োগ</a:t>
            </a:r>
            <a:endParaRPr lang="en-US" sz="3200" dirty="0"/>
          </a:p>
          <a:p>
            <a:pPr marL="457200" indent="-457200">
              <a:buAutoNum type="arabicParenR"/>
            </a:pPr>
            <a:r>
              <a:rPr lang="en-US" sz="3200" dirty="0" err="1"/>
              <a:t>পোনা</a:t>
            </a:r>
            <a:r>
              <a:rPr lang="en-US" sz="3200" dirty="0"/>
              <a:t> </a:t>
            </a:r>
            <a:r>
              <a:rPr lang="en-US" sz="3200" dirty="0" err="1"/>
              <a:t>ছাড়াঃ</a:t>
            </a:r>
            <a:r>
              <a:rPr lang="en-US" sz="3200" dirty="0"/>
              <a:t> ৫-৭ </a:t>
            </a:r>
            <a:r>
              <a:rPr lang="en-US" sz="3200" dirty="0" err="1"/>
              <a:t>সেমি</a:t>
            </a:r>
            <a:r>
              <a:rPr lang="en-US" sz="3200" dirty="0"/>
              <a:t> </a:t>
            </a:r>
            <a:r>
              <a:rPr lang="en-US" sz="3200" dirty="0" err="1"/>
              <a:t>আক্রের</a:t>
            </a:r>
            <a:r>
              <a:rPr lang="en-US" sz="3200" dirty="0"/>
              <a:t> ৭৫টি </a:t>
            </a:r>
            <a:r>
              <a:rPr lang="en-US" sz="3200" dirty="0" err="1"/>
              <a:t>পোনা</a:t>
            </a:r>
            <a:endParaRPr lang="en-US" sz="2400" dirty="0"/>
          </a:p>
        </p:txBody>
      </p:sp>
      <p:sp>
        <p:nvSpPr>
          <p:cNvPr id="4" name="Title 3">
            <a:extLst>
              <a:ext uri="{FF2B5EF4-FFF2-40B4-BE49-F238E27FC236}">
                <a16:creationId xmlns:a16="http://schemas.microsoft.com/office/drawing/2014/main" id="{F5163687-1D6B-63E7-5AF2-63DA1D78759C}"/>
              </a:ext>
            </a:extLst>
          </p:cNvPr>
          <p:cNvSpPr>
            <a:spLocks noGrp="1"/>
          </p:cNvSpPr>
          <p:nvPr>
            <p:ph type="title"/>
          </p:nvPr>
        </p:nvSpPr>
        <p:spPr/>
        <p:txBody>
          <a:bodyPr/>
          <a:lstStyle/>
          <a:p>
            <a:r>
              <a:rPr lang="en-US" dirty="0" err="1"/>
              <a:t>রাজপুটি</a:t>
            </a:r>
            <a:r>
              <a:rPr lang="en-US" dirty="0"/>
              <a:t> </a:t>
            </a:r>
            <a:r>
              <a:rPr lang="en-US" dirty="0" err="1"/>
              <a:t>মাছ</a:t>
            </a:r>
            <a:r>
              <a:rPr lang="en-US" dirty="0"/>
              <a:t> </a:t>
            </a:r>
            <a:r>
              <a:rPr lang="en-US" dirty="0" err="1"/>
              <a:t>চাষ</a:t>
            </a:r>
            <a:r>
              <a:rPr lang="en-US" dirty="0"/>
              <a:t> </a:t>
            </a:r>
            <a:r>
              <a:rPr lang="en-US" dirty="0" err="1"/>
              <a:t>পদ্ধতি</a:t>
            </a:r>
            <a:r>
              <a:rPr lang="en-US" dirty="0"/>
              <a:t> </a:t>
            </a:r>
          </a:p>
        </p:txBody>
      </p:sp>
    </p:spTree>
    <p:extLst>
      <p:ext uri="{BB962C8B-B14F-4D97-AF65-F5344CB8AC3E}">
        <p14:creationId xmlns:p14="http://schemas.microsoft.com/office/powerpoint/2010/main" val="167707291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2DF34-1440-9DEA-B5EE-8A1EE098E446}"/>
              </a:ext>
            </a:extLst>
          </p:cNvPr>
          <p:cNvSpPr txBox="1"/>
          <p:nvPr/>
        </p:nvSpPr>
        <p:spPr>
          <a:xfrm>
            <a:off x="304393" y="2343109"/>
            <a:ext cx="11480170" cy="2554545"/>
          </a:xfrm>
          <a:prstGeom prst="rect">
            <a:avLst/>
          </a:prstGeom>
          <a:noFill/>
        </p:spPr>
        <p:txBody>
          <a:bodyPr wrap="square" rtlCol="0">
            <a:spAutoFit/>
          </a:bodyPr>
          <a:lstStyle/>
          <a:p>
            <a:r>
              <a:rPr lang="en-US" sz="3200" dirty="0"/>
              <a:t>৯) </a:t>
            </a:r>
            <a:r>
              <a:rPr lang="en-US" sz="3200" dirty="0" err="1"/>
              <a:t>সম্পুরক</a:t>
            </a:r>
            <a:r>
              <a:rPr lang="en-US" sz="3200" dirty="0"/>
              <a:t> </a:t>
            </a:r>
            <a:r>
              <a:rPr lang="en-US" sz="3200" dirty="0" err="1"/>
              <a:t>খাদ্য</a:t>
            </a:r>
            <a:r>
              <a:rPr lang="en-US" sz="3200" dirty="0"/>
              <a:t> </a:t>
            </a:r>
            <a:r>
              <a:rPr lang="en-US" sz="3200" dirty="0" err="1"/>
              <a:t>প্রয়োগঃ</a:t>
            </a:r>
            <a:endParaRPr lang="en-US" sz="3200" dirty="0"/>
          </a:p>
          <a:p>
            <a:r>
              <a:rPr lang="en-US" sz="3200" dirty="0" err="1"/>
              <a:t>চালের</a:t>
            </a:r>
            <a:r>
              <a:rPr lang="en-US" sz="3200" dirty="0"/>
              <a:t> </a:t>
            </a:r>
            <a:r>
              <a:rPr lang="en-US" sz="3200" dirty="0" err="1"/>
              <a:t>কুড়া</a:t>
            </a:r>
            <a:r>
              <a:rPr lang="en-US" sz="3200" dirty="0"/>
              <a:t> </a:t>
            </a:r>
            <a:r>
              <a:rPr lang="en-US" sz="3200" dirty="0" err="1"/>
              <a:t>বা</a:t>
            </a:r>
            <a:r>
              <a:rPr lang="en-US" sz="3200" dirty="0"/>
              <a:t> </a:t>
            </a:r>
            <a:r>
              <a:rPr lang="en-US" sz="3200" dirty="0" err="1"/>
              <a:t>গমের</a:t>
            </a:r>
            <a:r>
              <a:rPr lang="en-US" sz="3200" dirty="0"/>
              <a:t> </a:t>
            </a:r>
            <a:r>
              <a:rPr lang="en-US" sz="3200" dirty="0" err="1"/>
              <a:t>ভূষি</a:t>
            </a:r>
            <a:r>
              <a:rPr lang="en-US" sz="3200" dirty="0"/>
              <a:t> ৭৫%</a:t>
            </a:r>
          </a:p>
          <a:p>
            <a:r>
              <a:rPr lang="en-US" sz="3200" dirty="0" err="1"/>
              <a:t>সিরিষার</a:t>
            </a:r>
            <a:r>
              <a:rPr lang="en-US" sz="3200" dirty="0"/>
              <a:t> </a:t>
            </a:r>
            <a:r>
              <a:rPr lang="en-US" sz="3200" dirty="0" err="1"/>
              <a:t>খৈল</a:t>
            </a:r>
            <a:r>
              <a:rPr lang="en-US" sz="3200" dirty="0"/>
              <a:t> ২৫%</a:t>
            </a:r>
          </a:p>
          <a:p>
            <a:r>
              <a:rPr lang="en-US" sz="3200" dirty="0"/>
              <a:t>১০) </a:t>
            </a:r>
            <a:r>
              <a:rPr lang="en-US" sz="3200" dirty="0" err="1"/>
              <a:t>ফলন</a:t>
            </a:r>
            <a:r>
              <a:rPr lang="en-US" sz="3200" dirty="0"/>
              <a:t>, ৫-৬ </a:t>
            </a:r>
            <a:r>
              <a:rPr lang="en-US" sz="3200" dirty="0" err="1"/>
              <a:t>মাস</a:t>
            </a:r>
            <a:r>
              <a:rPr lang="en-US" sz="3200" dirty="0"/>
              <a:t>, ১৫০০-২০০ </a:t>
            </a:r>
            <a:r>
              <a:rPr lang="en-US" sz="3200" dirty="0" err="1"/>
              <a:t>গ্রামের</a:t>
            </a:r>
            <a:r>
              <a:rPr lang="en-US" sz="3200" dirty="0"/>
              <a:t> </a:t>
            </a:r>
            <a:r>
              <a:rPr lang="en-US" sz="3200" dirty="0" err="1"/>
              <a:t>মাছ</a:t>
            </a:r>
            <a:r>
              <a:rPr lang="en-US" sz="3200" dirty="0"/>
              <a:t> ১.৫ </a:t>
            </a:r>
            <a:r>
              <a:rPr lang="en-US" sz="3200" dirty="0" err="1"/>
              <a:t>থেকে</a:t>
            </a:r>
            <a:r>
              <a:rPr lang="en-US" sz="3200" dirty="0"/>
              <a:t> ২ </a:t>
            </a:r>
            <a:r>
              <a:rPr lang="en-US" sz="3200" dirty="0" err="1"/>
              <a:t>টন</a:t>
            </a:r>
            <a:r>
              <a:rPr lang="en-US" sz="3200" dirty="0"/>
              <a:t> </a:t>
            </a:r>
            <a:r>
              <a:rPr lang="en-US" sz="3200" dirty="0" err="1"/>
              <a:t>পাওয়া</a:t>
            </a:r>
            <a:r>
              <a:rPr lang="en-US" sz="3200" dirty="0"/>
              <a:t> </a:t>
            </a:r>
            <a:r>
              <a:rPr lang="en-US" sz="3200" dirty="0" err="1"/>
              <a:t>যায়</a:t>
            </a:r>
            <a:endParaRPr lang="en-US" sz="2400" dirty="0"/>
          </a:p>
        </p:txBody>
      </p:sp>
      <p:sp>
        <p:nvSpPr>
          <p:cNvPr id="4" name="Title 3">
            <a:extLst>
              <a:ext uri="{FF2B5EF4-FFF2-40B4-BE49-F238E27FC236}">
                <a16:creationId xmlns:a16="http://schemas.microsoft.com/office/drawing/2014/main" id="{F5163687-1D6B-63E7-5AF2-63DA1D78759C}"/>
              </a:ext>
            </a:extLst>
          </p:cNvPr>
          <p:cNvSpPr>
            <a:spLocks noGrp="1"/>
          </p:cNvSpPr>
          <p:nvPr>
            <p:ph type="title"/>
          </p:nvPr>
        </p:nvSpPr>
        <p:spPr/>
        <p:txBody>
          <a:bodyPr/>
          <a:lstStyle/>
          <a:p>
            <a:r>
              <a:rPr lang="en-US" dirty="0" err="1"/>
              <a:t>রাজপুটি</a:t>
            </a:r>
            <a:r>
              <a:rPr lang="en-US" dirty="0"/>
              <a:t> </a:t>
            </a:r>
            <a:r>
              <a:rPr lang="en-US" dirty="0" err="1"/>
              <a:t>মাছ</a:t>
            </a:r>
            <a:r>
              <a:rPr lang="en-US" dirty="0"/>
              <a:t> </a:t>
            </a:r>
            <a:r>
              <a:rPr lang="en-US" dirty="0" err="1"/>
              <a:t>চাষ</a:t>
            </a:r>
            <a:r>
              <a:rPr lang="en-US" dirty="0"/>
              <a:t> </a:t>
            </a:r>
            <a:r>
              <a:rPr lang="en-US" dirty="0" err="1"/>
              <a:t>পদ্ধতি</a:t>
            </a:r>
            <a:r>
              <a:rPr lang="en-US" dirty="0"/>
              <a:t> </a:t>
            </a:r>
          </a:p>
        </p:txBody>
      </p:sp>
    </p:spTree>
    <p:extLst>
      <p:ext uri="{BB962C8B-B14F-4D97-AF65-F5344CB8AC3E}">
        <p14:creationId xmlns:p14="http://schemas.microsoft.com/office/powerpoint/2010/main" val="2448221245"/>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2DF34-1440-9DEA-B5EE-8A1EE098E446}"/>
              </a:ext>
            </a:extLst>
          </p:cNvPr>
          <p:cNvSpPr txBox="1"/>
          <p:nvPr/>
        </p:nvSpPr>
        <p:spPr>
          <a:xfrm>
            <a:off x="304393" y="2343109"/>
            <a:ext cx="11480170" cy="3046988"/>
          </a:xfrm>
          <a:prstGeom prst="rect">
            <a:avLst/>
          </a:prstGeom>
          <a:noFill/>
        </p:spPr>
        <p:txBody>
          <a:bodyPr wrap="square" rtlCol="0">
            <a:spAutoFit/>
          </a:bodyPr>
          <a:lstStyle/>
          <a:p>
            <a:pPr marL="514350" indent="-514350">
              <a:buAutoNum type="arabicParenR"/>
            </a:pPr>
            <a:r>
              <a:rPr lang="en-US" sz="3200" dirty="0" err="1"/>
              <a:t>পুষ্টি</a:t>
            </a:r>
            <a:r>
              <a:rPr lang="en-US" sz="3200" dirty="0"/>
              <a:t> </a:t>
            </a:r>
            <a:r>
              <a:rPr lang="en-US" sz="3200" dirty="0" err="1"/>
              <a:t>চাহিদা</a:t>
            </a:r>
            <a:endParaRPr lang="en-US" sz="3200" dirty="0"/>
          </a:p>
          <a:p>
            <a:pPr marL="457200" indent="-457200">
              <a:buAutoNum type="arabicParenR"/>
            </a:pPr>
            <a:r>
              <a:rPr lang="en-US" sz="3200" dirty="0" err="1"/>
              <a:t>লাভজনক</a:t>
            </a:r>
            <a:endParaRPr lang="en-US" sz="3200" dirty="0"/>
          </a:p>
          <a:p>
            <a:pPr marL="457200" indent="-457200">
              <a:buAutoNum type="arabicParenR"/>
            </a:pPr>
            <a:r>
              <a:rPr lang="en-US" sz="3200" dirty="0" err="1"/>
              <a:t>বেশী</a:t>
            </a:r>
            <a:r>
              <a:rPr lang="en-US" sz="3200" dirty="0"/>
              <a:t> </a:t>
            </a:r>
            <a:r>
              <a:rPr lang="en-US" sz="3200" dirty="0" err="1"/>
              <a:t>ফলন</a:t>
            </a:r>
            <a:endParaRPr lang="en-US" sz="3200" dirty="0"/>
          </a:p>
          <a:p>
            <a:pPr marL="457200" indent="-457200">
              <a:buAutoNum type="arabicParenR"/>
            </a:pPr>
            <a:r>
              <a:rPr lang="en-US" sz="3200" dirty="0" err="1"/>
              <a:t>রপ্তানী</a:t>
            </a:r>
            <a:endParaRPr lang="en-US" sz="3200" dirty="0"/>
          </a:p>
          <a:p>
            <a:pPr marL="457200" indent="-457200">
              <a:buAutoNum type="arabicParenR"/>
            </a:pPr>
            <a:r>
              <a:rPr lang="en-US" sz="3200" dirty="0" err="1"/>
              <a:t>কর্মসংস্থান</a:t>
            </a:r>
            <a:endParaRPr lang="en-US" sz="3200" dirty="0"/>
          </a:p>
          <a:p>
            <a:pPr marL="457200" indent="-457200">
              <a:buAutoNum type="arabicParenR"/>
            </a:pPr>
            <a:r>
              <a:rPr lang="en-US" sz="3200" dirty="0" err="1"/>
              <a:t>বেকারত্ব</a:t>
            </a:r>
            <a:r>
              <a:rPr lang="en-US" sz="3200" dirty="0"/>
              <a:t> </a:t>
            </a:r>
            <a:r>
              <a:rPr lang="en-US" sz="3200" dirty="0" err="1"/>
              <a:t>দূরীকরণ</a:t>
            </a:r>
            <a:endParaRPr lang="en-US" sz="2400" dirty="0"/>
          </a:p>
        </p:txBody>
      </p:sp>
      <p:sp>
        <p:nvSpPr>
          <p:cNvPr id="4" name="Title 3">
            <a:extLst>
              <a:ext uri="{FF2B5EF4-FFF2-40B4-BE49-F238E27FC236}">
                <a16:creationId xmlns:a16="http://schemas.microsoft.com/office/drawing/2014/main" id="{F5163687-1D6B-63E7-5AF2-63DA1D78759C}"/>
              </a:ext>
            </a:extLst>
          </p:cNvPr>
          <p:cNvSpPr>
            <a:spLocks noGrp="1"/>
          </p:cNvSpPr>
          <p:nvPr>
            <p:ph type="title"/>
          </p:nvPr>
        </p:nvSpPr>
        <p:spPr/>
        <p:txBody>
          <a:bodyPr/>
          <a:lstStyle/>
          <a:p>
            <a:r>
              <a:rPr lang="en-US" dirty="0" err="1"/>
              <a:t>রাজপুটি</a:t>
            </a:r>
            <a:r>
              <a:rPr lang="en-US" dirty="0"/>
              <a:t> </a:t>
            </a:r>
            <a:r>
              <a:rPr lang="en-US" dirty="0" err="1"/>
              <a:t>মাছ</a:t>
            </a:r>
            <a:r>
              <a:rPr lang="en-US" dirty="0"/>
              <a:t> </a:t>
            </a:r>
            <a:r>
              <a:rPr lang="en-US" dirty="0" err="1"/>
              <a:t>চাষের</a:t>
            </a:r>
            <a:r>
              <a:rPr lang="en-US" dirty="0"/>
              <a:t> </a:t>
            </a:r>
            <a:r>
              <a:rPr lang="en-US" dirty="0" err="1"/>
              <a:t>গুরুত্ব</a:t>
            </a:r>
            <a:endParaRPr lang="en-US" dirty="0"/>
          </a:p>
        </p:txBody>
      </p:sp>
    </p:spTree>
    <p:extLst>
      <p:ext uri="{BB962C8B-B14F-4D97-AF65-F5344CB8AC3E}">
        <p14:creationId xmlns:p14="http://schemas.microsoft.com/office/powerpoint/2010/main" val="944865706"/>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2DF34-1440-9DEA-B5EE-8A1EE098E446}"/>
              </a:ext>
            </a:extLst>
          </p:cNvPr>
          <p:cNvSpPr txBox="1"/>
          <p:nvPr/>
        </p:nvSpPr>
        <p:spPr>
          <a:xfrm>
            <a:off x="304393" y="2343109"/>
            <a:ext cx="7272064" cy="4093428"/>
          </a:xfrm>
          <a:prstGeom prst="rect">
            <a:avLst/>
          </a:prstGeom>
          <a:noFill/>
        </p:spPr>
        <p:txBody>
          <a:bodyPr wrap="square" rtlCol="0">
            <a:spAutoFit/>
          </a:bodyPr>
          <a:lstStyle/>
          <a:p>
            <a:pPr marL="514350" indent="-514350">
              <a:buAutoNum type="arabicParenR"/>
            </a:pPr>
            <a:r>
              <a:rPr lang="en-US" sz="2000" dirty="0" err="1"/>
              <a:t>ব্যাক্টেরিয়াঃ</a:t>
            </a:r>
            <a:endParaRPr lang="en-US" sz="2000" dirty="0"/>
          </a:p>
          <a:p>
            <a:pPr marL="971550" lvl="1" indent="-514350">
              <a:buAutoNum type="arabicParenR"/>
            </a:pPr>
            <a:r>
              <a:rPr lang="en-US" sz="2000" dirty="0" err="1"/>
              <a:t>ক্ষত</a:t>
            </a:r>
            <a:r>
              <a:rPr lang="en-US" sz="2000" dirty="0"/>
              <a:t> </a:t>
            </a:r>
            <a:r>
              <a:rPr lang="en-US" sz="2000" dirty="0" err="1"/>
              <a:t>রোগঃ</a:t>
            </a:r>
            <a:endParaRPr lang="en-US" sz="2000" dirty="0"/>
          </a:p>
          <a:p>
            <a:pPr marL="1428750" lvl="2" indent="-514350">
              <a:buAutoNum type="arabicParenR"/>
            </a:pPr>
            <a:r>
              <a:rPr lang="en-US" sz="2000" dirty="0" err="1"/>
              <a:t>প্রথমে</a:t>
            </a:r>
            <a:r>
              <a:rPr lang="en-US" sz="2000" dirty="0"/>
              <a:t> </a:t>
            </a:r>
            <a:r>
              <a:rPr lang="en-US" sz="2000" dirty="0" err="1"/>
              <a:t>ছত্রাক</a:t>
            </a:r>
            <a:r>
              <a:rPr lang="en-US" sz="2000" dirty="0"/>
              <a:t>, </a:t>
            </a:r>
            <a:r>
              <a:rPr lang="en-US" sz="2000" dirty="0" err="1"/>
              <a:t>পরে</a:t>
            </a:r>
            <a:r>
              <a:rPr lang="en-US" sz="2000" dirty="0"/>
              <a:t> </a:t>
            </a:r>
            <a:r>
              <a:rPr lang="en-US" sz="2000" dirty="0" err="1"/>
              <a:t>ব্যাক্টেরিয়া</a:t>
            </a:r>
            <a:r>
              <a:rPr lang="en-US" sz="2000" dirty="0"/>
              <a:t> </a:t>
            </a:r>
            <a:r>
              <a:rPr lang="en-US" sz="2000" dirty="0" err="1"/>
              <a:t>দ্বারা</a:t>
            </a:r>
            <a:r>
              <a:rPr lang="en-US" sz="2000" dirty="0"/>
              <a:t> </a:t>
            </a:r>
            <a:r>
              <a:rPr lang="en-US" sz="2000" dirty="0" err="1"/>
              <a:t>হয়</a:t>
            </a:r>
            <a:endParaRPr lang="en-US" sz="2000" dirty="0"/>
          </a:p>
          <a:p>
            <a:pPr marL="1428750" lvl="2" indent="-514350">
              <a:buAutoNum type="arabicParenR"/>
            </a:pPr>
            <a:r>
              <a:rPr lang="en-US" sz="2000" dirty="0" err="1"/>
              <a:t>গায়ে</a:t>
            </a:r>
            <a:r>
              <a:rPr lang="en-US" sz="2000" dirty="0"/>
              <a:t> </a:t>
            </a:r>
            <a:r>
              <a:rPr lang="en-US" sz="2000" dirty="0" err="1"/>
              <a:t>ছোট</a:t>
            </a:r>
            <a:r>
              <a:rPr lang="en-US" sz="2000" dirty="0"/>
              <a:t> </a:t>
            </a:r>
            <a:r>
              <a:rPr lang="en-US" sz="2000" dirty="0" err="1"/>
              <a:t>ছোট</a:t>
            </a:r>
            <a:r>
              <a:rPr lang="en-US" sz="2000" dirty="0"/>
              <a:t> </a:t>
            </a:r>
            <a:r>
              <a:rPr lang="en-US" sz="2000" dirty="0" err="1"/>
              <a:t>লাল</a:t>
            </a:r>
            <a:r>
              <a:rPr lang="en-US" sz="2000" dirty="0"/>
              <a:t> </a:t>
            </a:r>
            <a:r>
              <a:rPr lang="en-US" sz="2000" dirty="0" err="1"/>
              <a:t>দাগ</a:t>
            </a:r>
            <a:r>
              <a:rPr lang="en-US" sz="2000" dirty="0"/>
              <a:t>,</a:t>
            </a:r>
          </a:p>
          <a:p>
            <a:pPr marL="1428750" lvl="2" indent="-514350">
              <a:buAutoNum type="arabicParenR"/>
            </a:pPr>
            <a:r>
              <a:rPr lang="en-US" sz="2000" dirty="0" err="1"/>
              <a:t>তুলার</a:t>
            </a:r>
            <a:r>
              <a:rPr lang="en-US" sz="2000" dirty="0"/>
              <a:t> মত </a:t>
            </a:r>
            <a:r>
              <a:rPr lang="en-US" sz="2000" dirty="0" err="1"/>
              <a:t>সাদা</a:t>
            </a:r>
            <a:r>
              <a:rPr lang="en-US" sz="2000" dirty="0"/>
              <a:t> </a:t>
            </a:r>
            <a:r>
              <a:rPr lang="en-US" sz="2000" dirty="0" err="1"/>
              <a:t>পদার্থ</a:t>
            </a:r>
            <a:r>
              <a:rPr lang="en-US" sz="2000" dirty="0"/>
              <a:t> </a:t>
            </a:r>
            <a:r>
              <a:rPr lang="en-US" sz="2000" dirty="0" err="1"/>
              <a:t>দেখা</a:t>
            </a:r>
            <a:r>
              <a:rPr lang="en-US" sz="2000" dirty="0"/>
              <a:t> </a:t>
            </a:r>
            <a:r>
              <a:rPr lang="en-US" sz="2000" dirty="0" err="1"/>
              <a:t>যায়</a:t>
            </a:r>
            <a:endParaRPr lang="en-US" sz="2000" dirty="0"/>
          </a:p>
          <a:p>
            <a:pPr marL="1428750" lvl="2" indent="-514350">
              <a:buAutoNum type="arabicParenR"/>
            </a:pPr>
            <a:r>
              <a:rPr lang="en-US" sz="2000" dirty="0" err="1"/>
              <a:t>চাপ</a:t>
            </a:r>
            <a:r>
              <a:rPr lang="en-US" sz="2000" dirty="0"/>
              <a:t> </a:t>
            </a:r>
            <a:r>
              <a:rPr lang="en-US" sz="2000" dirty="0" err="1"/>
              <a:t>দিলে</a:t>
            </a:r>
            <a:r>
              <a:rPr lang="en-US" sz="2000" dirty="0"/>
              <a:t> </a:t>
            </a:r>
            <a:r>
              <a:rPr lang="en-US" sz="2000" dirty="0" err="1"/>
              <a:t>গন্ধ</a:t>
            </a:r>
            <a:r>
              <a:rPr lang="en-US" sz="2000" dirty="0"/>
              <a:t> ও </a:t>
            </a:r>
            <a:r>
              <a:rPr lang="en-US" sz="2000" dirty="0" err="1"/>
              <a:t>পূজ</a:t>
            </a:r>
            <a:r>
              <a:rPr lang="en-US" sz="2000" dirty="0"/>
              <a:t> </a:t>
            </a:r>
            <a:r>
              <a:rPr lang="en-US" sz="2000" dirty="0" err="1"/>
              <a:t>বের</a:t>
            </a:r>
            <a:r>
              <a:rPr lang="en-US" sz="2000" dirty="0"/>
              <a:t> </a:t>
            </a:r>
            <a:r>
              <a:rPr lang="en-US" sz="2000" dirty="0" err="1"/>
              <a:t>হয়</a:t>
            </a:r>
            <a:endParaRPr lang="en-US" sz="2000" dirty="0"/>
          </a:p>
          <a:p>
            <a:pPr marL="1428750" lvl="2" indent="-514350">
              <a:buAutoNum type="arabicParenR"/>
            </a:pPr>
            <a:r>
              <a:rPr lang="en-US" sz="2000" dirty="0" err="1"/>
              <a:t>ভারসাম্যহীন</a:t>
            </a:r>
            <a:r>
              <a:rPr lang="en-US" sz="2000" dirty="0"/>
              <a:t> </a:t>
            </a:r>
            <a:r>
              <a:rPr lang="en-US" sz="2000" dirty="0" err="1"/>
              <a:t>ভাবে</a:t>
            </a:r>
            <a:r>
              <a:rPr lang="en-US" sz="2000" dirty="0"/>
              <a:t> </a:t>
            </a:r>
            <a:r>
              <a:rPr lang="en-US" sz="2000" dirty="0" err="1"/>
              <a:t>চলাচল</a:t>
            </a:r>
            <a:r>
              <a:rPr lang="en-US" sz="2000" dirty="0"/>
              <a:t> </a:t>
            </a:r>
            <a:r>
              <a:rPr lang="en-US" sz="2000" dirty="0" err="1"/>
              <a:t>করে</a:t>
            </a:r>
            <a:endParaRPr lang="en-US" sz="2000" dirty="0"/>
          </a:p>
          <a:p>
            <a:pPr marL="1428750" lvl="2" indent="-514350">
              <a:buAutoNum type="arabicParenR"/>
            </a:pPr>
            <a:r>
              <a:rPr lang="en-US" sz="2000" dirty="0" err="1"/>
              <a:t>খাদ্য</a:t>
            </a:r>
            <a:r>
              <a:rPr lang="en-US" sz="2000" dirty="0"/>
              <a:t> </a:t>
            </a:r>
            <a:r>
              <a:rPr lang="en-US" sz="2000" dirty="0" err="1"/>
              <a:t>গ্রহণ</a:t>
            </a:r>
            <a:r>
              <a:rPr lang="en-US" sz="2000" dirty="0"/>
              <a:t> </a:t>
            </a:r>
            <a:r>
              <a:rPr lang="en-US" sz="2000" dirty="0" err="1"/>
              <a:t>কমিয়ে</a:t>
            </a:r>
            <a:r>
              <a:rPr lang="en-US" sz="2000" dirty="0"/>
              <a:t> </a:t>
            </a:r>
            <a:r>
              <a:rPr lang="en-US" sz="2000" dirty="0" err="1"/>
              <a:t>দেয়</a:t>
            </a:r>
            <a:endParaRPr lang="en-US" sz="2000" dirty="0"/>
          </a:p>
          <a:p>
            <a:pPr marL="1428750" lvl="2" indent="-514350">
              <a:buAutoNum type="arabicParenR"/>
            </a:pPr>
            <a:endParaRPr lang="en-US" sz="2000" dirty="0"/>
          </a:p>
          <a:p>
            <a:pPr marL="971550" lvl="1" indent="-514350">
              <a:buAutoNum type="arabicParenR"/>
            </a:pPr>
            <a:r>
              <a:rPr lang="en-US" sz="2000" dirty="0" err="1"/>
              <a:t>প্রতিরোধঃ</a:t>
            </a:r>
            <a:r>
              <a:rPr lang="en-US" sz="2000" dirty="0"/>
              <a:t> </a:t>
            </a:r>
          </a:p>
          <a:p>
            <a:pPr marL="1428750" lvl="2" indent="-514350">
              <a:buAutoNum type="arabicParenR"/>
            </a:pPr>
            <a:r>
              <a:rPr lang="en-US" sz="2000" dirty="0" err="1"/>
              <a:t>তলা</a:t>
            </a:r>
            <a:r>
              <a:rPr lang="en-US" sz="2000" dirty="0"/>
              <a:t> </a:t>
            </a:r>
            <a:r>
              <a:rPr lang="en-US" sz="2000" dirty="0" err="1"/>
              <a:t>শুকিয়ে</a:t>
            </a:r>
            <a:r>
              <a:rPr lang="en-US" sz="2000" dirty="0"/>
              <a:t> ১কেজি </a:t>
            </a:r>
            <a:r>
              <a:rPr lang="en-US" sz="2000" dirty="0" err="1"/>
              <a:t>চুন</a:t>
            </a:r>
            <a:r>
              <a:rPr lang="en-US" sz="2000" dirty="0"/>
              <a:t> ও ১ </a:t>
            </a:r>
            <a:r>
              <a:rPr lang="en-US" sz="2000" dirty="0" err="1"/>
              <a:t>কেজি</a:t>
            </a:r>
            <a:r>
              <a:rPr lang="en-US" sz="2000" dirty="0"/>
              <a:t> </a:t>
            </a:r>
            <a:r>
              <a:rPr lang="en-US" sz="2000" dirty="0" err="1"/>
              <a:t>লবণ</a:t>
            </a:r>
            <a:r>
              <a:rPr lang="en-US" sz="2000" dirty="0"/>
              <a:t>, </a:t>
            </a:r>
          </a:p>
          <a:p>
            <a:pPr marL="1428750" lvl="2" indent="-514350">
              <a:buAutoNum type="arabicParenR"/>
            </a:pPr>
            <a:r>
              <a:rPr lang="en-US" sz="2000" dirty="0"/>
              <a:t> </a:t>
            </a:r>
            <a:r>
              <a:rPr lang="en-US" sz="2000" dirty="0" err="1"/>
              <a:t>পলগার্ড</a:t>
            </a:r>
            <a:r>
              <a:rPr lang="en-US" sz="2000" dirty="0"/>
              <a:t> </a:t>
            </a:r>
            <a:r>
              <a:rPr lang="en-US" sz="2000" dirty="0" err="1"/>
              <a:t>প্লাস</a:t>
            </a:r>
            <a:r>
              <a:rPr lang="en-US" sz="2000" dirty="0"/>
              <a:t> </a:t>
            </a:r>
            <a:r>
              <a:rPr lang="en-US" sz="2000" dirty="0" err="1"/>
              <a:t>শতকে</a:t>
            </a:r>
            <a:r>
              <a:rPr lang="en-US" sz="2000" dirty="0"/>
              <a:t> ৫ </a:t>
            </a:r>
            <a:r>
              <a:rPr lang="en-US" sz="2000" dirty="0" err="1"/>
              <a:t>মিলি</a:t>
            </a:r>
            <a:endParaRPr lang="en-US" sz="2000" dirty="0"/>
          </a:p>
          <a:p>
            <a:pPr marL="1428750" lvl="2" indent="-514350">
              <a:buAutoNum type="arabicParenR"/>
            </a:pPr>
            <a:r>
              <a:rPr lang="en-US" sz="2000" dirty="0" err="1"/>
              <a:t>পটাশিয়াম</a:t>
            </a:r>
            <a:r>
              <a:rPr lang="en-US" sz="2000" dirty="0"/>
              <a:t> </a:t>
            </a:r>
            <a:r>
              <a:rPr lang="en-US" sz="2000" dirty="0" err="1"/>
              <a:t>পার</a:t>
            </a:r>
            <a:r>
              <a:rPr lang="en-US" sz="2000" dirty="0"/>
              <a:t> </a:t>
            </a:r>
            <a:r>
              <a:rPr lang="en-US" sz="2000" dirty="0" err="1"/>
              <a:t>ম্যাংগানেট</a:t>
            </a:r>
            <a:r>
              <a:rPr lang="en-US" sz="2000" dirty="0"/>
              <a:t> </a:t>
            </a:r>
            <a:r>
              <a:rPr lang="en-US" sz="2000" dirty="0" err="1"/>
              <a:t>দ্রবনে</a:t>
            </a:r>
            <a:r>
              <a:rPr lang="en-US" sz="2000" dirty="0"/>
              <a:t> </a:t>
            </a:r>
            <a:r>
              <a:rPr lang="en-US" sz="2000" dirty="0" err="1"/>
              <a:t>মাছ</a:t>
            </a:r>
            <a:r>
              <a:rPr lang="en-US" sz="2000" dirty="0"/>
              <a:t> </a:t>
            </a:r>
            <a:r>
              <a:rPr lang="en-US" sz="2000" dirty="0" err="1"/>
              <a:t>শোধন</a:t>
            </a:r>
            <a:endParaRPr lang="en-US" sz="2000" dirty="0"/>
          </a:p>
        </p:txBody>
      </p:sp>
      <p:sp>
        <p:nvSpPr>
          <p:cNvPr id="4" name="Title 3">
            <a:extLst>
              <a:ext uri="{FF2B5EF4-FFF2-40B4-BE49-F238E27FC236}">
                <a16:creationId xmlns:a16="http://schemas.microsoft.com/office/drawing/2014/main" id="{F5163687-1D6B-63E7-5AF2-63DA1D78759C}"/>
              </a:ext>
            </a:extLst>
          </p:cNvPr>
          <p:cNvSpPr>
            <a:spLocks noGrp="1"/>
          </p:cNvSpPr>
          <p:nvPr>
            <p:ph type="title"/>
          </p:nvPr>
        </p:nvSpPr>
        <p:spPr/>
        <p:txBody>
          <a:bodyPr/>
          <a:lstStyle/>
          <a:p>
            <a:r>
              <a:rPr lang="en-US" dirty="0" err="1"/>
              <a:t>রাজপুটি</a:t>
            </a:r>
            <a:r>
              <a:rPr lang="en-US" dirty="0"/>
              <a:t> </a:t>
            </a:r>
            <a:r>
              <a:rPr lang="en-US" dirty="0" err="1"/>
              <a:t>মাছের</a:t>
            </a:r>
            <a:r>
              <a:rPr lang="en-US" dirty="0"/>
              <a:t> </a:t>
            </a:r>
            <a:r>
              <a:rPr lang="en-US" dirty="0" err="1"/>
              <a:t>রোগ</a:t>
            </a:r>
            <a:endParaRPr lang="en-US" dirty="0"/>
          </a:p>
        </p:txBody>
      </p:sp>
      <p:pic>
        <p:nvPicPr>
          <p:cNvPr id="5122" name="Picture 2" descr="FISH DISEASES - C V Agro">
            <a:extLst>
              <a:ext uri="{FF2B5EF4-FFF2-40B4-BE49-F238E27FC236}">
                <a16:creationId xmlns:a16="http://schemas.microsoft.com/office/drawing/2014/main" id="{AA60D5E9-73C8-95F0-7543-1A9BE24093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4086" y="2080726"/>
            <a:ext cx="3997912" cy="230607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How To Treat Red Spot Disease in Fish | Chewy">
            <a:extLst>
              <a:ext uri="{FF2B5EF4-FFF2-40B4-BE49-F238E27FC236}">
                <a16:creationId xmlns:a16="http://schemas.microsoft.com/office/drawing/2014/main" id="{0FE18A0F-F9F0-A816-A30A-B9818D3249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4086" y="4386800"/>
            <a:ext cx="3997912" cy="2205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1750454"/>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উত্তর দাও</a:t>
            </a:r>
            <a:endParaRPr lang="en-US" dirty="0"/>
          </a:p>
        </p:txBody>
      </p:sp>
      <p:pic>
        <p:nvPicPr>
          <p:cNvPr id="7" name="Picture 6">
            <a:extLst>
              <a:ext uri="{FF2B5EF4-FFF2-40B4-BE49-F238E27FC236}">
                <a16:creationId xmlns:a16="http://schemas.microsoft.com/office/drawing/2014/main" id="{4659ED37-B652-48A1-9ADD-C5906F9167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43092" y="2886975"/>
            <a:ext cx="3303741" cy="2542781"/>
          </a:xfrm>
          <a:prstGeom prst="rect">
            <a:avLst/>
          </a:prstGeom>
        </p:spPr>
      </p:pic>
      <p:pic>
        <p:nvPicPr>
          <p:cNvPr id="9" name="Picture 8">
            <a:extLst>
              <a:ext uri="{FF2B5EF4-FFF2-40B4-BE49-F238E27FC236}">
                <a16:creationId xmlns:a16="http://schemas.microsoft.com/office/drawing/2014/main" id="{B8056FE7-8C5A-4BE0-84D6-0A8652B4A8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1844" y="2868581"/>
            <a:ext cx="2561176" cy="2561176"/>
          </a:xfrm>
          <a:prstGeom prst="rect">
            <a:avLst/>
          </a:prstGeom>
        </p:spPr>
      </p:pic>
      <p:pic>
        <p:nvPicPr>
          <p:cNvPr id="11" name="Picture 10">
            <a:extLst>
              <a:ext uri="{FF2B5EF4-FFF2-40B4-BE49-F238E27FC236}">
                <a16:creationId xmlns:a16="http://schemas.microsoft.com/office/drawing/2014/main" id="{3366C868-45FA-4831-9148-DE2CA6C0BB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09882" y="2886974"/>
            <a:ext cx="2871890" cy="2561175"/>
          </a:xfrm>
          <a:prstGeom prst="rect">
            <a:avLst/>
          </a:prstGeom>
        </p:spPr>
      </p:pic>
      <p:pic>
        <p:nvPicPr>
          <p:cNvPr id="13" name="Picture 12">
            <a:extLst>
              <a:ext uri="{FF2B5EF4-FFF2-40B4-BE49-F238E27FC236}">
                <a16:creationId xmlns:a16="http://schemas.microsoft.com/office/drawing/2014/main" id="{793DB8D3-71A1-4E91-84DF-73BE2D6F7AD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1800" y="2868581"/>
            <a:ext cx="2287042" cy="2561175"/>
          </a:xfrm>
          <a:prstGeom prst="rect">
            <a:avLst/>
          </a:prstGeom>
        </p:spPr>
      </p:pic>
    </p:spTree>
    <p:extLst>
      <p:ext uri="{BB962C8B-B14F-4D97-AF65-F5344CB8AC3E}">
        <p14:creationId xmlns:p14="http://schemas.microsoft.com/office/powerpoint/2010/main" val="4576406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প্রয়োজনীয়তা</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165131"/>
            <a:ext cx="9905998" cy="4466897"/>
          </a:xfrm>
        </p:spPr>
        <p:txBody>
          <a:bodyPr>
            <a:normAutofit lnSpcReduction="10000"/>
          </a:bodyPr>
          <a:lstStyle/>
          <a:p>
            <a:pPr>
              <a:buFont typeface="Wingdings" panose="05000000000000000000" pitchFamily="2" charset="2"/>
              <a:buChar char="Ø"/>
            </a:pPr>
            <a:r>
              <a:rPr lang="bn-IN" sz="2800" dirty="0"/>
              <a:t> খাদ্য ও পুষ্টির উৎস</a:t>
            </a:r>
          </a:p>
          <a:p>
            <a:pPr>
              <a:buFont typeface="Wingdings" panose="05000000000000000000" pitchFamily="2" charset="2"/>
              <a:buChar char="Ø"/>
            </a:pPr>
            <a:r>
              <a:rPr lang="bn-IN" sz="2800" dirty="0"/>
              <a:t> আয়ের উৎস</a:t>
            </a:r>
          </a:p>
          <a:p>
            <a:pPr>
              <a:buFont typeface="Wingdings" panose="05000000000000000000" pitchFamily="2" charset="2"/>
              <a:buChar char="Ø"/>
            </a:pPr>
            <a:r>
              <a:rPr lang="bn-IN" sz="2800" dirty="0"/>
              <a:t> কর্মসংস্থান বৃদ্ধি</a:t>
            </a:r>
          </a:p>
          <a:p>
            <a:pPr>
              <a:buFont typeface="Wingdings" panose="05000000000000000000" pitchFamily="2" charset="2"/>
              <a:buChar char="Ø"/>
            </a:pPr>
            <a:r>
              <a:rPr lang="bn-IN" sz="2800" dirty="0"/>
              <a:t> জৈব সার</a:t>
            </a:r>
          </a:p>
          <a:p>
            <a:pPr>
              <a:buFont typeface="Wingdings" panose="05000000000000000000" pitchFamily="2" charset="2"/>
              <a:buChar char="Ø"/>
            </a:pPr>
            <a:r>
              <a:rPr lang="bn-IN" sz="2800" dirty="0"/>
              <a:t> শিল্প উন্নয়ন</a:t>
            </a:r>
          </a:p>
          <a:p>
            <a:pPr>
              <a:buFont typeface="Wingdings" panose="05000000000000000000" pitchFamily="2" charset="2"/>
              <a:buChar char="Ø"/>
            </a:pPr>
            <a:r>
              <a:rPr lang="bn-IN" sz="2800" dirty="0"/>
              <a:t> উপজাত দ্রব্যের ব্যাবহার</a:t>
            </a:r>
          </a:p>
          <a:p>
            <a:pPr>
              <a:buFont typeface="Wingdings" panose="05000000000000000000" pitchFamily="2" charset="2"/>
              <a:buChar char="Ø"/>
            </a:pPr>
            <a:r>
              <a:rPr lang="bn-IN" sz="2800" dirty="0"/>
              <a:t>বিনোদন</a:t>
            </a:r>
          </a:p>
          <a:p>
            <a:pPr>
              <a:buFont typeface="Wingdings" panose="05000000000000000000" pitchFamily="2" charset="2"/>
              <a:buChar char="Ø"/>
            </a:pPr>
            <a:r>
              <a:rPr lang="bn-IN" sz="2800" dirty="0"/>
              <a:t>পরিবেশ উন্নয়ন </a:t>
            </a:r>
            <a:endParaRPr lang="bn-IN" sz="2400" dirty="0"/>
          </a:p>
        </p:txBody>
      </p:sp>
    </p:spTree>
    <p:extLst>
      <p:ext uri="{BB962C8B-B14F-4D97-AF65-F5344CB8AC3E}">
        <p14:creationId xmlns:p14="http://schemas.microsoft.com/office/powerpoint/2010/main" val="358491794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শিল্পের সমস্যা</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490952"/>
            <a:ext cx="9905998" cy="4204138"/>
          </a:xfrm>
        </p:spPr>
        <p:txBody>
          <a:bodyPr>
            <a:normAutofit fontScale="92500" lnSpcReduction="10000"/>
          </a:bodyPr>
          <a:lstStyle/>
          <a:p>
            <a:pPr>
              <a:buFont typeface="Wingdings" panose="05000000000000000000" pitchFamily="2" charset="2"/>
              <a:buChar char="Ø"/>
            </a:pPr>
            <a:r>
              <a:rPr lang="bn-IN" sz="2800" dirty="0"/>
              <a:t> উন্নত জাতের অভাব</a:t>
            </a:r>
          </a:p>
          <a:p>
            <a:pPr>
              <a:buFont typeface="Wingdings" panose="05000000000000000000" pitchFamily="2" charset="2"/>
              <a:buChar char="Ø"/>
            </a:pPr>
            <a:r>
              <a:rPr lang="bn-IN" sz="2800" dirty="0"/>
              <a:t> রোগমুক্ত ও স্বাস্থ্যবান বাচ্চার অভাব</a:t>
            </a:r>
          </a:p>
          <a:p>
            <a:pPr>
              <a:buFont typeface="Wingdings" panose="05000000000000000000" pitchFamily="2" charset="2"/>
              <a:buChar char="Ø"/>
            </a:pPr>
            <a:r>
              <a:rPr lang="bn-IN" sz="2800" dirty="0"/>
              <a:t> অধিক উৎপাদন খরচ</a:t>
            </a:r>
          </a:p>
          <a:p>
            <a:pPr>
              <a:buFont typeface="Wingdings" panose="05000000000000000000" pitchFamily="2" charset="2"/>
              <a:buChar char="Ø"/>
            </a:pPr>
            <a:r>
              <a:rPr lang="bn-IN" sz="2800" dirty="0"/>
              <a:t> সুষম খাদ্যের অভাব</a:t>
            </a:r>
          </a:p>
          <a:p>
            <a:pPr>
              <a:buFont typeface="Wingdings" panose="05000000000000000000" pitchFamily="2" charset="2"/>
              <a:buChar char="Ø"/>
            </a:pPr>
            <a:r>
              <a:rPr lang="bn-IN" sz="2800" dirty="0"/>
              <a:t> প্রতিষেধক টিকার অভাব</a:t>
            </a:r>
          </a:p>
          <a:p>
            <a:pPr>
              <a:buFont typeface="Wingdings" panose="05000000000000000000" pitchFamily="2" charset="2"/>
              <a:buChar char="Ø"/>
            </a:pPr>
            <a:r>
              <a:rPr lang="bn-IN" sz="2800" dirty="0"/>
              <a:t> প্রশিক্ষণ ও কারিগরী জ্ঞানের অভাব</a:t>
            </a:r>
          </a:p>
          <a:p>
            <a:pPr>
              <a:buFont typeface="Wingdings" panose="05000000000000000000" pitchFamily="2" charset="2"/>
              <a:buChar char="Ø"/>
            </a:pPr>
            <a:r>
              <a:rPr lang="bn-IN" sz="2800" dirty="0"/>
              <a:t> অনুন্নত যোগাযোগ ও পরিবহন সমস্যা</a:t>
            </a:r>
          </a:p>
          <a:p>
            <a:pPr>
              <a:buFont typeface="Wingdings" panose="05000000000000000000" pitchFamily="2" charset="2"/>
              <a:buChar char="Ø"/>
            </a:pPr>
            <a:r>
              <a:rPr lang="bn-IN" sz="2800" dirty="0"/>
              <a:t> গবেষণা ও গবেষকের অভাব </a:t>
            </a:r>
          </a:p>
          <a:p>
            <a:pPr>
              <a:buFont typeface="Wingdings" panose="05000000000000000000" pitchFamily="2" charset="2"/>
              <a:buChar char="Ø"/>
            </a:pPr>
            <a:endParaRPr lang="bn-IN" sz="2400" dirty="0"/>
          </a:p>
        </p:txBody>
      </p:sp>
    </p:spTree>
    <p:extLst>
      <p:ext uri="{BB962C8B-B14F-4D97-AF65-F5344CB8AC3E}">
        <p14:creationId xmlns:p14="http://schemas.microsoft.com/office/powerpoint/2010/main" val="21775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শিল্পের সমস্যা সমাধানের উপায়</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1141413" y="2490952"/>
            <a:ext cx="9905998" cy="4204138"/>
          </a:xfrm>
        </p:spPr>
        <p:txBody>
          <a:bodyPr>
            <a:normAutofit fontScale="92500" lnSpcReduction="10000"/>
          </a:bodyPr>
          <a:lstStyle/>
          <a:p>
            <a:pPr>
              <a:buFont typeface="Wingdings" panose="05000000000000000000" pitchFamily="2" charset="2"/>
              <a:buChar char="Ø"/>
            </a:pPr>
            <a:r>
              <a:rPr lang="bn-IN" sz="2800" dirty="0"/>
              <a:t> উন্নত জাতের অভাব বিমোচন</a:t>
            </a:r>
          </a:p>
          <a:p>
            <a:pPr>
              <a:buFont typeface="Wingdings" panose="05000000000000000000" pitchFamily="2" charset="2"/>
              <a:buChar char="Ø"/>
            </a:pPr>
            <a:r>
              <a:rPr lang="bn-IN" sz="2800" dirty="0"/>
              <a:t> রোগমুক্ত ও স্বাস্থ্যবান বাচ্চার ব্যাবস্থা করা</a:t>
            </a:r>
          </a:p>
          <a:p>
            <a:pPr>
              <a:buFont typeface="Wingdings" panose="05000000000000000000" pitchFamily="2" charset="2"/>
              <a:buChar char="Ø"/>
            </a:pPr>
            <a:r>
              <a:rPr lang="bn-IN" sz="2800" dirty="0"/>
              <a:t> অধিক উৎপাদন খরচ কমানো </a:t>
            </a:r>
          </a:p>
          <a:p>
            <a:pPr>
              <a:buFont typeface="Wingdings" panose="05000000000000000000" pitchFamily="2" charset="2"/>
              <a:buChar char="Ø"/>
            </a:pPr>
            <a:r>
              <a:rPr lang="bn-IN" sz="2800" dirty="0"/>
              <a:t> সুষম খাদ্যের অভাব পূরণ </a:t>
            </a:r>
          </a:p>
          <a:p>
            <a:pPr>
              <a:buFont typeface="Wingdings" panose="05000000000000000000" pitchFamily="2" charset="2"/>
              <a:buChar char="Ø"/>
            </a:pPr>
            <a:r>
              <a:rPr lang="bn-IN" sz="2800" dirty="0"/>
              <a:t> প্রতিষেধক টিকার অভাব পূরণ</a:t>
            </a:r>
          </a:p>
          <a:p>
            <a:pPr>
              <a:buFont typeface="Wingdings" panose="05000000000000000000" pitchFamily="2" charset="2"/>
              <a:buChar char="Ø"/>
            </a:pPr>
            <a:r>
              <a:rPr lang="bn-IN" sz="2800" dirty="0"/>
              <a:t> প্রশিক্ষণ ও কারিগরী জ্ঞানের প্রসার ঘটানো</a:t>
            </a:r>
          </a:p>
          <a:p>
            <a:pPr>
              <a:buFont typeface="Wingdings" panose="05000000000000000000" pitchFamily="2" charset="2"/>
              <a:buChar char="Ø"/>
            </a:pPr>
            <a:r>
              <a:rPr lang="bn-IN" sz="2800" dirty="0"/>
              <a:t> অনুন্নত যোগাযোগ ও পরিবহন সমস্যা সমাধান</a:t>
            </a:r>
          </a:p>
          <a:p>
            <a:pPr>
              <a:buFont typeface="Wingdings" panose="05000000000000000000" pitchFamily="2" charset="2"/>
              <a:buChar char="Ø"/>
            </a:pPr>
            <a:r>
              <a:rPr lang="bn-IN" sz="2800" dirty="0"/>
              <a:t> গবেষণা ও গবেষকের </a:t>
            </a:r>
            <a:r>
              <a:rPr lang="bn-IN" sz="2800"/>
              <a:t>অভাব নিরোসন</a:t>
            </a:r>
            <a:endParaRPr lang="bn-IN" sz="2800" dirty="0"/>
          </a:p>
          <a:p>
            <a:pPr>
              <a:buFont typeface="Wingdings" panose="05000000000000000000" pitchFamily="2" charset="2"/>
              <a:buChar char="Ø"/>
            </a:pPr>
            <a:endParaRPr lang="bn-IN" sz="2400" dirty="0"/>
          </a:p>
        </p:txBody>
      </p:sp>
    </p:spTree>
    <p:extLst>
      <p:ext uri="{BB962C8B-B14F-4D97-AF65-F5344CB8AC3E}">
        <p14:creationId xmlns:p14="http://schemas.microsoft.com/office/powerpoint/2010/main" val="41944919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পোল্ট্রির বিভিন্ন জাত</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67558" y="2112579"/>
            <a:ext cx="11004331" cy="4582511"/>
          </a:xfrm>
        </p:spPr>
        <p:txBody>
          <a:bodyPr>
            <a:normAutofit/>
          </a:bodyPr>
          <a:lstStyle/>
          <a:p>
            <a:pPr>
              <a:buFont typeface="Wingdings" panose="05000000000000000000" pitchFamily="2" charset="2"/>
              <a:buChar char="Ø"/>
            </a:pPr>
            <a:r>
              <a:rPr lang="bn-IN" sz="2800" dirty="0"/>
              <a:t> শ্রেণীঃ পৃথিবীর নির্দিষ্ট স্থান বা জায়গা হতে উদ্ভুত। এশিয়াটিক, ইংলিশ শ্রেণী, ভূমধ্যসাগরীয়</a:t>
            </a:r>
          </a:p>
          <a:p>
            <a:pPr>
              <a:buFont typeface="Wingdings" panose="05000000000000000000" pitchFamily="2" charset="2"/>
              <a:buChar char="Ø"/>
            </a:pPr>
            <a:r>
              <a:rPr lang="bn-IN" sz="2800" dirty="0"/>
              <a:t> জাতঃ একটি বিশেষ গোষ্ঠীকে বোঝায়। যেমনঃ লেগহর্ন, মিনর্কা</a:t>
            </a:r>
          </a:p>
          <a:p>
            <a:pPr>
              <a:buFont typeface="Wingdings" panose="05000000000000000000" pitchFamily="2" charset="2"/>
              <a:buChar char="Ø"/>
            </a:pPr>
            <a:r>
              <a:rPr lang="bn-IN" sz="2800" dirty="0"/>
              <a:t> উপজাতঃ একই জাতের মধ্যে নির্দিষ্ট্য মিল থাকলে। যেমনঃ হোয়াইট লেগহর্ন, ব্ল্যাক মিনর্কা</a:t>
            </a:r>
          </a:p>
          <a:p>
            <a:pPr>
              <a:buFont typeface="Wingdings" panose="05000000000000000000" pitchFamily="2" charset="2"/>
              <a:buChar char="Ø"/>
            </a:pPr>
            <a:r>
              <a:rPr lang="bn-IN" sz="2800" dirty="0"/>
              <a:t> </a:t>
            </a:r>
            <a:r>
              <a:rPr lang="bn-IN" sz="2800" dirty="0">
                <a:solidFill>
                  <a:schemeClr val="accent2">
                    <a:lumMod val="75000"/>
                  </a:schemeClr>
                </a:solidFill>
              </a:rPr>
              <a:t>স্ট্রেইনঃ বিশেষ উদ্যেশ্য সাধনের উদ্যেশ্যে প্রজননকারী কর্তৃক নুন্যতম ৫ টি বংশপরস্পরায় আন্তঃপ্রজননের মাধ্যমে সৃষ্ট বিশেষ নামধারী মুরগী। যেমনঃ ইসাব্রাউন, স্ট্রারক্রস</a:t>
            </a:r>
          </a:p>
        </p:txBody>
      </p:sp>
    </p:spTree>
    <p:extLst>
      <p:ext uri="{BB962C8B-B14F-4D97-AF65-F5344CB8AC3E}">
        <p14:creationId xmlns:p14="http://schemas.microsoft.com/office/powerpoint/2010/main" val="365974795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মুরগীর পালনের উদ্যেশ্য ভিত্তিক শ্রেণীবিভাগ</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67558" y="2112579"/>
            <a:ext cx="11004331" cy="4582511"/>
          </a:xfrm>
        </p:spPr>
        <p:txBody>
          <a:bodyPr>
            <a:normAutofit/>
          </a:bodyPr>
          <a:lstStyle/>
          <a:p>
            <a:pPr>
              <a:buFont typeface="Wingdings" panose="05000000000000000000" pitchFamily="2" charset="2"/>
              <a:buChar char="Ø"/>
            </a:pPr>
            <a:r>
              <a:rPr lang="bn-IN" sz="2800" dirty="0"/>
              <a:t> ডিম উৎপাদনকারী জাতঃ</a:t>
            </a:r>
          </a:p>
          <a:p>
            <a:pPr lvl="1">
              <a:buFont typeface="Wingdings" panose="05000000000000000000" pitchFamily="2" charset="2"/>
              <a:buChar char="Ø"/>
            </a:pPr>
            <a:r>
              <a:rPr lang="bn-IN" sz="2600" dirty="0">
                <a:solidFill>
                  <a:schemeClr val="accent2">
                    <a:lumMod val="75000"/>
                  </a:schemeClr>
                </a:solidFill>
              </a:rPr>
              <a:t> ওজনে হালকা</a:t>
            </a:r>
          </a:p>
          <a:p>
            <a:pPr lvl="1">
              <a:buFont typeface="Wingdings" panose="05000000000000000000" pitchFamily="2" charset="2"/>
              <a:buChar char="Ø"/>
            </a:pPr>
            <a:r>
              <a:rPr lang="bn-IN" sz="2600" dirty="0">
                <a:solidFill>
                  <a:schemeClr val="accent2">
                    <a:lumMod val="75000"/>
                  </a:schemeClr>
                </a:solidFill>
              </a:rPr>
              <a:t> ডিম উৎপাদনক্ষমতা বেশী</a:t>
            </a:r>
          </a:p>
          <a:p>
            <a:pPr lvl="1">
              <a:buFont typeface="Wingdings" panose="05000000000000000000" pitchFamily="2" charset="2"/>
              <a:buChar char="Ø"/>
            </a:pPr>
            <a:r>
              <a:rPr lang="bn-IN" sz="2600" dirty="0">
                <a:solidFill>
                  <a:schemeClr val="accent2">
                    <a:lumMod val="75000"/>
                  </a:schemeClr>
                </a:solidFill>
              </a:rPr>
              <a:t> তারাতারি প্রজননক্ষম হয়, ডিমে তা দেয়ার প্রবনতা নাই</a:t>
            </a:r>
          </a:p>
          <a:p>
            <a:pPr lvl="1">
              <a:buFont typeface="Wingdings" panose="05000000000000000000" pitchFamily="2" charset="2"/>
              <a:buChar char="Ø"/>
            </a:pPr>
            <a:r>
              <a:rPr lang="bn-IN" sz="2600" dirty="0">
                <a:solidFill>
                  <a:schemeClr val="accent2">
                    <a:lumMod val="75000"/>
                  </a:schemeClr>
                </a:solidFill>
              </a:rPr>
              <a:t> শরীরে চর্বি কম থাকে</a:t>
            </a:r>
          </a:p>
        </p:txBody>
      </p:sp>
    </p:spTree>
    <p:extLst>
      <p:ext uri="{BB962C8B-B14F-4D97-AF65-F5344CB8AC3E}">
        <p14:creationId xmlns:p14="http://schemas.microsoft.com/office/powerpoint/2010/main" val="12477678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মুরগীর পালনের উদ্যেশ্য ভিত্তিক শ্রেণীবিভাগ</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67558" y="2112579"/>
            <a:ext cx="11004331" cy="4582511"/>
          </a:xfrm>
        </p:spPr>
        <p:txBody>
          <a:bodyPr>
            <a:normAutofit/>
          </a:bodyPr>
          <a:lstStyle/>
          <a:p>
            <a:pPr>
              <a:buFont typeface="Wingdings" panose="05000000000000000000" pitchFamily="2" charset="2"/>
              <a:buChar char="Ø"/>
            </a:pPr>
            <a:r>
              <a:rPr lang="bn-IN" sz="2800" dirty="0"/>
              <a:t> মাংস উৎপাদনকারী জাতঃ</a:t>
            </a:r>
          </a:p>
          <a:p>
            <a:pPr lvl="1">
              <a:buFont typeface="Wingdings" panose="05000000000000000000" pitchFamily="2" charset="2"/>
              <a:buChar char="Ø"/>
            </a:pPr>
            <a:r>
              <a:rPr lang="bn-IN" sz="2600" dirty="0">
                <a:solidFill>
                  <a:schemeClr val="accent2">
                    <a:lumMod val="75000"/>
                  </a:schemeClr>
                </a:solidFill>
              </a:rPr>
              <a:t> ওজনে ভারী </a:t>
            </a:r>
          </a:p>
          <a:p>
            <a:pPr lvl="1">
              <a:buFont typeface="Wingdings" panose="05000000000000000000" pitchFamily="2" charset="2"/>
              <a:buChar char="Ø"/>
            </a:pPr>
            <a:r>
              <a:rPr lang="bn-IN" sz="2600" dirty="0">
                <a:solidFill>
                  <a:schemeClr val="accent2">
                    <a:lumMod val="75000"/>
                  </a:schemeClr>
                </a:solidFill>
              </a:rPr>
              <a:t> খাদ্যকে মাংসে রুপান্তরের ক্ষমতা বেশী</a:t>
            </a:r>
          </a:p>
          <a:p>
            <a:pPr lvl="1">
              <a:buFont typeface="Wingdings" panose="05000000000000000000" pitchFamily="2" charset="2"/>
              <a:buChar char="Ø"/>
            </a:pPr>
            <a:r>
              <a:rPr lang="bn-IN" sz="2600" dirty="0">
                <a:solidFill>
                  <a:schemeClr val="accent2">
                    <a:lumMod val="75000"/>
                  </a:schemeClr>
                </a:solidFill>
              </a:rPr>
              <a:t> তারাতারি দেহের বৃদ্ধি হয়, ডিমে তা দেয়ার প্রবনতা কম</a:t>
            </a:r>
          </a:p>
          <a:p>
            <a:pPr lvl="1">
              <a:buFont typeface="Wingdings" panose="05000000000000000000" pitchFamily="2" charset="2"/>
              <a:buChar char="Ø"/>
            </a:pPr>
            <a:r>
              <a:rPr lang="bn-IN" sz="2600" dirty="0">
                <a:solidFill>
                  <a:schemeClr val="accent2">
                    <a:lumMod val="75000"/>
                  </a:schemeClr>
                </a:solidFill>
              </a:rPr>
              <a:t> শরীরে চর্বি বেশী থাকে</a:t>
            </a:r>
          </a:p>
        </p:txBody>
      </p:sp>
    </p:spTree>
    <p:extLst>
      <p:ext uri="{BB962C8B-B14F-4D97-AF65-F5344CB8AC3E}">
        <p14:creationId xmlns:p14="http://schemas.microsoft.com/office/powerpoint/2010/main" val="320216658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মুরগীর পালনের উদ্যেশ্য ভিত্তিক শ্রেণীবিভাগ</a:t>
            </a:r>
            <a:endParaRPr lang="en-US" dirty="0"/>
          </a:p>
        </p:txBody>
      </p:sp>
      <p:sp>
        <p:nvSpPr>
          <p:cNvPr id="3" name="Content Placeholder 2">
            <a:extLst>
              <a:ext uri="{FF2B5EF4-FFF2-40B4-BE49-F238E27FC236}">
                <a16:creationId xmlns:a16="http://schemas.microsoft.com/office/drawing/2014/main" id="{2B733D66-1832-4BAC-8528-25F031BDF9FD}"/>
              </a:ext>
            </a:extLst>
          </p:cNvPr>
          <p:cNvSpPr>
            <a:spLocks noGrp="1"/>
          </p:cNvSpPr>
          <p:nvPr>
            <p:ph idx="1"/>
          </p:nvPr>
        </p:nvSpPr>
        <p:spPr>
          <a:xfrm>
            <a:off x="567558" y="2112579"/>
            <a:ext cx="11004331" cy="4582511"/>
          </a:xfrm>
        </p:spPr>
        <p:txBody>
          <a:bodyPr>
            <a:normAutofit/>
          </a:bodyPr>
          <a:lstStyle/>
          <a:p>
            <a:pPr>
              <a:buFont typeface="Wingdings" panose="05000000000000000000" pitchFamily="2" charset="2"/>
              <a:buChar char="Ø"/>
            </a:pPr>
            <a:r>
              <a:rPr lang="bn-IN" sz="2800" dirty="0"/>
              <a:t> মাংস ও ডিম উৎপাদনকারী জাতঃ</a:t>
            </a:r>
          </a:p>
          <a:p>
            <a:pPr lvl="1">
              <a:buFont typeface="Wingdings" panose="05000000000000000000" pitchFamily="2" charset="2"/>
              <a:buChar char="Ø"/>
            </a:pPr>
            <a:r>
              <a:rPr lang="bn-IN" sz="2600" dirty="0">
                <a:solidFill>
                  <a:schemeClr val="accent2">
                    <a:lumMod val="75000"/>
                  </a:schemeClr>
                </a:solidFill>
              </a:rPr>
              <a:t> ওজনে ভারী ও মাঝারী ভারী </a:t>
            </a:r>
          </a:p>
          <a:p>
            <a:pPr lvl="1">
              <a:buFont typeface="Wingdings" panose="05000000000000000000" pitchFamily="2" charset="2"/>
              <a:buChar char="Ø"/>
            </a:pPr>
            <a:r>
              <a:rPr lang="bn-IN" sz="2600" dirty="0">
                <a:solidFill>
                  <a:schemeClr val="accent2">
                    <a:lumMod val="75000"/>
                  </a:schemeClr>
                </a:solidFill>
              </a:rPr>
              <a:t> ডিম ও মাংস উৎপাদনক্ষমতা মাঝারী</a:t>
            </a:r>
          </a:p>
          <a:p>
            <a:pPr lvl="1">
              <a:buFont typeface="Wingdings" panose="05000000000000000000" pitchFamily="2" charset="2"/>
              <a:buChar char="Ø"/>
            </a:pPr>
            <a:r>
              <a:rPr lang="bn-IN" sz="2600" dirty="0">
                <a:solidFill>
                  <a:schemeClr val="accent2">
                    <a:lumMod val="75000"/>
                  </a:schemeClr>
                </a:solidFill>
              </a:rPr>
              <a:t> ডিমে তা দেয়ার প্রবনতা থাকতে পারে</a:t>
            </a:r>
          </a:p>
          <a:p>
            <a:pPr lvl="1">
              <a:buFont typeface="Wingdings" panose="05000000000000000000" pitchFamily="2" charset="2"/>
              <a:buChar char="Ø"/>
            </a:pPr>
            <a:r>
              <a:rPr lang="bn-IN" sz="2600" dirty="0">
                <a:solidFill>
                  <a:schemeClr val="accent2">
                    <a:lumMod val="75000"/>
                  </a:schemeClr>
                </a:solidFill>
              </a:rPr>
              <a:t> তারাতারি পরিপক্ক হয়</a:t>
            </a:r>
          </a:p>
        </p:txBody>
      </p:sp>
    </p:spTree>
    <p:extLst>
      <p:ext uri="{BB962C8B-B14F-4D97-AF65-F5344CB8AC3E}">
        <p14:creationId xmlns:p14="http://schemas.microsoft.com/office/powerpoint/2010/main" val="32728566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p:txBody>
          <a:bodyPr/>
          <a:lstStyle/>
          <a:p>
            <a:r>
              <a:rPr lang="bn-IN" dirty="0"/>
              <a:t>মুরগীর স্থানভিত্তিক শ্রেণিবিভাগ</a:t>
            </a:r>
            <a:endParaRPr lang="en-US" dirty="0"/>
          </a:p>
        </p:txBody>
      </p:sp>
      <p:graphicFrame>
        <p:nvGraphicFramePr>
          <p:cNvPr id="6" name="Diagram 5">
            <a:extLst>
              <a:ext uri="{FF2B5EF4-FFF2-40B4-BE49-F238E27FC236}">
                <a16:creationId xmlns:a16="http://schemas.microsoft.com/office/drawing/2014/main" id="{27BAF41C-DA1F-437A-9888-E0E392775CEB}"/>
              </a:ext>
            </a:extLst>
          </p:cNvPr>
          <p:cNvGraphicFramePr/>
          <p:nvPr>
            <p:extLst>
              <p:ext uri="{D42A27DB-BD31-4B8C-83A1-F6EECF244321}">
                <p14:modId xmlns:p14="http://schemas.microsoft.com/office/powerpoint/2010/main" val="1308036631"/>
              </p:ext>
            </p:extLst>
          </p:nvPr>
        </p:nvGraphicFramePr>
        <p:xfrm>
          <a:off x="273269" y="2249214"/>
          <a:ext cx="11666483" cy="4445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6301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মুরগীর আমেরিকান, ভূমধ্যসাগরীয়, ইংলিশ ও এশীয় জাতের তুলনামূলক বৈশিষ্ট্য</a:t>
            </a:r>
            <a:endParaRPr lang="en-US" dirty="0"/>
          </a:p>
        </p:txBody>
      </p:sp>
      <p:graphicFrame>
        <p:nvGraphicFramePr>
          <p:cNvPr id="3" name="Table 3">
            <a:extLst>
              <a:ext uri="{FF2B5EF4-FFF2-40B4-BE49-F238E27FC236}">
                <a16:creationId xmlns:a16="http://schemas.microsoft.com/office/drawing/2014/main" id="{924A4CDD-B82E-411B-B152-4D388C1EAD9F}"/>
              </a:ext>
            </a:extLst>
          </p:cNvPr>
          <p:cNvGraphicFramePr>
            <a:graphicFrameLocks noGrp="1"/>
          </p:cNvGraphicFramePr>
          <p:nvPr>
            <p:extLst>
              <p:ext uri="{D42A27DB-BD31-4B8C-83A1-F6EECF244321}">
                <p14:modId xmlns:p14="http://schemas.microsoft.com/office/powerpoint/2010/main" val="2428285996"/>
              </p:ext>
            </p:extLst>
          </p:nvPr>
        </p:nvGraphicFramePr>
        <p:xfrm>
          <a:off x="572814" y="2354318"/>
          <a:ext cx="11046372" cy="4193625"/>
        </p:xfrm>
        <a:graphic>
          <a:graphicData uri="http://schemas.openxmlformats.org/drawingml/2006/table">
            <a:tbl>
              <a:tblPr firstRow="1" bandRow="1">
                <a:tableStyleId>{5C22544A-7EE6-4342-B048-85BDC9FD1C3A}</a:tableStyleId>
              </a:tblPr>
              <a:tblGrid>
                <a:gridCol w="1841062">
                  <a:extLst>
                    <a:ext uri="{9D8B030D-6E8A-4147-A177-3AD203B41FA5}">
                      <a16:colId xmlns:a16="http://schemas.microsoft.com/office/drawing/2014/main" val="3824661491"/>
                    </a:ext>
                  </a:extLst>
                </a:gridCol>
                <a:gridCol w="1841062">
                  <a:extLst>
                    <a:ext uri="{9D8B030D-6E8A-4147-A177-3AD203B41FA5}">
                      <a16:colId xmlns:a16="http://schemas.microsoft.com/office/drawing/2014/main" val="1242551540"/>
                    </a:ext>
                  </a:extLst>
                </a:gridCol>
                <a:gridCol w="1841062">
                  <a:extLst>
                    <a:ext uri="{9D8B030D-6E8A-4147-A177-3AD203B41FA5}">
                      <a16:colId xmlns:a16="http://schemas.microsoft.com/office/drawing/2014/main" val="461192779"/>
                    </a:ext>
                  </a:extLst>
                </a:gridCol>
                <a:gridCol w="1841062">
                  <a:extLst>
                    <a:ext uri="{9D8B030D-6E8A-4147-A177-3AD203B41FA5}">
                      <a16:colId xmlns:a16="http://schemas.microsoft.com/office/drawing/2014/main" val="2917455006"/>
                    </a:ext>
                  </a:extLst>
                </a:gridCol>
                <a:gridCol w="1841062">
                  <a:extLst>
                    <a:ext uri="{9D8B030D-6E8A-4147-A177-3AD203B41FA5}">
                      <a16:colId xmlns:a16="http://schemas.microsoft.com/office/drawing/2014/main" val="1768146386"/>
                    </a:ext>
                  </a:extLst>
                </a:gridCol>
                <a:gridCol w="1841062">
                  <a:extLst>
                    <a:ext uri="{9D8B030D-6E8A-4147-A177-3AD203B41FA5}">
                      <a16:colId xmlns:a16="http://schemas.microsoft.com/office/drawing/2014/main" val="1189916274"/>
                    </a:ext>
                  </a:extLst>
                </a:gridCol>
              </a:tblGrid>
              <a:tr h="737825">
                <a:tc>
                  <a:txBody>
                    <a:bodyPr/>
                    <a:lstStyle/>
                    <a:p>
                      <a:r>
                        <a:rPr lang="bn-IN" sz="2000" dirty="0"/>
                        <a:t>শ্রেণীর নাম</a:t>
                      </a:r>
                      <a:endParaRPr lang="en-US" sz="2000" dirty="0"/>
                    </a:p>
                  </a:txBody>
                  <a:tcPr/>
                </a:tc>
                <a:tc>
                  <a:txBody>
                    <a:bodyPr/>
                    <a:lstStyle/>
                    <a:p>
                      <a:r>
                        <a:rPr lang="bn-IN" sz="2000" dirty="0"/>
                        <a:t>কানের রং</a:t>
                      </a:r>
                      <a:endParaRPr lang="en-US" sz="2000" dirty="0"/>
                    </a:p>
                  </a:txBody>
                  <a:tcPr/>
                </a:tc>
                <a:tc>
                  <a:txBody>
                    <a:bodyPr/>
                    <a:lstStyle/>
                    <a:p>
                      <a:r>
                        <a:rPr lang="bn-IN" sz="2000" dirty="0"/>
                        <a:t>চামড়ার রং</a:t>
                      </a:r>
                      <a:endParaRPr lang="en-US" sz="2000" dirty="0"/>
                    </a:p>
                  </a:txBody>
                  <a:tcPr/>
                </a:tc>
                <a:tc>
                  <a:txBody>
                    <a:bodyPr/>
                    <a:lstStyle/>
                    <a:p>
                      <a:r>
                        <a:rPr lang="bn-IN" sz="2000" dirty="0"/>
                        <a:t>ডিমের খোসার  রং</a:t>
                      </a:r>
                      <a:endParaRPr lang="en-US" sz="2000" dirty="0"/>
                    </a:p>
                  </a:txBody>
                  <a:tcPr/>
                </a:tc>
                <a:tc>
                  <a:txBody>
                    <a:bodyPr/>
                    <a:lstStyle/>
                    <a:p>
                      <a:r>
                        <a:rPr lang="bn-IN" sz="2000" dirty="0"/>
                        <a:t>পায়ের নালায় পালক</a:t>
                      </a:r>
                      <a:endParaRPr lang="en-US" sz="2000" dirty="0"/>
                    </a:p>
                  </a:txBody>
                  <a:tcPr/>
                </a:tc>
                <a:tc>
                  <a:txBody>
                    <a:bodyPr/>
                    <a:lstStyle/>
                    <a:p>
                      <a:r>
                        <a:rPr lang="bn-IN" sz="2000" dirty="0"/>
                        <a:t>আকৃতি ও উপযোগিতা</a:t>
                      </a:r>
                      <a:endParaRPr lang="en-US" sz="2000" dirty="0"/>
                    </a:p>
                  </a:txBody>
                  <a:tcPr/>
                </a:tc>
                <a:extLst>
                  <a:ext uri="{0D108BD9-81ED-4DB2-BD59-A6C34878D82A}">
                    <a16:rowId xmlns:a16="http://schemas.microsoft.com/office/drawing/2014/main" val="2132700277"/>
                  </a:ext>
                </a:extLst>
              </a:tr>
              <a:tr h="863950">
                <a:tc>
                  <a:txBody>
                    <a:bodyPr/>
                    <a:lstStyle/>
                    <a:p>
                      <a:r>
                        <a:rPr lang="bn-IN" sz="2000" dirty="0"/>
                        <a:t>আমেরিকান</a:t>
                      </a:r>
                      <a:endParaRPr lang="en-US" sz="2000" dirty="0"/>
                    </a:p>
                  </a:txBody>
                  <a:tcPr/>
                </a:tc>
                <a:tc>
                  <a:txBody>
                    <a:bodyPr/>
                    <a:lstStyle/>
                    <a:p>
                      <a:pPr algn="ctr"/>
                      <a:r>
                        <a:rPr lang="bn-IN" sz="2000" dirty="0"/>
                        <a:t>লাল</a:t>
                      </a:r>
                      <a:endParaRPr lang="en-US" sz="2000" dirty="0"/>
                    </a:p>
                  </a:txBody>
                  <a:tcPr/>
                </a:tc>
                <a:tc>
                  <a:txBody>
                    <a:bodyPr/>
                    <a:lstStyle/>
                    <a:p>
                      <a:pPr algn="ctr"/>
                      <a:r>
                        <a:rPr lang="bn-IN" sz="2000" dirty="0"/>
                        <a:t>হলুদ</a:t>
                      </a:r>
                      <a:endParaRPr lang="en-US" sz="2000" dirty="0"/>
                    </a:p>
                  </a:txBody>
                  <a:tcPr/>
                </a:tc>
                <a:tc>
                  <a:txBody>
                    <a:bodyPr/>
                    <a:lstStyle/>
                    <a:p>
                      <a:pPr algn="ctr"/>
                      <a:r>
                        <a:rPr lang="bn-IN" sz="2000" dirty="0"/>
                        <a:t>বাদামী</a:t>
                      </a:r>
                      <a:endParaRPr lang="en-US" sz="2000" dirty="0"/>
                    </a:p>
                  </a:txBody>
                  <a:tcPr/>
                </a:tc>
                <a:tc>
                  <a:txBody>
                    <a:bodyPr/>
                    <a:lstStyle/>
                    <a:p>
                      <a:pPr algn="ctr"/>
                      <a:r>
                        <a:rPr lang="bn-IN" sz="2000" dirty="0"/>
                        <a:t>নেই</a:t>
                      </a:r>
                      <a:endParaRPr lang="en-US" sz="2000" dirty="0"/>
                    </a:p>
                  </a:txBody>
                  <a:tcPr/>
                </a:tc>
                <a:tc>
                  <a:txBody>
                    <a:bodyPr/>
                    <a:lstStyle/>
                    <a:p>
                      <a:r>
                        <a:rPr lang="bn-IN" sz="2000" dirty="0"/>
                        <a:t>মাঝারী, ডিম ও মাংস</a:t>
                      </a:r>
                      <a:endParaRPr lang="en-US" sz="2000" dirty="0"/>
                    </a:p>
                  </a:txBody>
                  <a:tcPr/>
                </a:tc>
                <a:extLst>
                  <a:ext uri="{0D108BD9-81ED-4DB2-BD59-A6C34878D82A}">
                    <a16:rowId xmlns:a16="http://schemas.microsoft.com/office/drawing/2014/main" val="2829851925"/>
                  </a:ext>
                </a:extLst>
              </a:tr>
              <a:tr h="863950">
                <a:tc>
                  <a:txBody>
                    <a:bodyPr/>
                    <a:lstStyle/>
                    <a:p>
                      <a:r>
                        <a:rPr lang="bn-IN" sz="2000" dirty="0"/>
                        <a:t>ভূমধ্যসাগরীয়</a:t>
                      </a:r>
                      <a:endParaRPr lang="en-US" sz="2000" dirty="0"/>
                    </a:p>
                  </a:txBody>
                  <a:tcPr/>
                </a:tc>
                <a:tc>
                  <a:txBody>
                    <a:bodyPr/>
                    <a:lstStyle/>
                    <a:p>
                      <a:pPr algn="ctr"/>
                      <a:r>
                        <a:rPr lang="bn-IN" sz="2000" dirty="0"/>
                        <a:t>সাদা</a:t>
                      </a:r>
                      <a:endParaRPr lang="en-US" sz="2000" dirty="0"/>
                    </a:p>
                  </a:txBody>
                  <a:tcPr/>
                </a:tc>
                <a:tc>
                  <a:txBody>
                    <a:bodyPr/>
                    <a:lstStyle/>
                    <a:p>
                      <a:pPr algn="ctr"/>
                      <a:r>
                        <a:rPr lang="bn-IN" sz="2000" dirty="0"/>
                        <a:t>সাদা</a:t>
                      </a:r>
                      <a:endParaRPr lang="en-US" sz="2000" dirty="0"/>
                    </a:p>
                  </a:txBody>
                  <a:tcPr/>
                </a:tc>
                <a:tc>
                  <a:txBody>
                    <a:bodyPr/>
                    <a:lstStyle/>
                    <a:p>
                      <a:pPr algn="ctr"/>
                      <a:r>
                        <a:rPr lang="bn-IN" sz="2000" dirty="0"/>
                        <a:t>সাদা</a:t>
                      </a:r>
                      <a:endParaRPr lang="en-US" sz="2000" dirty="0"/>
                    </a:p>
                  </a:txBody>
                  <a:tcPr/>
                </a:tc>
                <a:tc>
                  <a:txBody>
                    <a:bodyPr/>
                    <a:lstStyle/>
                    <a:p>
                      <a:pPr algn="ctr"/>
                      <a:r>
                        <a:rPr lang="bn-IN" sz="2000" dirty="0"/>
                        <a:t>নেই</a:t>
                      </a:r>
                      <a:endParaRPr lang="en-US" sz="2000" dirty="0"/>
                    </a:p>
                  </a:txBody>
                  <a:tcPr/>
                </a:tc>
                <a:tc>
                  <a:txBody>
                    <a:bodyPr/>
                    <a:lstStyle/>
                    <a:p>
                      <a:r>
                        <a:rPr lang="bn-IN" sz="2000" dirty="0"/>
                        <a:t>ছোট, ডিম</a:t>
                      </a:r>
                      <a:endParaRPr lang="en-US" sz="2000" dirty="0"/>
                    </a:p>
                  </a:txBody>
                  <a:tcPr/>
                </a:tc>
                <a:extLst>
                  <a:ext uri="{0D108BD9-81ED-4DB2-BD59-A6C34878D82A}">
                    <a16:rowId xmlns:a16="http://schemas.microsoft.com/office/drawing/2014/main" val="3152244701"/>
                  </a:ext>
                </a:extLst>
              </a:tr>
              <a:tr h="863950">
                <a:tc>
                  <a:txBody>
                    <a:bodyPr/>
                    <a:lstStyle/>
                    <a:p>
                      <a:r>
                        <a:rPr lang="bn-IN" sz="2000" dirty="0"/>
                        <a:t>ইংলিশ</a:t>
                      </a:r>
                      <a:endParaRPr lang="en-US" sz="2000" dirty="0"/>
                    </a:p>
                  </a:txBody>
                  <a:tcPr/>
                </a:tc>
                <a:tc>
                  <a:txBody>
                    <a:bodyPr/>
                    <a:lstStyle/>
                    <a:p>
                      <a:pPr algn="ctr"/>
                      <a:r>
                        <a:rPr lang="bn-IN" sz="2000" dirty="0"/>
                        <a:t>লাল</a:t>
                      </a:r>
                      <a:endParaRPr lang="en-US" sz="2000" dirty="0"/>
                    </a:p>
                  </a:txBody>
                  <a:tcPr/>
                </a:tc>
                <a:tc>
                  <a:txBody>
                    <a:bodyPr/>
                    <a:lstStyle/>
                    <a:p>
                      <a:pPr algn="ctr"/>
                      <a:r>
                        <a:rPr lang="bn-IN" sz="2000" dirty="0"/>
                        <a:t>সাদা</a:t>
                      </a:r>
                      <a:endParaRPr lang="en-US" sz="2000" dirty="0"/>
                    </a:p>
                  </a:txBody>
                  <a:tcPr/>
                </a:tc>
                <a:tc>
                  <a:txBody>
                    <a:bodyPr/>
                    <a:lstStyle/>
                    <a:p>
                      <a:pPr algn="ctr"/>
                      <a:r>
                        <a:rPr lang="bn-IN" sz="2000" dirty="0"/>
                        <a:t>বাদামী</a:t>
                      </a:r>
                      <a:endParaRPr lang="en-US" sz="2000" dirty="0"/>
                    </a:p>
                  </a:txBody>
                  <a:tcPr/>
                </a:tc>
                <a:tc>
                  <a:txBody>
                    <a:bodyPr/>
                    <a:lstStyle/>
                    <a:p>
                      <a:pPr algn="ctr"/>
                      <a:r>
                        <a:rPr lang="bn-IN" sz="2000" dirty="0"/>
                        <a:t>নেই</a:t>
                      </a:r>
                      <a:endParaRPr lang="en-US" sz="2000" dirty="0"/>
                    </a:p>
                  </a:txBody>
                  <a:tcPr/>
                </a:tc>
                <a:tc>
                  <a:txBody>
                    <a:bodyPr/>
                    <a:lstStyle/>
                    <a:p>
                      <a:r>
                        <a:rPr lang="bn-IN" sz="2000" dirty="0"/>
                        <a:t>মাঝারী, ডিম ও মাংস</a:t>
                      </a:r>
                      <a:endParaRPr lang="en-US" sz="2000" dirty="0"/>
                    </a:p>
                  </a:txBody>
                  <a:tcPr/>
                </a:tc>
                <a:extLst>
                  <a:ext uri="{0D108BD9-81ED-4DB2-BD59-A6C34878D82A}">
                    <a16:rowId xmlns:a16="http://schemas.microsoft.com/office/drawing/2014/main" val="3325714021"/>
                  </a:ext>
                </a:extLst>
              </a:tr>
              <a:tr h="863950">
                <a:tc>
                  <a:txBody>
                    <a:bodyPr/>
                    <a:lstStyle/>
                    <a:p>
                      <a:r>
                        <a:rPr lang="bn-IN" sz="2000" dirty="0"/>
                        <a:t>এশিয়াটিক</a:t>
                      </a:r>
                      <a:endParaRPr lang="en-US" sz="2000" dirty="0"/>
                    </a:p>
                  </a:txBody>
                  <a:tcPr/>
                </a:tc>
                <a:tc>
                  <a:txBody>
                    <a:bodyPr/>
                    <a:lstStyle/>
                    <a:p>
                      <a:pPr algn="ctr"/>
                      <a:r>
                        <a:rPr lang="bn-IN" sz="2000" dirty="0"/>
                        <a:t>লাল</a:t>
                      </a:r>
                      <a:endParaRPr lang="en-US" sz="2000" dirty="0"/>
                    </a:p>
                  </a:txBody>
                  <a:tcPr/>
                </a:tc>
                <a:tc>
                  <a:txBody>
                    <a:bodyPr/>
                    <a:lstStyle/>
                    <a:p>
                      <a:pPr algn="ctr"/>
                      <a:r>
                        <a:rPr lang="bn-IN" sz="2000" dirty="0"/>
                        <a:t>হলুদ</a:t>
                      </a:r>
                      <a:endParaRPr lang="en-US" sz="2000" dirty="0"/>
                    </a:p>
                  </a:txBody>
                  <a:tcPr/>
                </a:tc>
                <a:tc>
                  <a:txBody>
                    <a:bodyPr/>
                    <a:lstStyle/>
                    <a:p>
                      <a:pPr algn="ctr"/>
                      <a:r>
                        <a:rPr lang="bn-IN" sz="2000" dirty="0"/>
                        <a:t>বাদামী</a:t>
                      </a:r>
                      <a:endParaRPr lang="en-US" sz="2000" dirty="0"/>
                    </a:p>
                  </a:txBody>
                  <a:tcPr/>
                </a:tc>
                <a:tc>
                  <a:txBody>
                    <a:bodyPr/>
                    <a:lstStyle/>
                    <a:p>
                      <a:pPr algn="ctr"/>
                      <a:r>
                        <a:rPr lang="bn-IN" sz="2000" dirty="0"/>
                        <a:t>থাকতে পারে</a:t>
                      </a:r>
                      <a:endParaRPr lang="en-US" sz="2000" dirty="0"/>
                    </a:p>
                  </a:txBody>
                  <a:tcPr/>
                </a:tc>
                <a:tc>
                  <a:txBody>
                    <a:bodyPr/>
                    <a:lstStyle/>
                    <a:p>
                      <a:r>
                        <a:rPr lang="bn-IN" sz="2000" dirty="0"/>
                        <a:t>বড়, মাংস</a:t>
                      </a:r>
                      <a:endParaRPr lang="en-US" sz="2000" dirty="0"/>
                    </a:p>
                  </a:txBody>
                  <a:tcPr/>
                </a:tc>
                <a:extLst>
                  <a:ext uri="{0D108BD9-81ED-4DB2-BD59-A6C34878D82A}">
                    <a16:rowId xmlns:a16="http://schemas.microsoft.com/office/drawing/2014/main" val="3482873065"/>
                  </a:ext>
                </a:extLst>
              </a:tr>
            </a:tbl>
          </a:graphicData>
        </a:graphic>
      </p:graphicFrame>
    </p:spTree>
    <p:extLst>
      <p:ext uri="{BB962C8B-B14F-4D97-AF65-F5344CB8AC3E}">
        <p14:creationId xmlns:p14="http://schemas.microsoft.com/office/powerpoint/2010/main" val="42068249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বাণিজ্যিক ব্রয়লার ও লেয়ার হাইব্রিড</a:t>
            </a:r>
            <a:endParaRPr lang="en-US" dirty="0"/>
          </a:p>
        </p:txBody>
      </p:sp>
      <p:graphicFrame>
        <p:nvGraphicFramePr>
          <p:cNvPr id="4" name="Diagram 3">
            <a:extLst>
              <a:ext uri="{FF2B5EF4-FFF2-40B4-BE49-F238E27FC236}">
                <a16:creationId xmlns:a16="http://schemas.microsoft.com/office/drawing/2014/main" id="{0CD3EE5B-3176-430C-8A25-9AF527F5834E}"/>
              </a:ext>
            </a:extLst>
          </p:cNvPr>
          <p:cNvGraphicFramePr/>
          <p:nvPr>
            <p:extLst>
              <p:ext uri="{D42A27DB-BD31-4B8C-83A1-F6EECF244321}">
                <p14:modId xmlns:p14="http://schemas.microsoft.com/office/powerpoint/2010/main" val="2710608980"/>
              </p:ext>
            </p:extLst>
          </p:nvPr>
        </p:nvGraphicFramePr>
        <p:xfrm>
          <a:off x="5580993" y="2144111"/>
          <a:ext cx="6376275" cy="4403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4B7DE987-10D5-44EA-9E6A-91AB1B30FE40}"/>
              </a:ext>
            </a:extLst>
          </p:cNvPr>
          <p:cNvSpPr txBox="1"/>
          <p:nvPr/>
        </p:nvSpPr>
        <p:spPr>
          <a:xfrm>
            <a:off x="977461" y="2448910"/>
            <a:ext cx="5517931" cy="3970318"/>
          </a:xfrm>
          <a:prstGeom prst="rect">
            <a:avLst/>
          </a:prstGeom>
          <a:noFill/>
        </p:spPr>
        <p:txBody>
          <a:bodyPr wrap="square" rtlCol="0">
            <a:spAutoFit/>
          </a:bodyPr>
          <a:lstStyle/>
          <a:p>
            <a:r>
              <a:rPr lang="bn-IN" sz="2800" dirty="0">
                <a:solidFill>
                  <a:schemeClr val="accent2"/>
                </a:solidFill>
              </a:rPr>
              <a:t>হাইব্রিড লেয়ারঃ </a:t>
            </a:r>
            <a:r>
              <a:rPr lang="bn-IN" sz="2800" dirty="0"/>
              <a:t>মোহমান হোয়াইট/ব্রাউন, ইসা ব্রাউন, ব্যাবকক, বিবি-৩০০, হাবার্ড ব্রাউন, স্টারকস ব্রাউ্ন, হাইসেক্স ব্রাউন ইত্যাদি</a:t>
            </a:r>
          </a:p>
          <a:p>
            <a:endParaRPr lang="bn-IN" sz="2800" dirty="0"/>
          </a:p>
          <a:p>
            <a:r>
              <a:rPr lang="bn-IN" sz="2800" dirty="0">
                <a:solidFill>
                  <a:schemeClr val="accent2"/>
                </a:solidFill>
              </a:rPr>
              <a:t>ব্রয়লার হাইব্রিডঃ</a:t>
            </a:r>
            <a:r>
              <a:rPr lang="bn-IN" sz="2800" dirty="0"/>
              <a:t> সেভার স্টার ব্রো, হাই লাইন, সেভার মাস্টার, ভেনকব, ইসা আই ৭৫৭, হাবার্ড ক্লাসিক ইত্যাদি</a:t>
            </a:r>
            <a:endParaRPr lang="en-US" sz="2800" dirty="0"/>
          </a:p>
        </p:txBody>
      </p:sp>
    </p:spTree>
    <p:extLst>
      <p:ext uri="{BB962C8B-B14F-4D97-AF65-F5344CB8AC3E}">
        <p14:creationId xmlns:p14="http://schemas.microsoft.com/office/powerpoint/2010/main" val="41466785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আমেরিকান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6032939" cy="3908762"/>
          </a:xfrm>
          <a:prstGeom prst="rect">
            <a:avLst/>
          </a:prstGeom>
          <a:noFill/>
        </p:spPr>
        <p:txBody>
          <a:bodyPr wrap="square" rtlCol="0">
            <a:spAutoFit/>
          </a:bodyPr>
          <a:lstStyle/>
          <a:p>
            <a:r>
              <a:rPr lang="bn-IN" sz="2800" dirty="0">
                <a:solidFill>
                  <a:schemeClr val="accent2"/>
                </a:solidFill>
              </a:rPr>
              <a:t>রোড আইল্যান্ড রেড(</a:t>
            </a:r>
            <a:r>
              <a:rPr lang="en-US" sz="2800" dirty="0">
                <a:solidFill>
                  <a:schemeClr val="accent2"/>
                </a:solidFill>
              </a:rPr>
              <a:t>RIR</a:t>
            </a:r>
            <a:r>
              <a:rPr lang="bn-IN" sz="2800" dirty="0">
                <a:solidFill>
                  <a:schemeClr val="accent2"/>
                </a:solidFill>
              </a:rPr>
              <a:t>)</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endParaRPr lang="en-US" sz="2800" dirty="0">
              <a:solidFill>
                <a:schemeClr val="accent2"/>
              </a:solidFill>
            </a:endParaRPr>
          </a:p>
          <a:p>
            <a:pPr marL="457200" indent="-457200">
              <a:buFont typeface="Wingdings" panose="05000000000000000000" pitchFamily="2" charset="2"/>
              <a:buChar char="Ø"/>
            </a:pPr>
            <a:r>
              <a:rPr lang="bn-IN" sz="3200" dirty="0"/>
              <a:t>পালক লাল, কিন্তু পাখা ও লেজের মাথায় কালচে</a:t>
            </a:r>
          </a:p>
          <a:p>
            <a:pPr marL="457200" indent="-457200">
              <a:buFont typeface="Wingdings" panose="05000000000000000000" pitchFamily="2" charset="2"/>
              <a:buChar char="Ø"/>
            </a:pPr>
            <a:r>
              <a:rPr lang="bn-IN" sz="3200" dirty="0"/>
              <a:t>কানের লতি ছোট ও লাল রঙের</a:t>
            </a:r>
          </a:p>
          <a:p>
            <a:pPr marL="457200" indent="-457200">
              <a:buFont typeface="Wingdings" panose="05000000000000000000" pitchFamily="2" charset="2"/>
              <a:buChar char="Ø"/>
            </a:pPr>
            <a:r>
              <a:rPr lang="bn-IN" sz="3200" dirty="0"/>
              <a:t>চামড়া হলুদ, পায়ে পালক নাই</a:t>
            </a:r>
          </a:p>
          <a:p>
            <a:pPr marL="457200" indent="-457200">
              <a:buFont typeface="Wingdings" panose="05000000000000000000" pitchFamily="2" charset="2"/>
              <a:buChar char="Ø"/>
            </a:pPr>
            <a:r>
              <a:rPr lang="bn-IN" sz="3200" dirty="0"/>
              <a:t>ওজন ২.৫-৩ / ৩-৪ কেজি</a:t>
            </a:r>
          </a:p>
          <a:p>
            <a:pPr marL="457200" indent="-457200">
              <a:buFont typeface="Wingdings" panose="05000000000000000000" pitchFamily="2" charset="2"/>
              <a:buChar char="Ø"/>
            </a:pPr>
            <a:r>
              <a:rPr lang="bn-IN" sz="3200" dirty="0"/>
              <a:t>আমেরিকার রোড আইল্যান্ড দ্বীপে</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531994" y="2098988"/>
            <a:ext cx="3640502" cy="4523049"/>
          </a:xfrm>
          <a:prstGeom prst="rect">
            <a:avLst/>
          </a:prstGeom>
        </p:spPr>
      </p:pic>
    </p:spTree>
    <p:extLst>
      <p:ext uri="{BB962C8B-B14F-4D97-AF65-F5344CB8AC3E}">
        <p14:creationId xmlns:p14="http://schemas.microsoft.com/office/powerpoint/2010/main" val="40388685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আমেরিকান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6085491" cy="4401205"/>
          </a:xfrm>
          <a:prstGeom prst="rect">
            <a:avLst/>
          </a:prstGeom>
          <a:noFill/>
        </p:spPr>
        <p:txBody>
          <a:bodyPr wrap="square" rtlCol="0">
            <a:spAutoFit/>
          </a:bodyPr>
          <a:lstStyle/>
          <a:p>
            <a:r>
              <a:rPr lang="bn-IN" sz="2800" dirty="0">
                <a:solidFill>
                  <a:schemeClr val="accent2"/>
                </a:solidFill>
              </a:rPr>
              <a:t>নিউ হ্যাম্পশায়ার</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endParaRPr lang="en-US" sz="2800" dirty="0">
              <a:solidFill>
                <a:schemeClr val="accent2"/>
              </a:solidFill>
            </a:endParaRPr>
          </a:p>
          <a:p>
            <a:pPr marL="457200" indent="-457200">
              <a:buFont typeface="Wingdings" panose="05000000000000000000" pitchFamily="2" charset="2"/>
              <a:buChar char="Ø"/>
            </a:pPr>
            <a:r>
              <a:rPr lang="bn-IN" sz="3200" dirty="0"/>
              <a:t>পালক তামাটে লাল, লেজের পালক কালো</a:t>
            </a:r>
          </a:p>
          <a:p>
            <a:pPr marL="457200" indent="-457200">
              <a:buFont typeface="Wingdings" panose="05000000000000000000" pitchFamily="2" charset="2"/>
              <a:buChar char="Ø"/>
            </a:pPr>
            <a:r>
              <a:rPr lang="bn-IN" sz="3200" dirty="0"/>
              <a:t>চামড়া হলুদ, পায়ের নালায় পালক নেই</a:t>
            </a:r>
          </a:p>
          <a:p>
            <a:pPr marL="457200" indent="-457200">
              <a:buFont typeface="Wingdings" panose="05000000000000000000" pitchFamily="2" charset="2"/>
              <a:buChar char="Ø"/>
            </a:pPr>
            <a:r>
              <a:rPr lang="bn-IN" sz="3200" dirty="0"/>
              <a:t>১৫০-২০০টি ডিম দেয়</a:t>
            </a:r>
          </a:p>
          <a:p>
            <a:pPr marL="457200" indent="-457200">
              <a:buFont typeface="Wingdings" panose="05000000000000000000" pitchFamily="2" charset="2"/>
              <a:buChar char="Ø"/>
            </a:pPr>
            <a:r>
              <a:rPr lang="bn-IN" sz="3200" dirty="0"/>
              <a:t>ওজন ২.৫-৩ /৩-৪ কেজি</a:t>
            </a:r>
          </a:p>
          <a:p>
            <a:pPr marL="457200" indent="-457200">
              <a:buFont typeface="Wingdings" panose="05000000000000000000" pitchFamily="2" charset="2"/>
              <a:buChar char="Ø"/>
            </a:pPr>
            <a:r>
              <a:rPr lang="bn-IN" sz="3200" dirty="0"/>
              <a:t>আমেরিকার নিউ হ্যাম্পশায়ার</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417493" y="2533486"/>
            <a:ext cx="4964506" cy="3835325"/>
          </a:xfrm>
          <a:prstGeom prst="rect">
            <a:avLst/>
          </a:prstGeom>
        </p:spPr>
      </p:pic>
    </p:spTree>
    <p:extLst>
      <p:ext uri="{BB962C8B-B14F-4D97-AF65-F5344CB8AC3E}">
        <p14:creationId xmlns:p14="http://schemas.microsoft.com/office/powerpoint/2010/main" val="29518094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আমেরিকান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6074981" cy="4401205"/>
          </a:xfrm>
          <a:prstGeom prst="rect">
            <a:avLst/>
          </a:prstGeom>
          <a:noFill/>
        </p:spPr>
        <p:txBody>
          <a:bodyPr wrap="square" rtlCol="0">
            <a:spAutoFit/>
          </a:bodyPr>
          <a:lstStyle/>
          <a:p>
            <a:r>
              <a:rPr lang="bn-IN" sz="2800" dirty="0">
                <a:solidFill>
                  <a:schemeClr val="accent2"/>
                </a:solidFill>
              </a:rPr>
              <a:t>প্লাইমাউথ রক (সবচেয়ে জনপ্রিয় জাত)</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endParaRPr lang="en-US" sz="2800" dirty="0">
              <a:solidFill>
                <a:schemeClr val="accent2"/>
              </a:solidFill>
            </a:endParaRPr>
          </a:p>
          <a:p>
            <a:pPr marL="457200" indent="-457200">
              <a:buFont typeface="Wingdings" panose="05000000000000000000" pitchFamily="2" charset="2"/>
              <a:buChar char="Ø"/>
            </a:pPr>
            <a:r>
              <a:rPr lang="bn-IN" sz="3200" dirty="0"/>
              <a:t>চামড়া হলদে, কানের লতি লাল, ঝুটি খাজকাটা </a:t>
            </a:r>
          </a:p>
          <a:p>
            <a:pPr marL="457200" indent="-457200">
              <a:buFont typeface="Wingdings" panose="05000000000000000000" pitchFamily="2" charset="2"/>
              <a:buChar char="Ø"/>
            </a:pPr>
            <a:r>
              <a:rPr lang="bn-IN" sz="3200" dirty="0"/>
              <a:t>১০০-১৫০টি ডিম দেয়</a:t>
            </a:r>
          </a:p>
          <a:p>
            <a:pPr marL="457200" indent="-457200">
              <a:buFont typeface="Wingdings" panose="05000000000000000000" pitchFamily="2" charset="2"/>
              <a:buChar char="Ø"/>
            </a:pPr>
            <a:r>
              <a:rPr lang="bn-IN" sz="3200" dirty="0"/>
              <a:t>কুচে হতে পারে, মাংসের জন্য বিখ্যাত</a:t>
            </a:r>
          </a:p>
          <a:p>
            <a:pPr marL="457200" indent="-457200">
              <a:buFont typeface="Wingdings" panose="05000000000000000000" pitchFamily="2" charset="2"/>
              <a:buChar char="Ø"/>
            </a:pPr>
            <a:r>
              <a:rPr lang="bn-IN" sz="3200" dirty="0"/>
              <a:t>ওজন ৩-৩.৫ / ৪-৪.৫ কেজি</a:t>
            </a:r>
          </a:p>
          <a:p>
            <a:pPr marL="457200" indent="-457200">
              <a:buFont typeface="Wingdings" panose="05000000000000000000" pitchFamily="2" charset="2"/>
              <a:buChar char="Ø"/>
            </a:pPr>
            <a:r>
              <a:rPr lang="bn-IN" sz="3200" dirty="0"/>
              <a:t>আমেরিকার প্লাইমাউথ অঞ্চলে</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472799" y="2628079"/>
            <a:ext cx="5351339" cy="3567560"/>
          </a:xfrm>
          <a:prstGeom prst="rect">
            <a:avLst/>
          </a:prstGeom>
        </p:spPr>
      </p:pic>
    </p:spTree>
    <p:extLst>
      <p:ext uri="{BB962C8B-B14F-4D97-AF65-F5344CB8AC3E}">
        <p14:creationId xmlns:p14="http://schemas.microsoft.com/office/powerpoint/2010/main" val="9546092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ভূমধ্যসাগরীয়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4401205"/>
          </a:xfrm>
          <a:prstGeom prst="rect">
            <a:avLst/>
          </a:prstGeom>
          <a:noFill/>
        </p:spPr>
        <p:txBody>
          <a:bodyPr wrap="square" rtlCol="0">
            <a:spAutoFit/>
          </a:bodyPr>
          <a:lstStyle/>
          <a:p>
            <a:r>
              <a:rPr lang="bn-IN" sz="2800" dirty="0">
                <a:solidFill>
                  <a:schemeClr val="accent2"/>
                </a:solidFill>
              </a:rPr>
              <a:t>হোয়াইট লেগহর্ন (ডিম সর্বাধিক)</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800" dirty="0"/>
              <a:t>দেহ ত্রিভুজাকার, কাধে মোটা, লেজের দিকে সরু</a:t>
            </a:r>
          </a:p>
          <a:p>
            <a:pPr marL="457200" indent="-457200">
              <a:buFont typeface="Wingdings" panose="05000000000000000000" pitchFamily="2" charset="2"/>
              <a:buChar char="Ø"/>
            </a:pPr>
            <a:r>
              <a:rPr lang="bn-IN" sz="2800" dirty="0"/>
              <a:t>পালক ও কানের লতি সাদা</a:t>
            </a:r>
          </a:p>
          <a:p>
            <a:pPr marL="457200" indent="-457200">
              <a:buFont typeface="Wingdings" panose="05000000000000000000" pitchFamily="2" charset="2"/>
              <a:buChar char="Ø"/>
            </a:pPr>
            <a:r>
              <a:rPr lang="bn-IN" sz="2800" dirty="0"/>
              <a:t>পায়ের নালা পালকবিহীন</a:t>
            </a:r>
          </a:p>
          <a:p>
            <a:pPr marL="457200" indent="-457200">
              <a:buFont typeface="Wingdings" panose="05000000000000000000" pitchFamily="2" charset="2"/>
              <a:buChar char="Ø"/>
            </a:pPr>
            <a:r>
              <a:rPr lang="bn-IN" sz="2800" dirty="0"/>
              <a:t>২৫০-৩০০টি ডিম</a:t>
            </a:r>
          </a:p>
          <a:p>
            <a:pPr marL="457200" indent="-457200">
              <a:buFont typeface="Wingdings" panose="05000000000000000000" pitchFamily="2" charset="2"/>
              <a:buChar char="Ø"/>
            </a:pPr>
            <a:r>
              <a:rPr lang="bn-IN" sz="2800" dirty="0"/>
              <a:t>ডিম সাদা</a:t>
            </a:r>
          </a:p>
          <a:p>
            <a:pPr marL="457200" indent="-457200">
              <a:buFont typeface="Wingdings" panose="05000000000000000000" pitchFamily="2" charset="2"/>
              <a:buChar char="Ø"/>
            </a:pPr>
            <a:r>
              <a:rPr lang="bn-IN" sz="2800" dirty="0"/>
              <a:t>ওজন ১.৫-২ / ২-৩ কেজি</a:t>
            </a:r>
            <a:endParaRPr lang="en-US" sz="2800" dirty="0"/>
          </a:p>
          <a:p>
            <a:pPr marL="457200" indent="-457200">
              <a:buFont typeface="Wingdings" panose="05000000000000000000" pitchFamily="2" charset="2"/>
              <a:buChar char="Ø"/>
            </a:pPr>
            <a:r>
              <a:rPr lang="bn-IN" sz="2800" dirty="0"/>
              <a:t>ইটালীর লেগহর্ণ স্থানে</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84276" y="2256655"/>
            <a:ext cx="4291288" cy="4291288"/>
          </a:xfrm>
          <a:prstGeom prst="rect">
            <a:avLst/>
          </a:prstGeom>
        </p:spPr>
      </p:pic>
    </p:spTree>
    <p:extLst>
      <p:ext uri="{BB962C8B-B14F-4D97-AF65-F5344CB8AC3E}">
        <p14:creationId xmlns:p14="http://schemas.microsoft.com/office/powerpoint/2010/main" val="39541200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ভূমধ্যসাগরীয়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970318"/>
          </a:xfrm>
          <a:prstGeom prst="rect">
            <a:avLst/>
          </a:prstGeom>
          <a:noFill/>
        </p:spPr>
        <p:txBody>
          <a:bodyPr wrap="square" rtlCol="0">
            <a:spAutoFit/>
          </a:bodyPr>
          <a:lstStyle/>
          <a:p>
            <a:r>
              <a:rPr lang="bn-IN" sz="2800" dirty="0">
                <a:solidFill>
                  <a:schemeClr val="accent2"/>
                </a:solidFill>
              </a:rPr>
              <a:t>ফাউমি (ছাড়া পালন সম্ভব, খুব চঞ্চল ও চালাক)</a:t>
            </a:r>
            <a:r>
              <a:rPr lang="en-US" sz="2800" dirty="0">
                <a:solidFill>
                  <a:schemeClr val="accent2"/>
                </a:solidFill>
              </a:rPr>
              <a:t>:</a:t>
            </a:r>
            <a:r>
              <a:rPr lang="bn-IN" sz="2800" dirty="0">
                <a:solidFill>
                  <a:schemeClr val="accent2"/>
                </a:solidFill>
              </a:rPr>
              <a:t> </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800" dirty="0"/>
              <a:t>কানের লতি সাদা, ঝুটি লাল</a:t>
            </a:r>
          </a:p>
          <a:p>
            <a:pPr marL="457200" indent="-457200">
              <a:buFont typeface="Wingdings" panose="05000000000000000000" pitchFamily="2" charset="2"/>
              <a:buChar char="Ø"/>
            </a:pPr>
            <a:r>
              <a:rPr lang="bn-IN" sz="2800" dirty="0"/>
              <a:t>পালক সাদা কালো ফোটা ফোটা</a:t>
            </a:r>
          </a:p>
          <a:p>
            <a:pPr marL="457200" indent="-457200">
              <a:buFont typeface="Wingdings" panose="05000000000000000000" pitchFamily="2" charset="2"/>
              <a:buChar char="Ø"/>
            </a:pPr>
            <a:r>
              <a:rPr lang="bn-IN" sz="2800" dirty="0"/>
              <a:t>ঘাড়ের পালক সাদা, লেজের শেষাংশ কালো</a:t>
            </a:r>
          </a:p>
          <a:p>
            <a:pPr marL="457200" indent="-457200">
              <a:buFont typeface="Wingdings" panose="05000000000000000000" pitchFamily="2" charset="2"/>
              <a:buChar char="Ø"/>
            </a:pPr>
            <a:r>
              <a:rPr lang="bn-IN" sz="2800" dirty="0"/>
              <a:t>১৮০-২০০টি ডিম, ২ /১.৫ কেজি</a:t>
            </a:r>
          </a:p>
          <a:p>
            <a:pPr marL="457200" indent="-457200">
              <a:buFont typeface="Wingdings" panose="05000000000000000000" pitchFamily="2" charset="2"/>
              <a:buChar char="Ø"/>
            </a:pPr>
            <a:r>
              <a:rPr lang="bn-IN" sz="2800" dirty="0"/>
              <a:t>মিশরে উৎপত্তি </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55814" y="2157687"/>
            <a:ext cx="4390256" cy="4390256"/>
          </a:xfrm>
          <a:prstGeom prst="rect">
            <a:avLst/>
          </a:prstGeom>
        </p:spPr>
      </p:pic>
    </p:spTree>
    <p:extLst>
      <p:ext uri="{BB962C8B-B14F-4D97-AF65-F5344CB8AC3E}">
        <p14:creationId xmlns:p14="http://schemas.microsoft.com/office/powerpoint/2010/main" val="61993656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ভূমধ্যসাগরীয়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108543"/>
          </a:xfrm>
          <a:prstGeom prst="rect">
            <a:avLst/>
          </a:prstGeom>
          <a:noFill/>
        </p:spPr>
        <p:txBody>
          <a:bodyPr wrap="square" rtlCol="0">
            <a:spAutoFit/>
          </a:bodyPr>
          <a:lstStyle/>
          <a:p>
            <a:r>
              <a:rPr lang="bn-IN" sz="2800" dirty="0">
                <a:solidFill>
                  <a:schemeClr val="accent2"/>
                </a:solidFill>
              </a:rPr>
              <a:t>মিনর্কা</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800" dirty="0"/>
              <a:t>কানের লতি সাদা, ঝুটি একক ও চামড়া সাদা,</a:t>
            </a:r>
          </a:p>
          <a:p>
            <a:pPr marL="457200" indent="-457200">
              <a:buFont typeface="Wingdings" panose="05000000000000000000" pitchFamily="2" charset="2"/>
              <a:buChar char="Ø"/>
            </a:pPr>
            <a:r>
              <a:rPr lang="bn-IN" sz="2800" dirty="0"/>
              <a:t>ডিম বছরে ২০০টি</a:t>
            </a:r>
          </a:p>
          <a:p>
            <a:pPr marL="457200" indent="-457200">
              <a:buFont typeface="Wingdings" panose="05000000000000000000" pitchFamily="2" charset="2"/>
              <a:buChar char="Ø"/>
            </a:pPr>
            <a:r>
              <a:rPr lang="bn-IN" sz="2800" dirty="0"/>
              <a:t>ডিম সাদা, পায়ের নালায় পালক নেই</a:t>
            </a:r>
          </a:p>
          <a:p>
            <a:pPr marL="457200" indent="-457200">
              <a:buFont typeface="Wingdings" panose="05000000000000000000" pitchFamily="2" charset="2"/>
              <a:buChar char="Ø"/>
            </a:pPr>
            <a:r>
              <a:rPr lang="bn-IN" sz="2800" dirty="0"/>
              <a:t>ওজন ২-৩ / ৩-৪ কেজি</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782731" y="2210730"/>
            <a:ext cx="4337213" cy="4337213"/>
          </a:xfrm>
          <a:prstGeom prst="rect">
            <a:avLst/>
          </a:prstGeom>
        </p:spPr>
      </p:pic>
    </p:spTree>
    <p:extLst>
      <p:ext uri="{BB962C8B-B14F-4D97-AF65-F5344CB8AC3E}">
        <p14:creationId xmlns:p14="http://schemas.microsoft.com/office/powerpoint/2010/main" val="13243127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ইংলিশ শ্রেনীর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970318"/>
          </a:xfrm>
          <a:prstGeom prst="rect">
            <a:avLst/>
          </a:prstGeom>
          <a:noFill/>
        </p:spPr>
        <p:txBody>
          <a:bodyPr wrap="square" rtlCol="0">
            <a:spAutoFit/>
          </a:bodyPr>
          <a:lstStyle/>
          <a:p>
            <a:r>
              <a:rPr lang="bn-IN" sz="2800" dirty="0">
                <a:solidFill>
                  <a:schemeClr val="accent2"/>
                </a:solidFill>
              </a:rPr>
              <a:t>অস্টার্লপ</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800" dirty="0"/>
              <a:t>দেহ খাড়া ও মজবুত হয়ে থাকে</a:t>
            </a:r>
          </a:p>
          <a:p>
            <a:pPr marL="457200" indent="-457200">
              <a:buFont typeface="Wingdings" panose="05000000000000000000" pitchFamily="2" charset="2"/>
              <a:buChar char="Ø"/>
            </a:pPr>
            <a:r>
              <a:rPr lang="bn-IN" sz="2800" dirty="0"/>
              <a:t>পালক চকচকে সবুজাভ কালো</a:t>
            </a:r>
          </a:p>
          <a:p>
            <a:pPr marL="457200" indent="-457200">
              <a:buFont typeface="Wingdings" panose="05000000000000000000" pitchFamily="2" charset="2"/>
              <a:buChar char="Ø"/>
            </a:pPr>
            <a:r>
              <a:rPr lang="bn-IN" sz="2800" dirty="0"/>
              <a:t>ঝুটি একক, কানের লতি লাল, চামড়া সাদা</a:t>
            </a:r>
          </a:p>
          <a:p>
            <a:pPr marL="457200" indent="-457200">
              <a:buFont typeface="Wingdings" panose="05000000000000000000" pitchFamily="2" charset="2"/>
              <a:buChar char="Ø"/>
            </a:pPr>
            <a:r>
              <a:rPr lang="bn-IN" sz="2800" dirty="0"/>
              <a:t>১৫০-২০০টি ডিম দেয়</a:t>
            </a:r>
          </a:p>
          <a:p>
            <a:pPr marL="457200" indent="-457200">
              <a:buFont typeface="Wingdings" panose="05000000000000000000" pitchFamily="2" charset="2"/>
              <a:buChar char="Ø"/>
            </a:pPr>
            <a:r>
              <a:rPr lang="bn-IN" sz="2800" dirty="0"/>
              <a:t>ওজন ২-৩ /৩-৪ কেজি</a:t>
            </a:r>
          </a:p>
          <a:p>
            <a:pPr marL="457200" indent="-457200">
              <a:buFont typeface="Wingdings" panose="05000000000000000000" pitchFamily="2" charset="2"/>
              <a:buChar char="Ø"/>
            </a:pPr>
            <a:r>
              <a:rPr lang="bn-IN" sz="2800" dirty="0"/>
              <a:t>উৎপত্তি গ্রেট ব্রিটেন</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547945" y="2396359"/>
            <a:ext cx="4614042" cy="3824799"/>
          </a:xfrm>
          <a:prstGeom prst="rect">
            <a:avLst/>
          </a:prstGeom>
        </p:spPr>
      </p:pic>
    </p:spTree>
    <p:extLst>
      <p:ext uri="{BB962C8B-B14F-4D97-AF65-F5344CB8AC3E}">
        <p14:creationId xmlns:p14="http://schemas.microsoft.com/office/powerpoint/2010/main" val="415041033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এশীয় শ্রেনীর মুরগীর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970318"/>
          </a:xfrm>
          <a:prstGeom prst="rect">
            <a:avLst/>
          </a:prstGeom>
          <a:noFill/>
        </p:spPr>
        <p:txBody>
          <a:bodyPr wrap="square" rtlCol="0">
            <a:spAutoFit/>
          </a:bodyPr>
          <a:lstStyle/>
          <a:p>
            <a:r>
              <a:rPr lang="bn-IN" sz="2800" dirty="0">
                <a:solidFill>
                  <a:schemeClr val="accent2"/>
                </a:solidFill>
              </a:rPr>
              <a:t>ব্রাহমা (পূর্বপুরুষ গ্রে চিটাগাং নামে পরিচিত)</a:t>
            </a:r>
            <a:r>
              <a:rPr lang="en-US" sz="2800" dirty="0">
                <a:solidFill>
                  <a:schemeClr val="accent2"/>
                </a:solidFill>
              </a:rPr>
              <a:t>:</a:t>
            </a:r>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bn-IN" sz="2400" dirty="0"/>
              <a:t>ঝুটি মটর আকৃতির ও কানের লতি লাল</a:t>
            </a:r>
          </a:p>
          <a:p>
            <a:pPr marL="457200" indent="-457200">
              <a:buFont typeface="Wingdings" panose="05000000000000000000" pitchFamily="2" charset="2"/>
              <a:buChar char="Ø"/>
            </a:pPr>
            <a:r>
              <a:rPr lang="bn-IN" sz="2400" dirty="0"/>
              <a:t>দেহ ভারি ও ঘন পালকে ঢাকা, চামড়া হলদে</a:t>
            </a:r>
          </a:p>
          <a:p>
            <a:pPr marL="457200" indent="-457200">
              <a:buFont typeface="Wingdings" panose="05000000000000000000" pitchFamily="2" charset="2"/>
              <a:buChar char="Ø"/>
            </a:pPr>
            <a:r>
              <a:rPr lang="bn-IN" sz="2400" dirty="0"/>
              <a:t>পালক সিলভারী হোয়াইট,</a:t>
            </a:r>
          </a:p>
          <a:p>
            <a:pPr marL="457200" indent="-457200">
              <a:buFont typeface="Wingdings" panose="05000000000000000000" pitchFamily="2" charset="2"/>
              <a:buChar char="Ø"/>
            </a:pPr>
            <a:r>
              <a:rPr lang="bn-IN" sz="2400" dirty="0"/>
              <a:t>পায়ের নালা মাংশল ও পালক আছে</a:t>
            </a:r>
          </a:p>
          <a:p>
            <a:pPr marL="457200" indent="-457200">
              <a:buFont typeface="Wingdings" panose="05000000000000000000" pitchFamily="2" charset="2"/>
              <a:buChar char="Ø"/>
            </a:pPr>
            <a:r>
              <a:rPr lang="bn-IN" sz="2400" dirty="0"/>
              <a:t>ওজন ২.৫-৩ /৪-৫ কেজি</a:t>
            </a:r>
          </a:p>
          <a:p>
            <a:pPr marL="457200" indent="-457200">
              <a:buFont typeface="Wingdings" panose="05000000000000000000" pitchFamily="2" charset="2"/>
              <a:buChar char="Ø"/>
            </a:pPr>
            <a:r>
              <a:rPr lang="bn-IN" sz="2400" dirty="0"/>
              <a:t>উৎপত্তি ভারতের ব্রক্ষপুত্র অববাহিকায়</a:t>
            </a:r>
          </a:p>
        </p:txBody>
      </p:sp>
      <p:pic>
        <p:nvPicPr>
          <p:cNvPr id="6" name="Picture 5">
            <a:extLst>
              <a:ext uri="{FF2B5EF4-FFF2-40B4-BE49-F238E27FC236}">
                <a16:creationId xmlns:a16="http://schemas.microsoft.com/office/drawing/2014/main" id="{93D83AF4-FAC7-439F-B286-27ED4EBFAF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21215" y="2067472"/>
            <a:ext cx="4560784" cy="4560784"/>
          </a:xfrm>
          <a:prstGeom prst="rect">
            <a:avLst/>
          </a:prstGeom>
        </p:spPr>
      </p:pic>
    </p:spTree>
    <p:extLst>
      <p:ext uri="{BB962C8B-B14F-4D97-AF65-F5344CB8AC3E}">
        <p14:creationId xmlns:p14="http://schemas.microsoft.com/office/powerpoint/2010/main" val="99314022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বাচ্চা</a:t>
            </a:r>
            <a:r>
              <a:rPr lang="en-US" dirty="0"/>
              <a:t> </a:t>
            </a:r>
            <a:r>
              <a:rPr lang="en-US" dirty="0" err="1"/>
              <a:t>ফুটানোর</a:t>
            </a:r>
            <a:r>
              <a:rPr lang="en-US" dirty="0"/>
              <a:t> </a:t>
            </a:r>
            <a:r>
              <a:rPr lang="en-US" dirty="0" err="1"/>
              <a:t>জন্য</a:t>
            </a:r>
            <a:r>
              <a:rPr lang="en-US" dirty="0"/>
              <a:t> </a:t>
            </a:r>
            <a:r>
              <a:rPr lang="en-US" dirty="0" err="1"/>
              <a:t>ডিম</a:t>
            </a:r>
            <a:r>
              <a:rPr lang="en-US" dirty="0"/>
              <a:t> </a:t>
            </a:r>
            <a:r>
              <a:rPr lang="en-US" dirty="0" err="1"/>
              <a:t>নির্বাচন</a:t>
            </a:r>
            <a:r>
              <a:rPr lang="en-US" dirty="0"/>
              <a:t> ও </a:t>
            </a:r>
            <a:r>
              <a:rPr lang="en-US" dirty="0" err="1"/>
              <a:t>সংরক্ষন</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4401205"/>
          </a:xfrm>
          <a:prstGeom prst="rect">
            <a:avLst/>
          </a:prstGeom>
          <a:noFill/>
        </p:spPr>
        <p:txBody>
          <a:bodyPr wrap="square" rtlCol="0">
            <a:spAutoFit/>
          </a:bodyPr>
          <a:lstStyle/>
          <a:p>
            <a:r>
              <a:rPr lang="en-US" sz="2000" dirty="0" err="1">
                <a:solidFill>
                  <a:schemeClr val="accent2"/>
                </a:solidFill>
              </a:rPr>
              <a:t>ডিম</a:t>
            </a:r>
            <a:r>
              <a:rPr lang="en-US" sz="2000" dirty="0">
                <a:solidFill>
                  <a:schemeClr val="accent2"/>
                </a:solidFill>
              </a:rPr>
              <a:t> </a:t>
            </a:r>
            <a:r>
              <a:rPr lang="en-US" sz="2000" dirty="0" err="1">
                <a:solidFill>
                  <a:schemeClr val="accent2"/>
                </a:solidFill>
              </a:rPr>
              <a:t>নির্বাচন</a:t>
            </a:r>
            <a:r>
              <a:rPr lang="en-US" sz="2000" dirty="0">
                <a:solidFill>
                  <a:schemeClr val="accent2"/>
                </a:solidFill>
              </a:rPr>
              <a:t>:</a:t>
            </a:r>
            <a:endParaRPr lang="bn-IN" sz="2000" dirty="0">
              <a:solidFill>
                <a:schemeClr val="accent2"/>
              </a:solidFill>
            </a:endParaRPr>
          </a:p>
          <a:p>
            <a:r>
              <a:rPr lang="bn-IN" sz="2000" dirty="0">
                <a:solidFill>
                  <a:schemeClr val="accent2"/>
                </a:solidFill>
              </a:rPr>
              <a:t> </a:t>
            </a:r>
          </a:p>
          <a:p>
            <a:pPr marL="457200" indent="-457200">
              <a:buFont typeface="Wingdings" panose="05000000000000000000" pitchFamily="2" charset="2"/>
              <a:buChar char="Ø"/>
            </a:pPr>
            <a:r>
              <a:rPr lang="en-US" sz="2000" dirty="0" err="1"/>
              <a:t>সুস্থ্য</a:t>
            </a:r>
            <a:r>
              <a:rPr lang="en-US" sz="2000" dirty="0"/>
              <a:t> </a:t>
            </a:r>
            <a:r>
              <a:rPr lang="en-US" sz="2000" dirty="0" err="1"/>
              <a:t>সবল</a:t>
            </a:r>
            <a:r>
              <a:rPr lang="en-US" sz="2000" dirty="0"/>
              <a:t> </a:t>
            </a:r>
            <a:r>
              <a:rPr lang="en-US" sz="2000" dirty="0" err="1"/>
              <a:t>মুরগীর</a:t>
            </a:r>
            <a:r>
              <a:rPr lang="en-US" sz="2000" dirty="0"/>
              <a:t> </a:t>
            </a:r>
            <a:r>
              <a:rPr lang="en-US" sz="2000" dirty="0" err="1"/>
              <a:t>পরিষ্কার</a:t>
            </a:r>
            <a:r>
              <a:rPr lang="en-US" sz="2000" dirty="0"/>
              <a:t>, </a:t>
            </a:r>
            <a:r>
              <a:rPr lang="en-US" sz="2000" dirty="0" err="1"/>
              <a:t>উর্বর</a:t>
            </a:r>
            <a:r>
              <a:rPr lang="en-US" sz="2000" dirty="0"/>
              <a:t> </a:t>
            </a:r>
            <a:r>
              <a:rPr lang="en-US" sz="2000" dirty="0" err="1"/>
              <a:t>ডিম</a:t>
            </a:r>
            <a:endParaRPr lang="en-US" sz="2000" dirty="0"/>
          </a:p>
          <a:p>
            <a:pPr marL="457200" indent="-457200">
              <a:buFont typeface="Wingdings" panose="05000000000000000000" pitchFamily="2" charset="2"/>
              <a:buChar char="Ø"/>
            </a:pPr>
            <a:r>
              <a:rPr lang="en-US" sz="2000" dirty="0" err="1"/>
              <a:t>প্রজনক্ষম</a:t>
            </a:r>
            <a:r>
              <a:rPr lang="en-US" sz="2000" dirty="0"/>
              <a:t> </a:t>
            </a:r>
            <a:r>
              <a:rPr lang="en-US" sz="2000" dirty="0" err="1"/>
              <a:t>মোরগ-মুরগী</a:t>
            </a:r>
            <a:r>
              <a:rPr lang="en-US" sz="2000" dirty="0"/>
              <a:t> </a:t>
            </a:r>
            <a:r>
              <a:rPr lang="en-US" sz="2000" dirty="0" err="1"/>
              <a:t>একসাথে</a:t>
            </a:r>
            <a:r>
              <a:rPr lang="en-US" sz="2000" dirty="0"/>
              <a:t> </a:t>
            </a:r>
            <a:r>
              <a:rPr lang="en-US" sz="2000" dirty="0" err="1"/>
              <a:t>থাকতে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মাঝারি</a:t>
            </a:r>
            <a:r>
              <a:rPr lang="en-US" sz="2000" dirty="0"/>
              <a:t> </a:t>
            </a:r>
            <a:r>
              <a:rPr lang="en-US" sz="2000" dirty="0" err="1"/>
              <a:t>আকৃতি</a:t>
            </a:r>
            <a:r>
              <a:rPr lang="en-US" sz="2000" dirty="0"/>
              <a:t>, </a:t>
            </a:r>
            <a:r>
              <a:rPr lang="en-US" sz="2000" dirty="0" err="1"/>
              <a:t>মসৃণ</a:t>
            </a:r>
            <a:r>
              <a:rPr lang="en-US" sz="2000" dirty="0"/>
              <a:t> ও </a:t>
            </a:r>
            <a:r>
              <a:rPr lang="en-US" sz="2000" dirty="0" err="1"/>
              <a:t>মোটা</a:t>
            </a:r>
            <a:r>
              <a:rPr lang="en-US" sz="2000" dirty="0"/>
              <a:t> </a:t>
            </a:r>
            <a:r>
              <a:rPr lang="en-US" sz="2000" dirty="0" err="1"/>
              <a:t>খোসাযুক্ত</a:t>
            </a:r>
            <a:r>
              <a:rPr lang="en-US" sz="2000" dirty="0"/>
              <a:t> </a:t>
            </a:r>
            <a:r>
              <a:rPr lang="en-US" sz="2000" dirty="0" err="1"/>
              <a:t>ডিম</a:t>
            </a:r>
            <a:r>
              <a:rPr lang="en-US" sz="2000" dirty="0"/>
              <a:t> (০.৩৫ </a:t>
            </a:r>
            <a:r>
              <a:rPr lang="en-US" sz="2000" dirty="0" err="1"/>
              <a:t>মিমি</a:t>
            </a:r>
            <a:r>
              <a:rPr lang="en-US" sz="2000" dirty="0"/>
              <a:t>)</a:t>
            </a:r>
          </a:p>
          <a:p>
            <a:pPr marL="457200" indent="-457200">
              <a:buFont typeface="Wingdings" panose="05000000000000000000" pitchFamily="2" charset="2"/>
              <a:buChar char="Ø"/>
            </a:pPr>
            <a:r>
              <a:rPr lang="en-US" sz="2000" dirty="0" err="1"/>
              <a:t>পানিতে</a:t>
            </a:r>
            <a:r>
              <a:rPr lang="en-US" sz="2000" dirty="0"/>
              <a:t> </a:t>
            </a:r>
            <a:r>
              <a:rPr lang="en-US" sz="2000" dirty="0" err="1"/>
              <a:t>ডিম</a:t>
            </a:r>
            <a:r>
              <a:rPr lang="en-US" sz="2000" dirty="0"/>
              <a:t> </a:t>
            </a:r>
            <a:r>
              <a:rPr lang="en-US" sz="2000" dirty="0" err="1"/>
              <a:t>না</a:t>
            </a:r>
            <a:r>
              <a:rPr lang="en-US" sz="2000" dirty="0"/>
              <a:t> </a:t>
            </a:r>
            <a:r>
              <a:rPr lang="en-US" sz="2000" dirty="0" err="1"/>
              <a:t>ধুয়ে</a:t>
            </a:r>
            <a:r>
              <a:rPr lang="en-US" sz="2000" dirty="0"/>
              <a:t> </a:t>
            </a:r>
            <a:r>
              <a:rPr lang="en-US" sz="2000" dirty="0" err="1"/>
              <a:t>সিরিজ</a:t>
            </a:r>
            <a:r>
              <a:rPr lang="en-US" sz="2000" dirty="0"/>
              <a:t> </a:t>
            </a:r>
            <a:r>
              <a:rPr lang="en-US" sz="2000" dirty="0" err="1"/>
              <a:t>কাগজে</a:t>
            </a:r>
            <a:r>
              <a:rPr lang="en-US" sz="2000" dirty="0"/>
              <a:t> </a:t>
            </a:r>
            <a:r>
              <a:rPr lang="en-US" sz="2000" dirty="0" err="1"/>
              <a:t>মুছে</a:t>
            </a:r>
            <a:r>
              <a:rPr lang="en-US" sz="2000" dirty="0"/>
              <a:t> </a:t>
            </a:r>
            <a:r>
              <a:rPr lang="en-US" sz="2000" dirty="0" err="1"/>
              <a:t>নিতে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ডিমের</a:t>
            </a:r>
            <a:r>
              <a:rPr lang="en-US" sz="2000" dirty="0"/>
              <a:t> </a:t>
            </a:r>
            <a:r>
              <a:rPr lang="en-US" sz="2000" dirty="0" err="1"/>
              <a:t>ওজন</a:t>
            </a:r>
            <a:r>
              <a:rPr lang="en-US" sz="2000" dirty="0"/>
              <a:t> ৫০-৫৮ </a:t>
            </a:r>
            <a:r>
              <a:rPr lang="en-US" sz="2000" dirty="0" err="1"/>
              <a:t>গ্রাম</a:t>
            </a:r>
            <a:r>
              <a:rPr lang="en-US" sz="2000" dirty="0"/>
              <a:t>, </a:t>
            </a:r>
            <a:r>
              <a:rPr lang="en-US" sz="2000" dirty="0" err="1"/>
              <a:t>হাসের</a:t>
            </a:r>
            <a:r>
              <a:rPr lang="en-US" sz="2000" dirty="0"/>
              <a:t> ৬০-৭০ </a:t>
            </a:r>
            <a:r>
              <a:rPr lang="en-US" sz="2000" dirty="0" err="1"/>
              <a:t>গ্রাম</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ডিমের</a:t>
            </a:r>
            <a:r>
              <a:rPr lang="en-US" sz="2000" dirty="0"/>
              <a:t> </a:t>
            </a:r>
            <a:r>
              <a:rPr lang="en-US" sz="2000" dirty="0" err="1"/>
              <a:t>ভিতর</a:t>
            </a:r>
            <a:r>
              <a:rPr lang="en-US" sz="2000" dirty="0"/>
              <a:t> </a:t>
            </a:r>
            <a:r>
              <a:rPr lang="en-US" sz="2000" dirty="0" err="1"/>
              <a:t>স্বচ্ছ</a:t>
            </a:r>
            <a:r>
              <a:rPr lang="en-US" sz="2000" dirty="0"/>
              <a:t> ও </a:t>
            </a:r>
            <a:r>
              <a:rPr lang="en-US" sz="2000" dirty="0" err="1"/>
              <a:t>কুসুম</a:t>
            </a:r>
            <a:r>
              <a:rPr lang="en-US" sz="2000" dirty="0"/>
              <a:t> </a:t>
            </a:r>
            <a:r>
              <a:rPr lang="en-US" sz="2000" dirty="0" err="1"/>
              <a:t>মাঝে</a:t>
            </a:r>
            <a:r>
              <a:rPr lang="en-US" sz="2000" dirty="0"/>
              <a:t> </a:t>
            </a:r>
            <a:r>
              <a:rPr lang="en-US" sz="2000" dirty="0" err="1"/>
              <a:t>থাকবে</a:t>
            </a:r>
            <a:endParaRPr lang="en-US" sz="2000" dirty="0"/>
          </a:p>
          <a:p>
            <a:pPr marL="457200" indent="-457200">
              <a:buFont typeface="Wingdings" panose="05000000000000000000" pitchFamily="2" charset="2"/>
              <a:buChar char="Ø"/>
            </a:pPr>
            <a:r>
              <a:rPr lang="en-US" sz="2000" dirty="0" err="1"/>
              <a:t>ফুটানোর</a:t>
            </a:r>
            <a:r>
              <a:rPr lang="en-US" sz="2000" dirty="0"/>
              <a:t> </a:t>
            </a:r>
            <a:r>
              <a:rPr lang="en-US" sz="2000" dirty="0" err="1"/>
              <a:t>ডীম</a:t>
            </a:r>
            <a:r>
              <a:rPr lang="en-US" sz="2000" dirty="0"/>
              <a:t> </a:t>
            </a:r>
            <a:r>
              <a:rPr lang="en-US" sz="2000" dirty="0" err="1"/>
              <a:t>গ্রীষ্মকালে</a:t>
            </a:r>
            <a:r>
              <a:rPr lang="en-US" sz="2000" dirty="0"/>
              <a:t> ৩-৫ </a:t>
            </a:r>
            <a:r>
              <a:rPr lang="en-US" sz="2000" dirty="0" err="1"/>
              <a:t>দিন</a:t>
            </a:r>
            <a:r>
              <a:rPr lang="en-US" sz="2000" dirty="0"/>
              <a:t> , </a:t>
            </a:r>
            <a:r>
              <a:rPr lang="en-US" sz="2000" dirty="0" err="1"/>
              <a:t>শীতকালে</a:t>
            </a:r>
            <a:r>
              <a:rPr lang="en-US" sz="2000" dirty="0"/>
              <a:t> ৭-১০ </a:t>
            </a:r>
            <a:r>
              <a:rPr lang="en-US" sz="2000" dirty="0" err="1"/>
              <a:t>দিনের</a:t>
            </a:r>
            <a:r>
              <a:rPr lang="en-US" sz="2000" dirty="0"/>
              <a:t> </a:t>
            </a:r>
            <a:r>
              <a:rPr lang="en-US" sz="2000" dirty="0" err="1"/>
              <a:t>বেশী</a:t>
            </a:r>
            <a:r>
              <a:rPr lang="en-US" sz="2000" dirty="0"/>
              <a:t> </a:t>
            </a:r>
            <a:r>
              <a:rPr lang="en-US" sz="2000" dirty="0" err="1"/>
              <a:t>সংরক্ষন</a:t>
            </a:r>
            <a:r>
              <a:rPr lang="en-US" sz="2000" dirty="0"/>
              <a:t> </a:t>
            </a:r>
            <a:r>
              <a:rPr lang="en-US" sz="2000" dirty="0" err="1"/>
              <a:t>করা</a:t>
            </a:r>
            <a:r>
              <a:rPr lang="en-US" sz="2000" dirty="0"/>
              <a:t> </a:t>
            </a:r>
            <a:r>
              <a:rPr lang="en-US" sz="2000" dirty="0" err="1"/>
              <a:t>যাবে</a:t>
            </a:r>
            <a:r>
              <a:rPr lang="en-US" sz="2000" dirty="0"/>
              <a:t> </a:t>
            </a:r>
            <a:r>
              <a:rPr lang="en-US" sz="2000" dirty="0" err="1"/>
              <a:t>না</a:t>
            </a:r>
            <a:endParaRPr lang="en-US" sz="2000" dirty="0"/>
          </a:p>
          <a:p>
            <a:pPr marL="457200" indent="-457200">
              <a:buFont typeface="Wingdings" panose="05000000000000000000" pitchFamily="2" charset="2"/>
              <a:buChar char="Ø"/>
            </a:pPr>
            <a:endParaRPr lang="bn-IN" sz="2000" dirty="0"/>
          </a:p>
        </p:txBody>
      </p:sp>
      <p:pic>
        <p:nvPicPr>
          <p:cNvPr id="1026" name="Picture 2" descr="How to Check if an Egg is Fertile Or Infertile ? | Egg candling day 3 | How  to find Infertile Eggs">
            <a:extLst>
              <a:ext uri="{FF2B5EF4-FFF2-40B4-BE49-F238E27FC236}">
                <a16:creationId xmlns:a16="http://schemas.microsoft.com/office/drawing/2014/main" id="{5B8DA540-7A5A-7151-4AE4-0D8DD15683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75698" y="2507809"/>
            <a:ext cx="5963216" cy="3354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3918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বাচ্চা</a:t>
            </a:r>
            <a:r>
              <a:rPr lang="en-US" dirty="0"/>
              <a:t> </a:t>
            </a:r>
            <a:r>
              <a:rPr lang="en-US" dirty="0" err="1"/>
              <a:t>ফুটানোর</a:t>
            </a:r>
            <a:r>
              <a:rPr lang="en-US" dirty="0"/>
              <a:t> </a:t>
            </a:r>
            <a:r>
              <a:rPr lang="en-US" dirty="0" err="1"/>
              <a:t>জন্য</a:t>
            </a:r>
            <a:r>
              <a:rPr lang="en-US" dirty="0"/>
              <a:t> </a:t>
            </a:r>
            <a:r>
              <a:rPr lang="en-US" dirty="0" err="1"/>
              <a:t>ডিম</a:t>
            </a:r>
            <a:r>
              <a:rPr lang="en-US" dirty="0"/>
              <a:t> </a:t>
            </a:r>
            <a:r>
              <a:rPr lang="en-US" dirty="0" err="1"/>
              <a:t>নির্বাচন</a:t>
            </a:r>
            <a:r>
              <a:rPr lang="en-US" dirty="0"/>
              <a:t> ও </a:t>
            </a:r>
            <a:r>
              <a:rPr lang="en-US" dirty="0" err="1"/>
              <a:t>সংরক্ষন</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477875"/>
          </a:xfrm>
          <a:prstGeom prst="rect">
            <a:avLst/>
          </a:prstGeom>
          <a:noFill/>
        </p:spPr>
        <p:txBody>
          <a:bodyPr wrap="square" rtlCol="0">
            <a:spAutoFit/>
          </a:bodyPr>
          <a:lstStyle/>
          <a:p>
            <a:r>
              <a:rPr lang="en-US" sz="2000" dirty="0" err="1">
                <a:solidFill>
                  <a:schemeClr val="accent2"/>
                </a:solidFill>
              </a:rPr>
              <a:t>ডিম</a:t>
            </a:r>
            <a:r>
              <a:rPr lang="en-US" sz="2000" dirty="0">
                <a:solidFill>
                  <a:schemeClr val="accent2"/>
                </a:solidFill>
              </a:rPr>
              <a:t> </a:t>
            </a:r>
            <a:r>
              <a:rPr lang="en-US" sz="2000" dirty="0" err="1">
                <a:solidFill>
                  <a:schemeClr val="accent2"/>
                </a:solidFill>
              </a:rPr>
              <a:t>সংরক্ষন</a:t>
            </a:r>
            <a:r>
              <a:rPr lang="en-US" sz="2000" dirty="0">
                <a:solidFill>
                  <a:schemeClr val="accent2"/>
                </a:solidFill>
              </a:rPr>
              <a:t>:</a:t>
            </a:r>
            <a:endParaRPr lang="bn-IN" sz="2000" dirty="0">
              <a:solidFill>
                <a:schemeClr val="accent2"/>
              </a:solidFill>
            </a:endParaRPr>
          </a:p>
          <a:p>
            <a:r>
              <a:rPr lang="bn-IN" sz="2000" dirty="0">
                <a:solidFill>
                  <a:schemeClr val="accent2"/>
                </a:solidFill>
              </a:rPr>
              <a:t> </a:t>
            </a:r>
          </a:p>
          <a:p>
            <a:pPr marL="457200" indent="-457200">
              <a:buFont typeface="Wingdings" panose="05000000000000000000" pitchFamily="2" charset="2"/>
              <a:buChar char="Ø"/>
            </a:pPr>
            <a:r>
              <a:rPr lang="en-US" sz="2000" dirty="0" err="1"/>
              <a:t>তাপমাত্রাঃ</a:t>
            </a:r>
            <a:r>
              <a:rPr lang="en-US" sz="2000" dirty="0"/>
              <a:t> ১০ডিগ্রি, ০ </a:t>
            </a:r>
            <a:r>
              <a:rPr lang="en-US" sz="2000" dirty="0" err="1"/>
              <a:t>ডিগ্রি</a:t>
            </a:r>
            <a:r>
              <a:rPr lang="en-US" sz="2000" dirty="0"/>
              <a:t> </a:t>
            </a:r>
            <a:r>
              <a:rPr lang="en-US" sz="2000" dirty="0" err="1"/>
              <a:t>ভ্রুণ</a:t>
            </a:r>
            <a:r>
              <a:rPr lang="en-US" sz="2000" dirty="0"/>
              <a:t> </a:t>
            </a:r>
            <a:r>
              <a:rPr lang="en-US" sz="2000" dirty="0" err="1"/>
              <a:t>মারা</a:t>
            </a:r>
            <a:r>
              <a:rPr lang="en-US" sz="2000" dirty="0"/>
              <a:t> </a:t>
            </a:r>
            <a:r>
              <a:rPr lang="en-US" sz="2000" dirty="0" err="1"/>
              <a:t>যাবে</a:t>
            </a:r>
            <a:r>
              <a:rPr lang="en-US" sz="2000" dirty="0"/>
              <a:t>, ২৭ এর </a:t>
            </a:r>
            <a:r>
              <a:rPr lang="en-US" sz="2000" dirty="0" err="1"/>
              <a:t>বেশীতে</a:t>
            </a:r>
            <a:r>
              <a:rPr lang="en-US" sz="2000" dirty="0"/>
              <a:t> </a:t>
            </a:r>
            <a:r>
              <a:rPr lang="en-US" sz="2000" dirty="0" err="1"/>
              <a:t>অস্বাভাবিক</a:t>
            </a:r>
            <a:r>
              <a:rPr lang="en-US" sz="2000" dirty="0"/>
              <a:t> </a:t>
            </a:r>
            <a:r>
              <a:rPr lang="en-US" sz="2000" dirty="0" err="1"/>
              <a:t>বৃদ্ধি</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আদ্রতাঃ</a:t>
            </a:r>
            <a:r>
              <a:rPr lang="en-US" sz="2000" dirty="0"/>
              <a:t> ৫৮% - ৬০% </a:t>
            </a:r>
            <a:r>
              <a:rPr lang="en-US" sz="2000" dirty="0" err="1"/>
              <a:t>রাখলে</a:t>
            </a:r>
            <a:r>
              <a:rPr lang="en-US" sz="2000" dirty="0"/>
              <a:t> </a:t>
            </a:r>
            <a:r>
              <a:rPr lang="en-US" sz="2000" dirty="0" err="1"/>
              <a:t>ভালো</a:t>
            </a:r>
            <a:r>
              <a:rPr lang="en-US" sz="2000" dirty="0"/>
              <a:t> </a:t>
            </a:r>
            <a:r>
              <a:rPr lang="en-US" sz="2000" dirty="0" err="1"/>
              <a:t>ফুটবে</a:t>
            </a:r>
            <a:endParaRPr lang="en-US" sz="2000" dirty="0"/>
          </a:p>
          <a:p>
            <a:pPr marL="457200" indent="-457200">
              <a:buFont typeface="Wingdings" panose="05000000000000000000" pitchFamily="2" charset="2"/>
              <a:buChar char="Ø"/>
            </a:pPr>
            <a:r>
              <a:rPr lang="en-US" sz="2000" dirty="0" err="1"/>
              <a:t>বায়ু</a:t>
            </a:r>
            <a:r>
              <a:rPr lang="en-US" sz="2000" dirty="0"/>
              <a:t> </a:t>
            </a:r>
            <a:r>
              <a:rPr lang="en-US" sz="2000" dirty="0" err="1"/>
              <a:t>চলাচলঃ</a:t>
            </a:r>
            <a:r>
              <a:rPr lang="en-US" sz="2000" dirty="0"/>
              <a:t> ২১% </a:t>
            </a:r>
            <a:r>
              <a:rPr lang="en-US" sz="2000" dirty="0" err="1"/>
              <a:t>অক্সিজেন</a:t>
            </a:r>
            <a:r>
              <a:rPr lang="en-US" sz="2000" dirty="0"/>
              <a:t> ও ৫% এর কম </a:t>
            </a:r>
            <a:r>
              <a:rPr lang="en-US" sz="2000" dirty="0" err="1"/>
              <a:t>কার্বন</a:t>
            </a:r>
            <a:r>
              <a:rPr lang="en-US" sz="2000" dirty="0"/>
              <a:t> </a:t>
            </a:r>
            <a:r>
              <a:rPr lang="en-US" sz="2000" dirty="0" err="1"/>
              <a:t>ডাই</a:t>
            </a:r>
            <a:r>
              <a:rPr lang="en-US" sz="2000" dirty="0"/>
              <a:t> </a:t>
            </a:r>
            <a:r>
              <a:rPr lang="en-US" sz="2000" dirty="0" err="1"/>
              <a:t>অক্সাইড</a:t>
            </a:r>
            <a:r>
              <a:rPr lang="en-US" sz="2000" dirty="0"/>
              <a:t> </a:t>
            </a:r>
            <a:r>
              <a:rPr lang="en-US" sz="2000" dirty="0" err="1"/>
              <a:t>থাকবে</a:t>
            </a:r>
            <a:r>
              <a:rPr lang="en-US" sz="2000" dirty="0"/>
              <a:t>।</a:t>
            </a:r>
          </a:p>
          <a:p>
            <a:pPr marL="457200" indent="-457200">
              <a:buFont typeface="Wingdings" panose="05000000000000000000" pitchFamily="2" charset="2"/>
              <a:buChar char="Ø"/>
            </a:pPr>
            <a:r>
              <a:rPr lang="en-US" sz="2000" dirty="0" err="1"/>
              <a:t>ডিম</a:t>
            </a:r>
            <a:r>
              <a:rPr lang="en-US" sz="2000" dirty="0"/>
              <a:t> </a:t>
            </a:r>
            <a:r>
              <a:rPr lang="en-US" sz="2000" dirty="0" err="1"/>
              <a:t>নাড়াচাড়াঃ</a:t>
            </a:r>
            <a:r>
              <a:rPr lang="en-US" sz="2000" dirty="0"/>
              <a:t> </a:t>
            </a:r>
            <a:r>
              <a:rPr lang="en-US" sz="2000" dirty="0" err="1"/>
              <a:t>মোটা</a:t>
            </a:r>
            <a:r>
              <a:rPr lang="en-US" sz="2000" dirty="0"/>
              <a:t> </a:t>
            </a:r>
            <a:r>
              <a:rPr lang="en-US" sz="2000" dirty="0" err="1"/>
              <a:t>প্রান্ত</a:t>
            </a:r>
            <a:r>
              <a:rPr lang="en-US" sz="2000" dirty="0"/>
              <a:t> </a:t>
            </a:r>
            <a:r>
              <a:rPr lang="en-US" sz="2000" dirty="0" err="1"/>
              <a:t>উপরে</a:t>
            </a:r>
            <a:r>
              <a:rPr lang="en-US" sz="2000" dirty="0"/>
              <a:t> আর </a:t>
            </a:r>
            <a:r>
              <a:rPr lang="en-US" sz="2000" dirty="0" err="1"/>
              <a:t>সরু</a:t>
            </a:r>
            <a:r>
              <a:rPr lang="en-US" sz="2000" dirty="0"/>
              <a:t> </a:t>
            </a:r>
            <a:r>
              <a:rPr lang="en-US" sz="2000" dirty="0" err="1"/>
              <a:t>প্রান্ত</a:t>
            </a:r>
            <a:r>
              <a:rPr lang="en-US" sz="2000" dirty="0"/>
              <a:t> </a:t>
            </a:r>
            <a:r>
              <a:rPr lang="en-US" sz="2000" dirty="0" err="1"/>
              <a:t>নিচে</a:t>
            </a:r>
            <a:r>
              <a:rPr lang="en-US" sz="2000" dirty="0"/>
              <a:t> </a:t>
            </a:r>
            <a:r>
              <a:rPr lang="en-US" sz="2000" dirty="0" err="1"/>
              <a:t>রাখতে</a:t>
            </a:r>
            <a:r>
              <a:rPr lang="en-US" sz="2000" dirty="0"/>
              <a:t> </a:t>
            </a:r>
            <a:r>
              <a:rPr lang="en-US" sz="2000" dirty="0" err="1"/>
              <a:t>হবে</a:t>
            </a:r>
            <a:r>
              <a:rPr lang="en-US" sz="2000" dirty="0"/>
              <a:t>। </a:t>
            </a:r>
          </a:p>
          <a:p>
            <a:pPr marL="457200" indent="-457200">
              <a:buFont typeface="Wingdings" panose="05000000000000000000" pitchFamily="2" charset="2"/>
              <a:buChar char="Ø"/>
            </a:pPr>
            <a:r>
              <a:rPr lang="en-US" sz="2000" dirty="0" err="1"/>
              <a:t>ডিম</a:t>
            </a:r>
            <a:r>
              <a:rPr lang="en-US" sz="2000" dirty="0"/>
              <a:t> </a:t>
            </a:r>
            <a:r>
              <a:rPr lang="en-US" sz="2000" dirty="0" err="1"/>
              <a:t>পরিষ্কার</a:t>
            </a:r>
            <a:r>
              <a:rPr lang="en-US" sz="2000" dirty="0"/>
              <a:t> </a:t>
            </a:r>
            <a:r>
              <a:rPr lang="en-US" sz="2000" dirty="0" err="1"/>
              <a:t>করাঃ</a:t>
            </a:r>
            <a:r>
              <a:rPr lang="en-US" sz="2000" dirty="0"/>
              <a:t> </a:t>
            </a:r>
            <a:r>
              <a:rPr lang="en-US" sz="2000" dirty="0" err="1"/>
              <a:t>পানি</a:t>
            </a:r>
            <a:r>
              <a:rPr lang="en-US" sz="2000" dirty="0"/>
              <a:t> </a:t>
            </a:r>
            <a:r>
              <a:rPr lang="en-US" sz="2000" dirty="0" err="1"/>
              <a:t>দিয়ে</a:t>
            </a:r>
            <a:r>
              <a:rPr lang="en-US" sz="2000" dirty="0"/>
              <a:t> </a:t>
            </a:r>
            <a:r>
              <a:rPr lang="en-US" sz="2000" dirty="0" err="1"/>
              <a:t>ধোয়া</a:t>
            </a:r>
            <a:r>
              <a:rPr lang="en-US" sz="2000" dirty="0"/>
              <a:t> </a:t>
            </a:r>
            <a:r>
              <a:rPr lang="en-US" sz="2000" dirty="0" err="1"/>
              <a:t>যাবে</a:t>
            </a:r>
            <a:r>
              <a:rPr lang="en-US" sz="2000" dirty="0"/>
              <a:t> </a:t>
            </a:r>
            <a:r>
              <a:rPr lang="en-US" sz="2000" dirty="0" err="1"/>
              <a:t>না</a:t>
            </a:r>
            <a:r>
              <a:rPr lang="en-US" sz="2000" dirty="0"/>
              <a:t>, </a:t>
            </a:r>
            <a:r>
              <a:rPr lang="en-US" sz="2000" dirty="0" err="1"/>
              <a:t>ময়লা</a:t>
            </a:r>
            <a:r>
              <a:rPr lang="en-US" sz="2000" dirty="0"/>
              <a:t> </a:t>
            </a:r>
            <a:r>
              <a:rPr lang="en-US" sz="2000" dirty="0" err="1"/>
              <a:t>সিরিজ</a:t>
            </a:r>
            <a:r>
              <a:rPr lang="en-US" sz="2000" dirty="0"/>
              <a:t> </a:t>
            </a:r>
            <a:r>
              <a:rPr lang="en-US" sz="2000" dirty="0" err="1"/>
              <a:t>কাগজ</a:t>
            </a:r>
            <a:r>
              <a:rPr lang="en-US" sz="2000" dirty="0"/>
              <a:t> </a:t>
            </a:r>
            <a:r>
              <a:rPr lang="en-US" sz="2000" dirty="0" err="1"/>
              <a:t>দিয়ে</a:t>
            </a:r>
            <a:r>
              <a:rPr lang="en-US" sz="2000" dirty="0"/>
              <a:t> </a:t>
            </a:r>
            <a:r>
              <a:rPr lang="en-US" sz="2000" dirty="0" err="1"/>
              <a:t>মুছে</a:t>
            </a:r>
            <a:r>
              <a:rPr lang="en-US" sz="2000" dirty="0"/>
              <a:t> </a:t>
            </a:r>
            <a:r>
              <a:rPr lang="en-US" sz="2000" dirty="0" err="1"/>
              <a:t>নিতে</a:t>
            </a:r>
            <a:r>
              <a:rPr lang="en-US" sz="2000" dirty="0"/>
              <a:t> </a:t>
            </a:r>
            <a:r>
              <a:rPr lang="en-US" sz="2000" dirty="0" err="1"/>
              <a:t>হবে</a:t>
            </a:r>
            <a:endParaRPr lang="bn-IN" sz="2000" dirty="0"/>
          </a:p>
        </p:txBody>
      </p:sp>
      <p:pic>
        <p:nvPicPr>
          <p:cNvPr id="2050" name="Picture 2" descr="How to Collect and Store Hatching Eggs">
            <a:extLst>
              <a:ext uri="{FF2B5EF4-FFF2-40B4-BE49-F238E27FC236}">
                <a16:creationId xmlns:a16="http://schemas.microsoft.com/office/drawing/2014/main" id="{98BE4899-3913-2DAB-983D-0AE972ED99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599438"/>
            <a:ext cx="5046390" cy="3071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032184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ডিম</a:t>
            </a:r>
            <a:r>
              <a:rPr lang="en-US" dirty="0"/>
              <a:t> </a:t>
            </a:r>
            <a:r>
              <a:rPr lang="en-US" dirty="0" err="1"/>
              <a:t>ফোটানোর</a:t>
            </a:r>
            <a:r>
              <a:rPr lang="en-US" dirty="0"/>
              <a:t> </a:t>
            </a:r>
            <a:r>
              <a:rPr lang="en-US" dirty="0" err="1"/>
              <a:t>পদ্ধতি</a:t>
            </a:r>
            <a:endParaRPr lang="en-US" dirty="0"/>
          </a:p>
        </p:txBody>
      </p:sp>
      <p:graphicFrame>
        <p:nvGraphicFramePr>
          <p:cNvPr id="6" name="Diagram 5">
            <a:extLst>
              <a:ext uri="{FF2B5EF4-FFF2-40B4-BE49-F238E27FC236}">
                <a16:creationId xmlns:a16="http://schemas.microsoft.com/office/drawing/2014/main" id="{B04314F3-D5BA-070F-5867-E33EC4B796E1}"/>
              </a:ext>
            </a:extLst>
          </p:cNvPr>
          <p:cNvGraphicFramePr/>
          <p:nvPr>
            <p:extLst>
              <p:ext uri="{D42A27DB-BD31-4B8C-83A1-F6EECF244321}">
                <p14:modId xmlns:p14="http://schemas.microsoft.com/office/powerpoint/2010/main" val="3661371567"/>
              </p:ext>
            </p:extLst>
          </p:nvPr>
        </p:nvGraphicFramePr>
        <p:xfrm>
          <a:off x="238408" y="2453489"/>
          <a:ext cx="11715184" cy="35399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960905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প্রাকৃতিক</a:t>
            </a:r>
            <a:r>
              <a:rPr lang="en-US" dirty="0"/>
              <a:t> </a:t>
            </a:r>
            <a:r>
              <a:rPr lang="en-US" dirty="0" err="1"/>
              <a:t>পদ্ধতি</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মুরগীর</a:t>
            </a:r>
            <a:r>
              <a:rPr lang="en-US" sz="2000" dirty="0"/>
              <a:t> </a:t>
            </a:r>
            <a:r>
              <a:rPr lang="en-US" sz="2000" dirty="0" err="1"/>
              <a:t>নিচে</a:t>
            </a:r>
            <a:r>
              <a:rPr lang="en-US" sz="2000" dirty="0"/>
              <a:t> </a:t>
            </a:r>
            <a:r>
              <a:rPr lang="en-US" sz="2000" dirty="0" err="1"/>
              <a:t>ডিম</a:t>
            </a:r>
            <a:r>
              <a:rPr lang="en-US" sz="2000" dirty="0"/>
              <a:t> </a:t>
            </a:r>
            <a:r>
              <a:rPr lang="en-US" sz="2000" dirty="0" err="1"/>
              <a:t>দিয়ে</a:t>
            </a:r>
            <a:r>
              <a:rPr lang="en-US" sz="2000" dirty="0"/>
              <a:t> </a:t>
            </a:r>
            <a:r>
              <a:rPr lang="en-US" sz="2000" dirty="0" err="1"/>
              <a:t>ফুটানোর</a:t>
            </a:r>
            <a:r>
              <a:rPr lang="en-US" sz="2000" dirty="0"/>
              <a:t> </a:t>
            </a:r>
            <a:r>
              <a:rPr lang="en-US" sz="2000" dirty="0" err="1"/>
              <a:t>পদ্ধতিকে</a:t>
            </a:r>
            <a:r>
              <a:rPr lang="en-US" sz="2000" dirty="0"/>
              <a:t> </a:t>
            </a:r>
            <a:r>
              <a:rPr lang="en-US" sz="2000" dirty="0" err="1"/>
              <a:t>প্রাকৃতিক</a:t>
            </a:r>
            <a:r>
              <a:rPr lang="en-US" sz="2000" dirty="0"/>
              <a:t> </a:t>
            </a:r>
            <a:r>
              <a:rPr lang="en-US" sz="2000" dirty="0" err="1"/>
              <a:t>পদ্ধতি</a:t>
            </a:r>
            <a:r>
              <a:rPr lang="en-US" sz="2000" dirty="0"/>
              <a:t> </a:t>
            </a:r>
            <a:r>
              <a:rPr lang="en-US" sz="2000" dirty="0" err="1"/>
              <a:t>বলে</a:t>
            </a:r>
            <a:endParaRPr lang="en-US" sz="2000" dirty="0"/>
          </a:p>
          <a:p>
            <a:pPr marL="457200" indent="-457200">
              <a:buFont typeface="Wingdings" panose="05000000000000000000" pitchFamily="2" charset="2"/>
              <a:buChar char="Ø"/>
            </a:pPr>
            <a:r>
              <a:rPr lang="en-US" sz="2000" dirty="0" err="1"/>
              <a:t>আগে</a:t>
            </a:r>
            <a:r>
              <a:rPr lang="en-US" sz="2000" dirty="0"/>
              <a:t> </a:t>
            </a:r>
            <a:r>
              <a:rPr lang="en-US" sz="2000" dirty="0" err="1"/>
              <a:t>দেশী</a:t>
            </a:r>
            <a:r>
              <a:rPr lang="en-US" sz="2000" dirty="0"/>
              <a:t> </a:t>
            </a:r>
            <a:r>
              <a:rPr lang="en-US" sz="2000" dirty="0" err="1"/>
              <a:t>মুরগীকে</a:t>
            </a:r>
            <a:r>
              <a:rPr lang="en-US" sz="2000" dirty="0"/>
              <a:t> </a:t>
            </a:r>
            <a:r>
              <a:rPr lang="en-US" sz="2000" dirty="0" err="1"/>
              <a:t>ডীমে</a:t>
            </a:r>
            <a:r>
              <a:rPr lang="en-US" sz="2000" dirty="0"/>
              <a:t> </a:t>
            </a:r>
            <a:r>
              <a:rPr lang="en-US" sz="2000" dirty="0" err="1"/>
              <a:t>তা</a:t>
            </a:r>
            <a:r>
              <a:rPr lang="en-US" sz="2000" dirty="0"/>
              <a:t> </a:t>
            </a:r>
            <a:r>
              <a:rPr lang="en-US" sz="2000" dirty="0" err="1"/>
              <a:t>দেয়ায়</a:t>
            </a:r>
            <a:r>
              <a:rPr lang="en-US" sz="2000" dirty="0"/>
              <a:t> </a:t>
            </a:r>
            <a:r>
              <a:rPr lang="en-US" sz="2000" dirty="0" err="1"/>
              <a:t>অভ্যস্ত</a:t>
            </a:r>
            <a:r>
              <a:rPr lang="en-US" sz="2000" dirty="0"/>
              <a:t> </a:t>
            </a:r>
            <a:r>
              <a:rPr lang="en-US" sz="2000" dirty="0" err="1"/>
              <a:t>করতে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কুচে</a:t>
            </a:r>
            <a:r>
              <a:rPr lang="en-US" sz="2000" dirty="0"/>
              <a:t> </a:t>
            </a:r>
            <a:r>
              <a:rPr lang="en-US" sz="2000" dirty="0" err="1"/>
              <a:t>হয়ে</a:t>
            </a:r>
            <a:r>
              <a:rPr lang="en-US" sz="2000" dirty="0"/>
              <a:t> </a:t>
            </a:r>
            <a:r>
              <a:rPr lang="en-US" sz="2000" dirty="0" err="1"/>
              <a:t>গেলে</a:t>
            </a:r>
            <a:r>
              <a:rPr lang="en-US" sz="2000" dirty="0"/>
              <a:t> </a:t>
            </a:r>
            <a:r>
              <a:rPr lang="en-US" sz="2000" dirty="0" err="1"/>
              <a:t>মুরগীর</a:t>
            </a:r>
            <a:r>
              <a:rPr lang="en-US" sz="2000" dirty="0"/>
              <a:t> </a:t>
            </a:r>
            <a:r>
              <a:rPr lang="en-US" sz="2000" dirty="0" err="1"/>
              <a:t>নিচে</a:t>
            </a:r>
            <a:r>
              <a:rPr lang="en-US" sz="2000" dirty="0"/>
              <a:t> ৮-১০ </a:t>
            </a:r>
            <a:r>
              <a:rPr lang="en-US" sz="2000" dirty="0" err="1"/>
              <a:t>টি</a:t>
            </a:r>
            <a:r>
              <a:rPr lang="en-US" sz="2000" dirty="0"/>
              <a:t> </a:t>
            </a:r>
            <a:r>
              <a:rPr lang="en-US" sz="2000" dirty="0" err="1"/>
              <a:t>ডিম</a:t>
            </a:r>
            <a:r>
              <a:rPr lang="en-US" sz="2000" dirty="0"/>
              <a:t> </a:t>
            </a:r>
            <a:r>
              <a:rPr lang="en-US" sz="2000" dirty="0" err="1"/>
              <a:t>রেখে</a:t>
            </a:r>
            <a:r>
              <a:rPr lang="en-US" sz="2000" dirty="0"/>
              <a:t> </a:t>
            </a:r>
            <a:r>
              <a:rPr lang="en-US" sz="2000" dirty="0" err="1"/>
              <a:t>তা</a:t>
            </a:r>
            <a:r>
              <a:rPr lang="en-US" sz="2000" dirty="0"/>
              <a:t> </a:t>
            </a:r>
            <a:r>
              <a:rPr lang="en-US" sz="2000" dirty="0" err="1"/>
              <a:t>দিতে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ঝুড়িতে</a:t>
            </a:r>
            <a:r>
              <a:rPr lang="en-US" sz="2000" dirty="0"/>
              <a:t> </a:t>
            </a:r>
            <a:r>
              <a:rPr lang="en-US" sz="2000" dirty="0" err="1"/>
              <a:t>হাত</a:t>
            </a:r>
            <a:r>
              <a:rPr lang="en-US" sz="2000" dirty="0"/>
              <a:t> </a:t>
            </a:r>
            <a:r>
              <a:rPr lang="en-US" sz="2000" dirty="0" err="1"/>
              <a:t>দিয়ে</a:t>
            </a:r>
            <a:r>
              <a:rPr lang="en-US" sz="2000" dirty="0"/>
              <a:t> </a:t>
            </a:r>
            <a:r>
              <a:rPr lang="en-US" sz="2000" dirty="0" err="1"/>
              <a:t>গর্ত</a:t>
            </a:r>
            <a:r>
              <a:rPr lang="en-US" sz="2000" dirty="0"/>
              <a:t> </a:t>
            </a:r>
            <a:r>
              <a:rPr lang="en-US" sz="2000" dirty="0" err="1"/>
              <a:t>বানিয়ে</a:t>
            </a:r>
            <a:r>
              <a:rPr lang="en-US" sz="2000" dirty="0"/>
              <a:t> </a:t>
            </a:r>
            <a:r>
              <a:rPr lang="en-US" sz="2000" dirty="0" err="1"/>
              <a:t>খড়খুটার</a:t>
            </a:r>
            <a:r>
              <a:rPr lang="en-US" sz="2000" dirty="0"/>
              <a:t> </a:t>
            </a:r>
            <a:r>
              <a:rPr lang="en-US" sz="2000" dirty="0" err="1"/>
              <a:t>সাহায্যে</a:t>
            </a:r>
            <a:r>
              <a:rPr lang="en-US" sz="2000" dirty="0"/>
              <a:t> </a:t>
            </a:r>
            <a:r>
              <a:rPr lang="en-US" sz="2000" dirty="0" err="1"/>
              <a:t>নরম</a:t>
            </a:r>
            <a:r>
              <a:rPr lang="en-US" sz="2000" dirty="0"/>
              <a:t> </a:t>
            </a:r>
            <a:r>
              <a:rPr lang="en-US" sz="2000" dirty="0" err="1"/>
              <a:t>বিছানা</a:t>
            </a:r>
            <a:r>
              <a:rPr lang="en-US" sz="2000" dirty="0"/>
              <a:t> </a:t>
            </a:r>
            <a:r>
              <a:rPr lang="en-US" sz="2000" dirty="0" err="1"/>
              <a:t>তৈরী</a:t>
            </a:r>
            <a:r>
              <a:rPr lang="en-US" sz="2000" dirty="0"/>
              <a:t> </a:t>
            </a:r>
            <a:r>
              <a:rPr lang="en-US" sz="2000" dirty="0" err="1"/>
              <a:t>করতে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বসার</a:t>
            </a:r>
            <a:r>
              <a:rPr lang="en-US" sz="2000" dirty="0"/>
              <a:t> </a:t>
            </a:r>
            <a:r>
              <a:rPr lang="en-US" sz="2000" dirty="0" err="1"/>
              <a:t>স্থান</a:t>
            </a:r>
            <a:r>
              <a:rPr lang="en-US" sz="2000" dirty="0"/>
              <a:t> </a:t>
            </a:r>
            <a:r>
              <a:rPr lang="en-US" sz="2000" dirty="0" err="1"/>
              <a:t>নির্জন</a:t>
            </a:r>
            <a:r>
              <a:rPr lang="en-US" sz="2000" dirty="0"/>
              <a:t> </a:t>
            </a:r>
            <a:r>
              <a:rPr lang="en-US" sz="2000" dirty="0" err="1"/>
              <a:t>কোনে</a:t>
            </a:r>
            <a:r>
              <a:rPr lang="en-US" sz="2000" dirty="0"/>
              <a:t> </a:t>
            </a:r>
            <a:r>
              <a:rPr lang="en-US" sz="2000" dirty="0" err="1"/>
              <a:t>রাখতে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মুখের</a:t>
            </a:r>
            <a:r>
              <a:rPr lang="en-US" sz="2000" dirty="0"/>
              <a:t> </a:t>
            </a:r>
            <a:r>
              <a:rPr lang="en-US" sz="2000" dirty="0" err="1"/>
              <a:t>সামনে</a:t>
            </a:r>
            <a:r>
              <a:rPr lang="en-US" sz="2000" dirty="0"/>
              <a:t> </a:t>
            </a:r>
            <a:r>
              <a:rPr lang="en-US" sz="2000" dirty="0" err="1"/>
              <a:t>দানাদার</a:t>
            </a:r>
            <a:r>
              <a:rPr lang="en-US" sz="2000" dirty="0"/>
              <a:t> </a:t>
            </a:r>
            <a:r>
              <a:rPr lang="en-US" sz="2000" dirty="0" err="1"/>
              <a:t>খাবার</a:t>
            </a:r>
            <a:r>
              <a:rPr lang="en-US" sz="2000" dirty="0"/>
              <a:t> ও </a:t>
            </a:r>
            <a:r>
              <a:rPr lang="en-US" sz="2000" dirty="0" err="1"/>
              <a:t>পানি</a:t>
            </a:r>
            <a:r>
              <a:rPr lang="en-US" sz="2000" dirty="0"/>
              <a:t> </a:t>
            </a:r>
            <a:r>
              <a:rPr lang="en-US" sz="2000" dirty="0" err="1"/>
              <a:t>রাখতে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মুরগীর</a:t>
            </a:r>
            <a:r>
              <a:rPr lang="en-US" sz="2000" dirty="0"/>
              <a:t> </a:t>
            </a:r>
            <a:r>
              <a:rPr lang="en-US" sz="2000" dirty="0" err="1"/>
              <a:t>বাসা</a:t>
            </a:r>
            <a:r>
              <a:rPr lang="en-US" sz="2000" dirty="0"/>
              <a:t> </a:t>
            </a:r>
            <a:r>
              <a:rPr lang="en-US" sz="2000" dirty="0" err="1"/>
              <a:t>ঢেকে</a:t>
            </a:r>
            <a:r>
              <a:rPr lang="en-US" sz="2000" dirty="0"/>
              <a:t> </a:t>
            </a:r>
            <a:r>
              <a:rPr lang="en-US" sz="2000" dirty="0" err="1"/>
              <a:t>দিতে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a:t>২১-৩০ </a:t>
            </a:r>
            <a:r>
              <a:rPr lang="en-US" sz="2000" dirty="0" err="1"/>
              <a:t>দিনের</a:t>
            </a:r>
            <a:r>
              <a:rPr lang="en-US" sz="2000" dirty="0"/>
              <a:t> </a:t>
            </a:r>
            <a:r>
              <a:rPr lang="en-US" sz="2000" dirty="0" err="1"/>
              <a:t>মধ্যে</a:t>
            </a:r>
            <a:r>
              <a:rPr lang="en-US" sz="2000" dirty="0"/>
              <a:t> </a:t>
            </a:r>
            <a:r>
              <a:rPr lang="en-US" sz="2000" dirty="0" err="1"/>
              <a:t>ডিম</a:t>
            </a:r>
            <a:r>
              <a:rPr lang="en-US" sz="2000" dirty="0"/>
              <a:t> </a:t>
            </a:r>
            <a:r>
              <a:rPr lang="en-US" sz="2000" dirty="0" err="1"/>
              <a:t>ফুটে</a:t>
            </a:r>
            <a:r>
              <a:rPr lang="en-US" sz="2000" dirty="0"/>
              <a:t> </a:t>
            </a:r>
            <a:r>
              <a:rPr lang="en-US" sz="2000" dirty="0" err="1"/>
              <a:t>বাচ্চা</a:t>
            </a:r>
            <a:r>
              <a:rPr lang="en-US" sz="2000" dirty="0"/>
              <a:t> </a:t>
            </a:r>
            <a:r>
              <a:rPr lang="en-US" sz="2000" dirty="0" err="1"/>
              <a:t>বের</a:t>
            </a:r>
            <a:r>
              <a:rPr lang="en-US" sz="2000" dirty="0"/>
              <a:t> </a:t>
            </a:r>
            <a:r>
              <a:rPr lang="en-US" sz="2000" dirty="0" err="1"/>
              <a:t>হবে</a:t>
            </a:r>
            <a:endParaRPr lang="bn-IN" sz="2000" dirty="0"/>
          </a:p>
        </p:txBody>
      </p:sp>
      <p:pic>
        <p:nvPicPr>
          <p:cNvPr id="3074" name="Picture 2" descr="Optimizing Egg Laying Production | Freedom Ranger Hatchery Blog">
            <a:extLst>
              <a:ext uri="{FF2B5EF4-FFF2-40B4-BE49-F238E27FC236}">
                <a16:creationId xmlns:a16="http://schemas.microsoft.com/office/drawing/2014/main" id="{A7A8846F-367A-E801-56A7-291FDB3F37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396359"/>
            <a:ext cx="5843663" cy="3897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19414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কৃত্তিম</a:t>
            </a:r>
            <a:r>
              <a:rPr lang="en-US" dirty="0"/>
              <a:t> </a:t>
            </a:r>
            <a:r>
              <a:rPr lang="en-US" dirty="0" err="1"/>
              <a:t>পদ্ধতি</a:t>
            </a:r>
            <a:r>
              <a:rPr lang="en-US" dirty="0"/>
              <a:t>, </a:t>
            </a:r>
            <a:r>
              <a:rPr lang="en-US" dirty="0" err="1"/>
              <a:t>ইনকিউবেটর</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কেরোসিনের</a:t>
            </a:r>
            <a:r>
              <a:rPr lang="en-US" sz="2000" dirty="0"/>
              <a:t> </a:t>
            </a:r>
            <a:r>
              <a:rPr lang="en-US" sz="2000" dirty="0" err="1"/>
              <a:t>বা</a:t>
            </a:r>
            <a:r>
              <a:rPr lang="en-US" sz="2000" dirty="0"/>
              <a:t> </a:t>
            </a:r>
            <a:r>
              <a:rPr lang="en-US" sz="2000" dirty="0" err="1"/>
              <a:t>বিদ্যুতের</a:t>
            </a:r>
            <a:r>
              <a:rPr lang="en-US" sz="2000" dirty="0"/>
              <a:t> </a:t>
            </a:r>
            <a:r>
              <a:rPr lang="en-US" sz="2000" dirty="0" err="1"/>
              <a:t>সাহায্যে</a:t>
            </a:r>
            <a:r>
              <a:rPr lang="en-US" sz="2000" dirty="0"/>
              <a:t> </a:t>
            </a:r>
            <a:r>
              <a:rPr lang="en-US" sz="2000" dirty="0" err="1"/>
              <a:t>চালাতে</a:t>
            </a:r>
            <a:r>
              <a:rPr lang="en-US" sz="2000" dirty="0"/>
              <a:t> </a:t>
            </a:r>
            <a:r>
              <a:rPr lang="en-US" sz="2000" dirty="0" err="1"/>
              <a:t>হয়</a:t>
            </a:r>
            <a:endParaRPr lang="en-US" sz="2000" dirty="0"/>
          </a:p>
          <a:p>
            <a:pPr marL="457200" indent="-457200">
              <a:buFont typeface="Wingdings" panose="05000000000000000000" pitchFamily="2" charset="2"/>
              <a:buChar char="Ø"/>
            </a:pPr>
            <a:r>
              <a:rPr lang="en-US" sz="2000" dirty="0" err="1"/>
              <a:t>একসাথে</a:t>
            </a:r>
            <a:r>
              <a:rPr lang="en-US" sz="2000" dirty="0"/>
              <a:t> ৩০০-৪০০টি </a:t>
            </a:r>
            <a:r>
              <a:rPr lang="en-US" sz="2000" dirty="0" err="1"/>
              <a:t>ডিম</a:t>
            </a:r>
            <a:r>
              <a:rPr lang="en-US" sz="2000" dirty="0"/>
              <a:t> </a:t>
            </a:r>
            <a:r>
              <a:rPr lang="en-US" sz="2000" dirty="0" err="1"/>
              <a:t>দেয়া</a:t>
            </a:r>
            <a:r>
              <a:rPr lang="en-US" sz="2000" dirty="0"/>
              <a:t> </a:t>
            </a:r>
            <a:r>
              <a:rPr lang="en-US" sz="2000" dirty="0" err="1"/>
              <a:t>যায়</a:t>
            </a:r>
            <a:endParaRPr lang="en-US" sz="2000" dirty="0"/>
          </a:p>
          <a:p>
            <a:pPr marL="457200" indent="-457200">
              <a:buFont typeface="Wingdings" panose="05000000000000000000" pitchFamily="2" charset="2"/>
              <a:buChar char="Ø"/>
            </a:pPr>
            <a:r>
              <a:rPr lang="en-US" sz="2000" dirty="0" err="1"/>
              <a:t>তাপমাত্রা</a:t>
            </a:r>
            <a:r>
              <a:rPr lang="en-US" sz="2000" dirty="0"/>
              <a:t> </a:t>
            </a:r>
            <a:r>
              <a:rPr lang="en-US" sz="2000" dirty="0" err="1"/>
              <a:t>থাকবেঃ</a:t>
            </a:r>
            <a:r>
              <a:rPr lang="en-US" sz="2000" dirty="0"/>
              <a:t> ১ম </a:t>
            </a:r>
            <a:r>
              <a:rPr lang="en-US" sz="2000" dirty="0" err="1"/>
              <a:t>দুই</a:t>
            </a:r>
            <a:r>
              <a:rPr lang="en-US" sz="2000" dirty="0"/>
              <a:t> </a:t>
            </a:r>
            <a:r>
              <a:rPr lang="en-US" sz="2000" dirty="0" err="1"/>
              <a:t>সপ্তাহ</a:t>
            </a:r>
            <a:r>
              <a:rPr lang="en-US" sz="2000" dirty="0"/>
              <a:t> ৩৮.৩ – ৩৯.৫ </a:t>
            </a:r>
            <a:r>
              <a:rPr lang="en-US" sz="2000" dirty="0" err="1"/>
              <a:t>ডিগ্রি</a:t>
            </a:r>
            <a:r>
              <a:rPr lang="en-US" sz="2000" dirty="0"/>
              <a:t>, </a:t>
            </a:r>
            <a:r>
              <a:rPr lang="en-US" sz="2000" dirty="0" err="1"/>
              <a:t>পরের</a:t>
            </a:r>
            <a:r>
              <a:rPr lang="en-US" sz="2000" dirty="0"/>
              <a:t> </a:t>
            </a:r>
            <a:r>
              <a:rPr lang="en-US" sz="2000" dirty="0" err="1"/>
              <a:t>সপ্তাহ</a:t>
            </a:r>
            <a:r>
              <a:rPr lang="en-US" sz="2000" dirty="0"/>
              <a:t> ৩৮.৬ । </a:t>
            </a:r>
            <a:r>
              <a:rPr lang="en-US" sz="2000" dirty="0" err="1"/>
              <a:t>বৈদ্যুতিক</a:t>
            </a:r>
            <a:r>
              <a:rPr lang="en-US" sz="2000" dirty="0"/>
              <a:t> </a:t>
            </a:r>
            <a:r>
              <a:rPr lang="en-US" sz="2000" dirty="0" err="1"/>
              <a:t>হলে</a:t>
            </a:r>
            <a:r>
              <a:rPr lang="en-US" sz="2000" dirty="0"/>
              <a:t> ১ম ১৮ </a:t>
            </a:r>
            <a:r>
              <a:rPr lang="en-US" sz="2000" dirty="0" err="1"/>
              <a:t>দিন</a:t>
            </a:r>
            <a:r>
              <a:rPr lang="en-US" sz="2000" dirty="0"/>
              <a:t> ৩৭.৫, </a:t>
            </a:r>
            <a:r>
              <a:rPr lang="en-US" sz="2000" dirty="0" err="1"/>
              <a:t>এবং</a:t>
            </a:r>
            <a:r>
              <a:rPr lang="en-US" sz="2000" dirty="0"/>
              <a:t> </a:t>
            </a:r>
            <a:r>
              <a:rPr lang="en-US" sz="2000" dirty="0" err="1"/>
              <a:t>পরের</a:t>
            </a:r>
            <a:r>
              <a:rPr lang="en-US" sz="2000" dirty="0"/>
              <a:t> </a:t>
            </a:r>
            <a:r>
              <a:rPr lang="en-US" sz="2000" dirty="0" err="1"/>
              <a:t>তিন</a:t>
            </a:r>
            <a:r>
              <a:rPr lang="en-US" sz="2000" dirty="0"/>
              <a:t> </a:t>
            </a:r>
            <a:r>
              <a:rPr lang="en-US" sz="2000" dirty="0" err="1"/>
              <a:t>দিন</a:t>
            </a:r>
            <a:r>
              <a:rPr lang="en-US" sz="2000" dirty="0"/>
              <a:t> ৩৭ </a:t>
            </a:r>
            <a:r>
              <a:rPr lang="en-US" sz="2000" dirty="0" err="1"/>
              <a:t>ডিগ্রি</a:t>
            </a:r>
            <a:r>
              <a:rPr lang="en-US" sz="2000" dirty="0"/>
              <a:t> </a:t>
            </a:r>
            <a:r>
              <a:rPr lang="en-US" sz="2000" dirty="0" err="1"/>
              <a:t>রাখা</a:t>
            </a:r>
            <a:r>
              <a:rPr lang="en-US" sz="2000" dirty="0"/>
              <a:t> </a:t>
            </a:r>
            <a:r>
              <a:rPr lang="en-US" sz="2000" dirty="0" err="1"/>
              <a:t>উচিত</a:t>
            </a:r>
            <a:r>
              <a:rPr lang="en-US" sz="2000" dirty="0"/>
              <a:t>।</a:t>
            </a:r>
          </a:p>
          <a:p>
            <a:pPr marL="457200" indent="-457200">
              <a:buFont typeface="Wingdings" panose="05000000000000000000" pitchFamily="2" charset="2"/>
              <a:buChar char="Ø"/>
            </a:pPr>
            <a:r>
              <a:rPr lang="en-US" sz="2000" dirty="0" err="1"/>
              <a:t>আদ্রতাঃ</a:t>
            </a:r>
            <a:r>
              <a:rPr lang="en-US" sz="2000" dirty="0"/>
              <a:t> ১৮ </a:t>
            </a:r>
            <a:r>
              <a:rPr lang="en-US" sz="2000" dirty="0" err="1"/>
              <a:t>দিনে</a:t>
            </a:r>
            <a:r>
              <a:rPr lang="en-US" sz="2000" dirty="0"/>
              <a:t>, ৫০-৬০% </a:t>
            </a:r>
            <a:r>
              <a:rPr lang="en-US" sz="2000" dirty="0" err="1"/>
              <a:t>আদ্রতা</a:t>
            </a:r>
            <a:r>
              <a:rPr lang="en-US" sz="2000" dirty="0"/>
              <a:t>, </a:t>
            </a:r>
            <a:r>
              <a:rPr lang="en-US" sz="2000" dirty="0" err="1"/>
              <a:t>শেষে</a:t>
            </a:r>
            <a:r>
              <a:rPr lang="en-US" sz="2000" dirty="0"/>
              <a:t> ৬৫-৭০% </a:t>
            </a:r>
            <a:r>
              <a:rPr lang="en-US" sz="2000" dirty="0" err="1"/>
              <a:t>রাখা</a:t>
            </a:r>
            <a:r>
              <a:rPr lang="en-US" sz="2000" dirty="0"/>
              <a:t> </a:t>
            </a:r>
            <a:r>
              <a:rPr lang="en-US" sz="2000" dirty="0" err="1"/>
              <a:t>উচিত</a:t>
            </a:r>
            <a:endParaRPr lang="en-US" sz="2000" dirty="0"/>
          </a:p>
          <a:p>
            <a:pPr marL="457200" indent="-457200">
              <a:buFont typeface="Wingdings" panose="05000000000000000000" pitchFamily="2" charset="2"/>
              <a:buChar char="Ø"/>
            </a:pPr>
            <a:r>
              <a:rPr lang="en-US" sz="2000" dirty="0" err="1"/>
              <a:t>বায়ু</a:t>
            </a:r>
            <a:r>
              <a:rPr lang="en-US" sz="2000" dirty="0"/>
              <a:t> </a:t>
            </a:r>
            <a:r>
              <a:rPr lang="en-US" sz="2000" dirty="0" err="1"/>
              <a:t>চলাচলঃ</a:t>
            </a:r>
            <a:r>
              <a:rPr lang="en-US" sz="2000" dirty="0"/>
              <a:t> ১৮ </a:t>
            </a:r>
            <a:r>
              <a:rPr lang="en-US" sz="2000" dirty="0" err="1"/>
              <a:t>দিন</a:t>
            </a:r>
            <a:r>
              <a:rPr lang="en-US" sz="2000" dirty="0"/>
              <a:t> </a:t>
            </a:r>
            <a:r>
              <a:rPr lang="en-US" sz="2000" dirty="0" err="1"/>
              <a:t>পরে</a:t>
            </a:r>
            <a:r>
              <a:rPr lang="en-US" sz="2000" dirty="0"/>
              <a:t> </a:t>
            </a:r>
            <a:r>
              <a:rPr lang="en-US" sz="2000" dirty="0" err="1"/>
              <a:t>আগের</a:t>
            </a:r>
            <a:r>
              <a:rPr lang="en-US" sz="2000" dirty="0"/>
              <a:t> </a:t>
            </a:r>
            <a:r>
              <a:rPr lang="en-US" sz="2000" dirty="0" err="1"/>
              <a:t>চেয়ে</a:t>
            </a:r>
            <a:r>
              <a:rPr lang="en-US" sz="2000" dirty="0"/>
              <a:t> </a:t>
            </a:r>
            <a:r>
              <a:rPr lang="en-US" sz="2000" dirty="0" err="1"/>
              <a:t>বায়ু</a:t>
            </a:r>
            <a:r>
              <a:rPr lang="en-US" sz="2000" dirty="0"/>
              <a:t> </a:t>
            </a:r>
            <a:r>
              <a:rPr lang="en-US" sz="2000" dirty="0" err="1"/>
              <a:t>চলাচল</a:t>
            </a:r>
            <a:r>
              <a:rPr lang="en-US" sz="2000" dirty="0"/>
              <a:t> </a:t>
            </a:r>
            <a:r>
              <a:rPr lang="en-US" sz="2000" dirty="0" err="1"/>
              <a:t>বাড়াতে</a:t>
            </a:r>
            <a:r>
              <a:rPr lang="en-US" sz="2000" dirty="0"/>
              <a:t> </a:t>
            </a:r>
            <a:r>
              <a:rPr lang="en-US" sz="2000" dirty="0" err="1"/>
              <a:t>হয়</a:t>
            </a:r>
            <a:endParaRPr lang="en-US" sz="2000" dirty="0"/>
          </a:p>
          <a:p>
            <a:pPr marL="457200" indent="-457200">
              <a:buFont typeface="Wingdings" panose="05000000000000000000" pitchFamily="2" charset="2"/>
              <a:buChar char="Ø"/>
            </a:pPr>
            <a:r>
              <a:rPr lang="en-US" sz="2000" dirty="0" err="1"/>
              <a:t>ডিম</a:t>
            </a:r>
            <a:r>
              <a:rPr lang="en-US" sz="2000" dirty="0"/>
              <a:t> </a:t>
            </a:r>
            <a:r>
              <a:rPr lang="en-US" sz="2000" dirty="0" err="1"/>
              <a:t>ঘুরানোঃ</a:t>
            </a:r>
            <a:r>
              <a:rPr lang="en-US" sz="2000" dirty="0"/>
              <a:t> </a:t>
            </a:r>
            <a:r>
              <a:rPr lang="en-US" sz="2000" dirty="0" err="1"/>
              <a:t>দিনে</a:t>
            </a:r>
            <a:r>
              <a:rPr lang="en-US" sz="2000" dirty="0"/>
              <a:t> ৮ </a:t>
            </a:r>
            <a:r>
              <a:rPr lang="en-US" sz="2000" dirty="0" err="1"/>
              <a:t>বার</a:t>
            </a:r>
            <a:r>
              <a:rPr lang="en-US" sz="2000" dirty="0"/>
              <a:t> </a:t>
            </a:r>
            <a:r>
              <a:rPr lang="en-US" sz="2000" dirty="0" err="1"/>
              <a:t>তিন</a:t>
            </a:r>
            <a:r>
              <a:rPr lang="en-US" sz="2000" dirty="0"/>
              <a:t> </a:t>
            </a:r>
            <a:r>
              <a:rPr lang="en-US" sz="2000" dirty="0" err="1"/>
              <a:t>ঘন্টা</a:t>
            </a:r>
            <a:r>
              <a:rPr lang="en-US" sz="2000" dirty="0"/>
              <a:t> </a:t>
            </a:r>
            <a:r>
              <a:rPr lang="en-US" sz="2000" dirty="0" err="1"/>
              <a:t>পরপর</a:t>
            </a:r>
            <a:r>
              <a:rPr lang="en-US" sz="2000" dirty="0"/>
              <a:t> </a:t>
            </a:r>
            <a:r>
              <a:rPr lang="en-US" sz="2000" dirty="0" err="1"/>
              <a:t>ডীম</a:t>
            </a:r>
            <a:r>
              <a:rPr lang="en-US" sz="2000" dirty="0"/>
              <a:t> </a:t>
            </a:r>
            <a:r>
              <a:rPr lang="en-US" sz="2000" dirty="0" err="1"/>
              <a:t>ঘুরাবো</a:t>
            </a:r>
            <a:r>
              <a:rPr lang="en-US" sz="2000" dirty="0"/>
              <a:t>। </a:t>
            </a:r>
            <a:r>
              <a:rPr lang="en-US" sz="2000" dirty="0" err="1"/>
              <a:t>বা</a:t>
            </a:r>
            <a:r>
              <a:rPr lang="en-US" sz="2000" dirty="0"/>
              <a:t> </a:t>
            </a:r>
            <a:r>
              <a:rPr lang="en-US" sz="2000" dirty="0" err="1"/>
              <a:t>বৈদুয়ুতিক</a:t>
            </a:r>
            <a:r>
              <a:rPr lang="en-US" sz="2000" dirty="0"/>
              <a:t> </a:t>
            </a:r>
            <a:r>
              <a:rPr lang="en-US" sz="2000" dirty="0" err="1"/>
              <a:t>হলে</a:t>
            </a:r>
            <a:r>
              <a:rPr lang="en-US" sz="2000" dirty="0"/>
              <a:t> </a:t>
            </a:r>
            <a:r>
              <a:rPr lang="en-US" sz="2000" dirty="0" err="1"/>
              <a:t>টাইমার</a:t>
            </a:r>
            <a:r>
              <a:rPr lang="en-US" sz="2000" dirty="0"/>
              <a:t> </a:t>
            </a:r>
            <a:r>
              <a:rPr lang="en-US" sz="2000" dirty="0" err="1"/>
              <a:t>সেট</a:t>
            </a:r>
            <a:r>
              <a:rPr lang="en-US" sz="2000" dirty="0"/>
              <a:t> </a:t>
            </a:r>
            <a:r>
              <a:rPr lang="en-US" sz="2000" dirty="0" err="1"/>
              <a:t>করবো</a:t>
            </a:r>
            <a:endParaRPr lang="bn-IN" sz="2000" dirty="0"/>
          </a:p>
        </p:txBody>
      </p:sp>
      <p:pic>
        <p:nvPicPr>
          <p:cNvPr id="4098" name="Picture 2" descr="Kerosene-Powered Chicken Egg Incubator, Animal Care - Lehman's">
            <a:extLst>
              <a:ext uri="{FF2B5EF4-FFF2-40B4-BE49-F238E27FC236}">
                <a16:creationId xmlns:a16="http://schemas.microsoft.com/office/drawing/2014/main" id="{40D3BBE1-32D9-A70F-8BA3-F2DC90E5A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4585" y="2412749"/>
            <a:ext cx="5144161" cy="3838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53222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কৃত্তিম</a:t>
            </a:r>
            <a:r>
              <a:rPr lang="en-US" dirty="0"/>
              <a:t> </a:t>
            </a:r>
            <a:r>
              <a:rPr lang="en-US" dirty="0" err="1"/>
              <a:t>পদ্ধতি</a:t>
            </a:r>
            <a:r>
              <a:rPr lang="en-US" dirty="0"/>
              <a:t>, </a:t>
            </a:r>
            <a:r>
              <a:rPr lang="en-US" dirty="0" err="1"/>
              <a:t>ইনকিউবেটর</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396359"/>
            <a:ext cx="5906815" cy="3785652"/>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ক্যান্ডেলিং</a:t>
            </a:r>
            <a:r>
              <a:rPr lang="en-US" sz="2000" dirty="0"/>
              <a:t> </a:t>
            </a:r>
            <a:r>
              <a:rPr lang="en-US" sz="2000" dirty="0" err="1"/>
              <a:t>করাঃ</a:t>
            </a:r>
            <a:r>
              <a:rPr lang="en-US" sz="2000" dirty="0"/>
              <a:t> </a:t>
            </a:r>
            <a:r>
              <a:rPr lang="en-US" sz="2000" dirty="0" err="1"/>
              <a:t>বাল্ব</a:t>
            </a:r>
            <a:r>
              <a:rPr lang="en-US" sz="2000" dirty="0"/>
              <a:t> </a:t>
            </a:r>
            <a:r>
              <a:rPr lang="en-US" sz="2000" dirty="0" err="1"/>
              <a:t>বা</a:t>
            </a:r>
            <a:r>
              <a:rPr lang="en-US" sz="2000" dirty="0"/>
              <a:t> </a:t>
            </a:r>
            <a:r>
              <a:rPr lang="en-US" sz="2000" dirty="0" err="1"/>
              <a:t>লাইটের</a:t>
            </a:r>
            <a:r>
              <a:rPr lang="en-US" sz="2000" dirty="0"/>
              <a:t> </a:t>
            </a:r>
            <a:r>
              <a:rPr lang="en-US" sz="2000" dirty="0" err="1"/>
              <a:t>সামনে</a:t>
            </a:r>
            <a:r>
              <a:rPr lang="en-US" sz="2000" dirty="0"/>
              <a:t> </a:t>
            </a:r>
            <a:r>
              <a:rPr lang="en-US" sz="2000" dirty="0" err="1"/>
              <a:t>রেখে</a:t>
            </a:r>
            <a:r>
              <a:rPr lang="en-US" sz="2000" dirty="0"/>
              <a:t> </a:t>
            </a:r>
            <a:r>
              <a:rPr lang="en-US" sz="2000" dirty="0" err="1"/>
              <a:t>ডিম</a:t>
            </a:r>
            <a:r>
              <a:rPr lang="en-US" sz="2000" dirty="0"/>
              <a:t> </a:t>
            </a:r>
            <a:r>
              <a:rPr lang="en-US" sz="2000" dirty="0" err="1"/>
              <a:t>পর্যবেক্ষন</a:t>
            </a:r>
            <a:r>
              <a:rPr lang="en-US" sz="2000" dirty="0"/>
              <a:t> </a:t>
            </a:r>
            <a:r>
              <a:rPr lang="en-US" sz="2000" dirty="0" err="1"/>
              <a:t>করবো</a:t>
            </a:r>
            <a:endParaRPr lang="en-US" sz="2000" dirty="0"/>
          </a:p>
          <a:p>
            <a:pPr marL="457200" indent="-457200">
              <a:buFont typeface="Wingdings" panose="05000000000000000000" pitchFamily="2" charset="2"/>
              <a:buChar char="Ø"/>
            </a:pPr>
            <a:r>
              <a:rPr lang="en-US" sz="2000" dirty="0" err="1"/>
              <a:t>সেটিং</a:t>
            </a:r>
            <a:r>
              <a:rPr lang="en-US" sz="2000" dirty="0"/>
              <a:t> </a:t>
            </a:r>
            <a:r>
              <a:rPr lang="en-US" sz="2000" dirty="0" err="1"/>
              <a:t>ট্রে</a:t>
            </a:r>
            <a:r>
              <a:rPr lang="en-US" sz="2000" dirty="0"/>
              <a:t> </a:t>
            </a:r>
            <a:r>
              <a:rPr lang="en-US" sz="2000" dirty="0" err="1"/>
              <a:t>থেকে</a:t>
            </a:r>
            <a:r>
              <a:rPr lang="en-US" sz="2000" dirty="0"/>
              <a:t> </a:t>
            </a:r>
            <a:r>
              <a:rPr lang="en-US" sz="2000" dirty="0" err="1"/>
              <a:t>হ্যাচিং</a:t>
            </a:r>
            <a:r>
              <a:rPr lang="en-US" sz="2000" dirty="0"/>
              <a:t> </a:t>
            </a:r>
            <a:r>
              <a:rPr lang="en-US" sz="2000" dirty="0" err="1"/>
              <a:t>ট্রে</a:t>
            </a:r>
            <a:r>
              <a:rPr lang="en-US" sz="2000" dirty="0"/>
              <a:t> </a:t>
            </a:r>
            <a:r>
              <a:rPr lang="en-US" sz="2000" dirty="0" err="1"/>
              <a:t>তে</a:t>
            </a:r>
            <a:r>
              <a:rPr lang="en-US" sz="2000" dirty="0"/>
              <a:t> </a:t>
            </a:r>
            <a:r>
              <a:rPr lang="en-US" sz="2000" dirty="0" err="1"/>
              <a:t>স্থানান্তরঃ</a:t>
            </a:r>
            <a:r>
              <a:rPr lang="en-US" sz="2000" dirty="0"/>
              <a:t> ১৯ </a:t>
            </a:r>
            <a:r>
              <a:rPr lang="en-US" sz="2000" dirty="0" err="1"/>
              <a:t>তম</a:t>
            </a:r>
            <a:r>
              <a:rPr lang="en-US" sz="2000" dirty="0"/>
              <a:t> </a:t>
            </a:r>
            <a:r>
              <a:rPr lang="en-US" sz="2000" dirty="0" err="1"/>
              <a:t>দিনে</a:t>
            </a:r>
            <a:r>
              <a:rPr lang="en-US" sz="2000" dirty="0"/>
              <a:t> </a:t>
            </a:r>
            <a:r>
              <a:rPr lang="en-US" sz="2000" dirty="0" err="1"/>
              <a:t>হ্যাচিং</a:t>
            </a:r>
            <a:r>
              <a:rPr lang="en-US" sz="2000" dirty="0"/>
              <a:t> </a:t>
            </a:r>
            <a:r>
              <a:rPr lang="en-US" sz="2000" dirty="0" err="1"/>
              <a:t>ট্রে</a:t>
            </a:r>
            <a:r>
              <a:rPr lang="en-US" sz="2000" dirty="0"/>
              <a:t> </a:t>
            </a:r>
            <a:r>
              <a:rPr lang="en-US" sz="2000" dirty="0" err="1"/>
              <a:t>তে</a:t>
            </a:r>
            <a:r>
              <a:rPr lang="en-US" sz="2000" dirty="0"/>
              <a:t> </a:t>
            </a:r>
            <a:r>
              <a:rPr lang="en-US" sz="2000" dirty="0" err="1"/>
              <a:t>নিয়ে</a:t>
            </a:r>
            <a:r>
              <a:rPr lang="en-US" sz="2000" dirty="0"/>
              <a:t> </a:t>
            </a:r>
            <a:r>
              <a:rPr lang="en-US" sz="2000" dirty="0" err="1"/>
              <a:t>যেতে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পরিষ্কার</a:t>
            </a:r>
            <a:r>
              <a:rPr lang="en-US" sz="2000" dirty="0"/>
              <a:t> </a:t>
            </a:r>
            <a:r>
              <a:rPr lang="en-US" sz="2000" dirty="0" err="1"/>
              <a:t>পরিচ্ছন্নতাঃ</a:t>
            </a:r>
            <a:r>
              <a:rPr lang="en-US" sz="2000" dirty="0"/>
              <a:t> </a:t>
            </a:r>
            <a:r>
              <a:rPr lang="en-US" sz="2000" dirty="0" err="1"/>
              <a:t>প্রতিবার</a:t>
            </a:r>
            <a:r>
              <a:rPr lang="en-US" sz="2000" dirty="0"/>
              <a:t> </a:t>
            </a:r>
            <a:r>
              <a:rPr lang="en-US" sz="2000" dirty="0" err="1"/>
              <a:t>ফোটানোর</a:t>
            </a:r>
            <a:r>
              <a:rPr lang="en-US" sz="2000" dirty="0"/>
              <a:t> </a:t>
            </a:r>
            <a:r>
              <a:rPr lang="en-US" sz="2000" dirty="0" err="1"/>
              <a:t>আগে</a:t>
            </a:r>
            <a:r>
              <a:rPr lang="en-US" sz="2000" dirty="0"/>
              <a:t> </a:t>
            </a:r>
            <a:r>
              <a:rPr lang="en-US" sz="2000" dirty="0" err="1"/>
              <a:t>ইনকিউবেটর</a:t>
            </a:r>
            <a:r>
              <a:rPr lang="en-US" sz="2000" dirty="0"/>
              <a:t> </a:t>
            </a:r>
            <a:r>
              <a:rPr lang="en-US" sz="2000" dirty="0" err="1"/>
              <a:t>ঔষধ</a:t>
            </a:r>
            <a:r>
              <a:rPr lang="en-US" sz="2000" dirty="0"/>
              <a:t> </a:t>
            </a:r>
            <a:r>
              <a:rPr lang="en-US" sz="2000" dirty="0" err="1"/>
              <a:t>ছিটিয়ে</a:t>
            </a:r>
            <a:r>
              <a:rPr lang="en-US" sz="2000" dirty="0"/>
              <a:t> </a:t>
            </a:r>
            <a:r>
              <a:rPr lang="en-US" sz="2000" dirty="0" err="1"/>
              <a:t>জীবানূমুক্ত</a:t>
            </a:r>
            <a:r>
              <a:rPr lang="en-US" sz="2000" dirty="0"/>
              <a:t> </a:t>
            </a:r>
            <a:r>
              <a:rPr lang="en-US" sz="2000" dirty="0" err="1"/>
              <a:t>করবো</a:t>
            </a:r>
            <a:r>
              <a:rPr lang="en-US" sz="2000" dirty="0"/>
              <a:t> </a:t>
            </a:r>
          </a:p>
          <a:p>
            <a:pPr marL="457200" indent="-457200">
              <a:buFont typeface="Wingdings" panose="05000000000000000000" pitchFamily="2" charset="2"/>
              <a:buChar char="Ø"/>
            </a:pPr>
            <a:r>
              <a:rPr lang="en-US" sz="2000" dirty="0" err="1"/>
              <a:t>ফিউমিগেশন</a:t>
            </a:r>
            <a:r>
              <a:rPr lang="en-US" sz="2000" dirty="0"/>
              <a:t> </a:t>
            </a:r>
            <a:r>
              <a:rPr lang="en-US" sz="2000" dirty="0" err="1"/>
              <a:t>করাঃ</a:t>
            </a:r>
            <a:r>
              <a:rPr lang="en-US" sz="2000" dirty="0"/>
              <a:t> ৪০% </a:t>
            </a:r>
            <a:r>
              <a:rPr lang="en-US" sz="2000" dirty="0" err="1"/>
              <a:t>ফরমালিন</a:t>
            </a:r>
            <a:r>
              <a:rPr lang="en-US" sz="2000" dirty="0"/>
              <a:t> + ৪০ </a:t>
            </a:r>
            <a:r>
              <a:rPr lang="en-US" sz="2000" dirty="0" err="1"/>
              <a:t>গ্রাম</a:t>
            </a:r>
            <a:r>
              <a:rPr lang="en-US" sz="2000" dirty="0"/>
              <a:t> </a:t>
            </a:r>
            <a:r>
              <a:rPr lang="en-US" sz="2000" dirty="0" err="1"/>
              <a:t>পটাশিয়াম</a:t>
            </a:r>
            <a:r>
              <a:rPr lang="en-US" sz="2000" dirty="0"/>
              <a:t> </a:t>
            </a:r>
            <a:r>
              <a:rPr lang="en-US" sz="2000" dirty="0" err="1"/>
              <a:t>পার</a:t>
            </a:r>
            <a:r>
              <a:rPr lang="en-US" sz="2000" dirty="0"/>
              <a:t> </a:t>
            </a:r>
            <a:r>
              <a:rPr lang="en-US" sz="2000" dirty="0" err="1"/>
              <a:t>ম্যাংগানেট</a:t>
            </a:r>
            <a:r>
              <a:rPr lang="en-US" sz="2000" dirty="0"/>
              <a:t> </a:t>
            </a:r>
            <a:r>
              <a:rPr lang="en-US" sz="2000" dirty="0" err="1"/>
              <a:t>রেখে</a:t>
            </a:r>
            <a:r>
              <a:rPr lang="en-US" sz="2000" dirty="0"/>
              <a:t> </a:t>
            </a:r>
            <a:r>
              <a:rPr lang="en-US" sz="2000" dirty="0" err="1"/>
              <a:t>মেশিনে</a:t>
            </a:r>
            <a:r>
              <a:rPr lang="en-US" sz="2000" dirty="0"/>
              <a:t> </a:t>
            </a:r>
            <a:r>
              <a:rPr lang="en-US" sz="2000" dirty="0" err="1"/>
              <a:t>রেখে</a:t>
            </a:r>
            <a:r>
              <a:rPr lang="en-US" sz="2000" dirty="0"/>
              <a:t> </a:t>
            </a:r>
            <a:r>
              <a:rPr lang="en-US" sz="2000" dirty="0" err="1"/>
              <a:t>দিলে</a:t>
            </a:r>
            <a:r>
              <a:rPr lang="en-US" sz="2000" dirty="0"/>
              <a:t> </a:t>
            </a:r>
            <a:r>
              <a:rPr lang="en-US" sz="2000" dirty="0" err="1"/>
              <a:t>জীবানু</a:t>
            </a:r>
            <a:r>
              <a:rPr lang="en-US" sz="2000" dirty="0"/>
              <a:t> </a:t>
            </a:r>
            <a:r>
              <a:rPr lang="en-US" sz="2000" dirty="0" err="1"/>
              <a:t>মারা</a:t>
            </a:r>
            <a:r>
              <a:rPr lang="en-US" sz="2000" dirty="0"/>
              <a:t> </a:t>
            </a:r>
            <a:r>
              <a:rPr lang="en-US" sz="2000" dirty="0" err="1"/>
              <a:t>যায়</a:t>
            </a:r>
            <a:endParaRPr lang="en-US" sz="2000" dirty="0"/>
          </a:p>
          <a:p>
            <a:pPr marL="457200" indent="-457200">
              <a:buFont typeface="Wingdings" panose="05000000000000000000" pitchFamily="2" charset="2"/>
              <a:buChar char="Ø"/>
            </a:pPr>
            <a:r>
              <a:rPr lang="en-US" sz="2000" dirty="0" err="1"/>
              <a:t>ইনকিউবেটর</a:t>
            </a:r>
            <a:r>
              <a:rPr lang="en-US" sz="2000" dirty="0"/>
              <a:t> </a:t>
            </a:r>
            <a:r>
              <a:rPr lang="en-US" sz="2000" dirty="0" err="1"/>
              <a:t>ভূমির</a:t>
            </a:r>
            <a:r>
              <a:rPr lang="en-US" sz="2000" dirty="0"/>
              <a:t> </a:t>
            </a:r>
            <a:r>
              <a:rPr lang="en-US" sz="2000" dirty="0" err="1"/>
              <a:t>সমান্তরালে</a:t>
            </a:r>
            <a:r>
              <a:rPr lang="en-US" sz="2000" dirty="0"/>
              <a:t> </a:t>
            </a:r>
            <a:r>
              <a:rPr lang="en-US" sz="2000" dirty="0" err="1"/>
              <a:t>বসাতে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সার্বক্ষনিক</a:t>
            </a:r>
            <a:r>
              <a:rPr lang="en-US" sz="2000" dirty="0"/>
              <a:t> </a:t>
            </a:r>
            <a:r>
              <a:rPr lang="en-US" sz="2000" dirty="0" err="1"/>
              <a:t>চেক</a:t>
            </a:r>
            <a:r>
              <a:rPr lang="en-US" sz="2000" dirty="0"/>
              <a:t> </a:t>
            </a:r>
            <a:r>
              <a:rPr lang="en-US" sz="2000" dirty="0" err="1"/>
              <a:t>করতে</a:t>
            </a:r>
            <a:r>
              <a:rPr lang="en-US" sz="2000" dirty="0"/>
              <a:t> </a:t>
            </a:r>
            <a:r>
              <a:rPr lang="en-US" sz="2000" dirty="0" err="1"/>
              <a:t>হবে</a:t>
            </a:r>
            <a:r>
              <a:rPr lang="en-US" sz="2000" dirty="0"/>
              <a:t>।</a:t>
            </a:r>
            <a:endParaRPr lang="bn-IN" sz="2000" dirty="0"/>
          </a:p>
        </p:txBody>
      </p:sp>
      <p:pic>
        <p:nvPicPr>
          <p:cNvPr id="5122" name="Picture 2" descr="180 Egg Incubator and Hatcher - Fully Automatic Digital Model SH180 –  Surehatch Egg Incubators and Hatchers">
            <a:extLst>
              <a:ext uri="{FF2B5EF4-FFF2-40B4-BE49-F238E27FC236}">
                <a16:creationId xmlns:a16="http://schemas.microsoft.com/office/drawing/2014/main" id="{11B87716-3EB1-E540-27C3-9B5A849522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4796" y="2433173"/>
            <a:ext cx="5257840" cy="37120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35440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কৃত্তিম</a:t>
            </a:r>
            <a:r>
              <a:rPr lang="en-US" dirty="0"/>
              <a:t> </a:t>
            </a:r>
            <a:r>
              <a:rPr lang="en-US" dirty="0" err="1"/>
              <a:t>পদ্ধতি</a:t>
            </a:r>
            <a:r>
              <a:rPr lang="en-US" dirty="0"/>
              <a:t>, </a:t>
            </a:r>
            <a:r>
              <a:rPr lang="en-US" dirty="0" err="1"/>
              <a:t>তুষ</a:t>
            </a:r>
            <a:r>
              <a:rPr lang="en-US" dirty="0"/>
              <a:t> </a:t>
            </a:r>
            <a:r>
              <a:rPr lang="en-US" dirty="0" err="1"/>
              <a:t>তুলা</a:t>
            </a:r>
            <a:r>
              <a:rPr lang="en-US" dirty="0"/>
              <a:t> </a:t>
            </a:r>
            <a:r>
              <a:rPr lang="en-US" dirty="0" err="1"/>
              <a:t>পদ্ধতি</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334042" y="2704177"/>
            <a:ext cx="4201746" cy="2862322"/>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কাছাকাছি</a:t>
            </a:r>
            <a:r>
              <a:rPr lang="en-US" sz="2000" dirty="0"/>
              <a:t> </a:t>
            </a:r>
            <a:r>
              <a:rPr lang="en-US" sz="2000" dirty="0" err="1"/>
              <a:t>বয়সের</a:t>
            </a:r>
            <a:r>
              <a:rPr lang="en-US" sz="2000" dirty="0"/>
              <a:t> </a:t>
            </a:r>
            <a:r>
              <a:rPr lang="en-US" sz="2000" dirty="0" err="1"/>
              <a:t>ডিম</a:t>
            </a:r>
            <a:r>
              <a:rPr lang="en-US" sz="2000" dirty="0"/>
              <a:t> </a:t>
            </a:r>
            <a:r>
              <a:rPr lang="en-US" sz="2000" dirty="0" err="1"/>
              <a:t>একসাথে</a:t>
            </a:r>
            <a:r>
              <a:rPr lang="en-US" sz="2000" dirty="0"/>
              <a:t> </a:t>
            </a:r>
            <a:r>
              <a:rPr lang="en-US" sz="2000" dirty="0" err="1"/>
              <a:t>বসাতে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তুষ</a:t>
            </a:r>
            <a:r>
              <a:rPr lang="en-US" sz="2000" dirty="0"/>
              <a:t> </a:t>
            </a:r>
            <a:r>
              <a:rPr lang="en-US" sz="2000" dirty="0" err="1"/>
              <a:t>তুলা</a:t>
            </a:r>
            <a:r>
              <a:rPr lang="en-US" sz="2000" dirty="0"/>
              <a:t> </a:t>
            </a:r>
            <a:r>
              <a:rPr lang="en-US" sz="2000" dirty="0" err="1"/>
              <a:t>লেপ</a:t>
            </a:r>
            <a:r>
              <a:rPr lang="en-US" sz="2000" dirty="0"/>
              <a:t> </a:t>
            </a:r>
            <a:r>
              <a:rPr lang="en-US" sz="2000" dirty="0" err="1"/>
              <a:t>বাতি</a:t>
            </a:r>
            <a:r>
              <a:rPr lang="en-US" sz="2000" dirty="0"/>
              <a:t> </a:t>
            </a:r>
            <a:r>
              <a:rPr lang="en-US" sz="2000" dirty="0" err="1"/>
              <a:t>দিয়ে</a:t>
            </a:r>
            <a:r>
              <a:rPr lang="en-US" sz="2000" dirty="0"/>
              <a:t> </a:t>
            </a:r>
            <a:r>
              <a:rPr lang="en-US" sz="2000" dirty="0" err="1"/>
              <a:t>ডিম</a:t>
            </a:r>
            <a:r>
              <a:rPr lang="en-US" sz="2000" dirty="0"/>
              <a:t> </a:t>
            </a:r>
            <a:r>
              <a:rPr lang="en-US" sz="2000" dirty="0" err="1"/>
              <a:t>বসাতে</a:t>
            </a:r>
            <a:r>
              <a:rPr lang="en-US" sz="2000" dirty="0"/>
              <a:t> </a:t>
            </a:r>
            <a:r>
              <a:rPr lang="en-US" sz="2000" dirty="0" err="1"/>
              <a:t>হবে</a:t>
            </a:r>
            <a:endParaRPr lang="en-US" sz="2000" dirty="0"/>
          </a:p>
          <a:p>
            <a:pPr marL="457200" indent="-457200">
              <a:buFont typeface="Wingdings" panose="05000000000000000000" pitchFamily="2" charset="2"/>
              <a:buChar char="Ø"/>
            </a:pPr>
            <a:r>
              <a:rPr lang="en-US" sz="2000" dirty="0" err="1"/>
              <a:t>একাধিক</a:t>
            </a:r>
            <a:r>
              <a:rPr lang="en-US" sz="2000" dirty="0"/>
              <a:t> </a:t>
            </a:r>
            <a:r>
              <a:rPr lang="en-US" sz="2000" dirty="0" err="1"/>
              <a:t>মুরগীর</a:t>
            </a:r>
            <a:r>
              <a:rPr lang="en-US" sz="2000" dirty="0"/>
              <a:t> ৫-৭ </a:t>
            </a:r>
            <a:r>
              <a:rPr lang="en-US" sz="2000" dirty="0" err="1"/>
              <a:t>দিনের</a:t>
            </a:r>
            <a:r>
              <a:rPr lang="en-US" sz="2000" dirty="0"/>
              <a:t> </a:t>
            </a:r>
            <a:r>
              <a:rPr lang="en-US" sz="2000" dirty="0" err="1"/>
              <a:t>ডিম</a:t>
            </a:r>
            <a:r>
              <a:rPr lang="en-US" sz="2000" dirty="0"/>
              <a:t> </a:t>
            </a:r>
            <a:r>
              <a:rPr lang="en-US" sz="2000" dirty="0" err="1"/>
              <a:t>একত্র</a:t>
            </a:r>
            <a:r>
              <a:rPr lang="en-US" sz="2000" dirty="0"/>
              <a:t> </a:t>
            </a:r>
            <a:r>
              <a:rPr lang="en-US" sz="2000" dirty="0" err="1"/>
              <a:t>করে</a:t>
            </a:r>
            <a:r>
              <a:rPr lang="en-US" sz="2000" dirty="0"/>
              <a:t> </a:t>
            </a:r>
            <a:r>
              <a:rPr lang="en-US" sz="2000" dirty="0" err="1"/>
              <a:t>ব্যাচ</a:t>
            </a:r>
            <a:r>
              <a:rPr lang="en-US" sz="2000" dirty="0"/>
              <a:t> </a:t>
            </a:r>
            <a:r>
              <a:rPr lang="en-US" sz="2000" dirty="0" err="1"/>
              <a:t>করে</a:t>
            </a:r>
            <a:r>
              <a:rPr lang="en-US" sz="2000" dirty="0"/>
              <a:t> </a:t>
            </a:r>
            <a:r>
              <a:rPr lang="en-US" sz="2000" dirty="0" err="1"/>
              <a:t>ফেলতে</a:t>
            </a:r>
            <a:r>
              <a:rPr lang="en-US" sz="2000" dirty="0"/>
              <a:t> </a:t>
            </a:r>
            <a:r>
              <a:rPr lang="en-US" sz="2000" dirty="0" err="1"/>
              <a:t>হবে</a:t>
            </a:r>
            <a:endParaRPr lang="en-US" sz="2000" dirty="0"/>
          </a:p>
          <a:p>
            <a:endParaRPr lang="bn-IN" sz="2000" dirty="0"/>
          </a:p>
        </p:txBody>
      </p:sp>
      <p:pic>
        <p:nvPicPr>
          <p:cNvPr id="6146" name="Picture 2" descr="Incubator homemade light bulb in Kenya - Ecochicks Poultry Limited">
            <a:extLst>
              <a:ext uri="{FF2B5EF4-FFF2-40B4-BE49-F238E27FC236}">
                <a16:creationId xmlns:a16="http://schemas.microsoft.com/office/drawing/2014/main" id="{D4801374-33E8-AA6B-3256-15224239B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5331" y="2206806"/>
            <a:ext cx="5788182" cy="4341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309880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কৃত্তিম</a:t>
            </a:r>
            <a:r>
              <a:rPr lang="en-US" dirty="0"/>
              <a:t> </a:t>
            </a:r>
            <a:r>
              <a:rPr lang="en-US" dirty="0" err="1"/>
              <a:t>পদ্ধতি</a:t>
            </a:r>
            <a:r>
              <a:rPr lang="en-US" dirty="0"/>
              <a:t> ও </a:t>
            </a:r>
            <a:r>
              <a:rPr lang="en-US" dirty="0" err="1"/>
              <a:t>প্রাকৃতিক</a:t>
            </a:r>
            <a:r>
              <a:rPr lang="en-US" dirty="0"/>
              <a:t> </a:t>
            </a:r>
            <a:r>
              <a:rPr lang="en-US" dirty="0" err="1"/>
              <a:t>পদ্ধতির</a:t>
            </a:r>
            <a:r>
              <a:rPr lang="en-US" dirty="0"/>
              <a:t> </a:t>
            </a:r>
            <a:r>
              <a:rPr lang="en-US" dirty="0" err="1"/>
              <a:t>তুলনা</a:t>
            </a:r>
            <a:endParaRPr lang="en-US" dirty="0"/>
          </a:p>
        </p:txBody>
      </p:sp>
      <p:graphicFrame>
        <p:nvGraphicFramePr>
          <p:cNvPr id="3" name="Table 2">
            <a:extLst>
              <a:ext uri="{FF2B5EF4-FFF2-40B4-BE49-F238E27FC236}">
                <a16:creationId xmlns:a16="http://schemas.microsoft.com/office/drawing/2014/main" id="{EFD6FE40-5615-AC6E-D88B-BDF1E021865E}"/>
              </a:ext>
            </a:extLst>
          </p:cNvPr>
          <p:cNvGraphicFramePr>
            <a:graphicFrameLocks noGrp="1"/>
          </p:cNvGraphicFramePr>
          <p:nvPr>
            <p:extLst>
              <p:ext uri="{D42A27DB-BD31-4B8C-83A1-F6EECF244321}">
                <p14:modId xmlns:p14="http://schemas.microsoft.com/office/powerpoint/2010/main" val="3296944826"/>
              </p:ext>
            </p:extLst>
          </p:nvPr>
        </p:nvGraphicFramePr>
        <p:xfrm>
          <a:off x="810001" y="2335794"/>
          <a:ext cx="10289548" cy="4133584"/>
        </p:xfrm>
        <a:graphic>
          <a:graphicData uri="http://schemas.openxmlformats.org/drawingml/2006/table">
            <a:tbl>
              <a:tblPr firstRow="1" bandRow="1">
                <a:tableStyleId>{5C22544A-7EE6-4342-B048-85BDC9FD1C3A}</a:tableStyleId>
              </a:tblPr>
              <a:tblGrid>
                <a:gridCol w="5144774">
                  <a:extLst>
                    <a:ext uri="{9D8B030D-6E8A-4147-A177-3AD203B41FA5}">
                      <a16:colId xmlns:a16="http://schemas.microsoft.com/office/drawing/2014/main" val="2888001664"/>
                    </a:ext>
                  </a:extLst>
                </a:gridCol>
                <a:gridCol w="5144774">
                  <a:extLst>
                    <a:ext uri="{9D8B030D-6E8A-4147-A177-3AD203B41FA5}">
                      <a16:colId xmlns:a16="http://schemas.microsoft.com/office/drawing/2014/main" val="680321160"/>
                    </a:ext>
                  </a:extLst>
                </a:gridCol>
              </a:tblGrid>
              <a:tr h="499072">
                <a:tc>
                  <a:txBody>
                    <a:bodyPr/>
                    <a:lstStyle/>
                    <a:p>
                      <a:r>
                        <a:rPr lang="en-US" dirty="0" err="1"/>
                        <a:t>প্রাকৃতিক</a:t>
                      </a:r>
                      <a:r>
                        <a:rPr lang="en-US" dirty="0"/>
                        <a:t> </a:t>
                      </a:r>
                      <a:r>
                        <a:rPr lang="en-US" dirty="0" err="1"/>
                        <a:t>পদ্ধতি</a:t>
                      </a:r>
                      <a:endParaRPr lang="en-US" dirty="0"/>
                    </a:p>
                  </a:txBody>
                  <a:tcPr/>
                </a:tc>
                <a:tc>
                  <a:txBody>
                    <a:bodyPr/>
                    <a:lstStyle/>
                    <a:p>
                      <a:r>
                        <a:rPr lang="en-US" dirty="0"/>
                        <a:t> </a:t>
                      </a:r>
                      <a:r>
                        <a:rPr lang="en-US" dirty="0" err="1"/>
                        <a:t>কৃত্তিম</a:t>
                      </a:r>
                      <a:r>
                        <a:rPr lang="en-US" dirty="0"/>
                        <a:t> </a:t>
                      </a:r>
                      <a:r>
                        <a:rPr lang="en-US" dirty="0" err="1"/>
                        <a:t>পদ্ধতি</a:t>
                      </a:r>
                      <a:endParaRPr lang="en-US" dirty="0"/>
                    </a:p>
                  </a:txBody>
                  <a:tcPr/>
                </a:tc>
                <a:extLst>
                  <a:ext uri="{0D108BD9-81ED-4DB2-BD59-A6C34878D82A}">
                    <a16:rowId xmlns:a16="http://schemas.microsoft.com/office/drawing/2014/main" val="592306808"/>
                  </a:ext>
                </a:extLst>
              </a:tr>
              <a:tr h="499072">
                <a:tc>
                  <a:txBody>
                    <a:bodyPr/>
                    <a:lstStyle/>
                    <a:p>
                      <a:r>
                        <a:rPr lang="en-US" dirty="0"/>
                        <a:t>এ </a:t>
                      </a:r>
                      <a:r>
                        <a:rPr lang="en-US" dirty="0" err="1"/>
                        <a:t>পদ্ধতিতে</a:t>
                      </a:r>
                      <a:r>
                        <a:rPr lang="en-US" dirty="0"/>
                        <a:t> </a:t>
                      </a:r>
                      <a:r>
                        <a:rPr lang="en-US" dirty="0" err="1"/>
                        <a:t>কৃত্তিম</a:t>
                      </a:r>
                      <a:r>
                        <a:rPr lang="en-US" dirty="0"/>
                        <a:t> </a:t>
                      </a:r>
                      <a:r>
                        <a:rPr lang="en-US" dirty="0" err="1"/>
                        <a:t>তাপের</a:t>
                      </a:r>
                      <a:r>
                        <a:rPr lang="en-US" dirty="0"/>
                        <a:t> </a:t>
                      </a:r>
                      <a:r>
                        <a:rPr lang="en-US" dirty="0" err="1"/>
                        <a:t>ব্যাবস্থা</a:t>
                      </a:r>
                      <a:r>
                        <a:rPr lang="en-US" dirty="0"/>
                        <a:t> </a:t>
                      </a:r>
                      <a:r>
                        <a:rPr lang="en-US" dirty="0" err="1"/>
                        <a:t>লাগে</a:t>
                      </a:r>
                      <a:r>
                        <a:rPr lang="en-US" dirty="0"/>
                        <a:t> </a:t>
                      </a:r>
                      <a:r>
                        <a:rPr lang="en-US" dirty="0" err="1"/>
                        <a:t>না</a:t>
                      </a:r>
                      <a:endParaRPr lang="en-US" dirty="0"/>
                    </a:p>
                  </a:txBody>
                  <a:tcPr/>
                </a:tc>
                <a:tc>
                  <a:txBody>
                    <a:bodyPr/>
                    <a:lstStyle/>
                    <a:p>
                      <a:r>
                        <a:rPr lang="en-US" dirty="0" err="1"/>
                        <a:t>কৃত্তিম</a:t>
                      </a:r>
                      <a:r>
                        <a:rPr lang="en-US" dirty="0"/>
                        <a:t> </a:t>
                      </a:r>
                      <a:r>
                        <a:rPr lang="en-US" dirty="0" err="1"/>
                        <a:t>তাপের</a:t>
                      </a:r>
                      <a:r>
                        <a:rPr lang="en-US" dirty="0"/>
                        <a:t> </a:t>
                      </a:r>
                      <a:r>
                        <a:rPr lang="en-US" dirty="0" err="1"/>
                        <a:t>ব্যাবস্থা</a:t>
                      </a:r>
                      <a:r>
                        <a:rPr lang="en-US" dirty="0"/>
                        <a:t> </a:t>
                      </a:r>
                      <a:r>
                        <a:rPr lang="en-US" dirty="0" err="1"/>
                        <a:t>থাকবে</a:t>
                      </a:r>
                      <a:endParaRPr lang="en-US" dirty="0"/>
                    </a:p>
                  </a:txBody>
                  <a:tcPr/>
                </a:tc>
                <a:extLst>
                  <a:ext uri="{0D108BD9-81ED-4DB2-BD59-A6C34878D82A}">
                    <a16:rowId xmlns:a16="http://schemas.microsoft.com/office/drawing/2014/main" val="88155101"/>
                  </a:ext>
                </a:extLst>
              </a:tr>
              <a:tr h="499072">
                <a:tc>
                  <a:txBody>
                    <a:bodyPr/>
                    <a:lstStyle/>
                    <a:p>
                      <a:r>
                        <a:rPr lang="en-US" dirty="0" err="1"/>
                        <a:t>গ্রামাঞ্চলে</a:t>
                      </a:r>
                      <a:r>
                        <a:rPr lang="en-US" dirty="0"/>
                        <a:t> </a:t>
                      </a:r>
                      <a:r>
                        <a:rPr lang="en-US" dirty="0" err="1"/>
                        <a:t>কার্যকর</a:t>
                      </a:r>
                      <a:endParaRPr lang="en-US" dirty="0"/>
                    </a:p>
                  </a:txBody>
                  <a:tcPr/>
                </a:tc>
                <a:tc>
                  <a:txBody>
                    <a:bodyPr/>
                    <a:lstStyle/>
                    <a:p>
                      <a:r>
                        <a:rPr lang="en-US" dirty="0" err="1"/>
                        <a:t>অনেক</a:t>
                      </a:r>
                      <a:r>
                        <a:rPr lang="en-US" dirty="0"/>
                        <a:t> </a:t>
                      </a:r>
                      <a:r>
                        <a:rPr lang="en-US" dirty="0" err="1"/>
                        <a:t>ডিম</a:t>
                      </a:r>
                      <a:r>
                        <a:rPr lang="en-US" dirty="0"/>
                        <a:t> </a:t>
                      </a:r>
                      <a:r>
                        <a:rPr lang="en-US" dirty="0" err="1"/>
                        <a:t>একসাথে</a:t>
                      </a:r>
                      <a:r>
                        <a:rPr lang="en-US" dirty="0"/>
                        <a:t> </a:t>
                      </a:r>
                      <a:r>
                        <a:rPr lang="en-US" dirty="0" err="1"/>
                        <a:t>ফুটানো</a:t>
                      </a:r>
                      <a:r>
                        <a:rPr lang="en-US" dirty="0"/>
                        <a:t> </a:t>
                      </a:r>
                      <a:r>
                        <a:rPr lang="en-US" dirty="0" err="1"/>
                        <a:t>যায়</a:t>
                      </a:r>
                      <a:r>
                        <a:rPr lang="en-US" dirty="0"/>
                        <a:t>  </a:t>
                      </a:r>
                    </a:p>
                  </a:txBody>
                  <a:tcPr/>
                </a:tc>
                <a:extLst>
                  <a:ext uri="{0D108BD9-81ED-4DB2-BD59-A6C34878D82A}">
                    <a16:rowId xmlns:a16="http://schemas.microsoft.com/office/drawing/2014/main" val="971462047"/>
                  </a:ext>
                </a:extLst>
              </a:tr>
              <a:tr h="499072">
                <a:tc>
                  <a:txBody>
                    <a:bodyPr/>
                    <a:lstStyle/>
                    <a:p>
                      <a:r>
                        <a:rPr lang="en-US" dirty="0" err="1"/>
                        <a:t>খরচ</a:t>
                      </a:r>
                      <a:r>
                        <a:rPr lang="en-US" dirty="0"/>
                        <a:t> কম , </a:t>
                      </a:r>
                      <a:r>
                        <a:rPr lang="en-US" dirty="0" err="1"/>
                        <a:t>বাচ্চা</a:t>
                      </a:r>
                      <a:r>
                        <a:rPr lang="en-US" dirty="0"/>
                        <a:t> </a:t>
                      </a:r>
                      <a:r>
                        <a:rPr lang="en-US" dirty="0" err="1"/>
                        <a:t>ফোটেও</a:t>
                      </a:r>
                      <a:r>
                        <a:rPr lang="en-US" dirty="0"/>
                        <a:t> কম</a:t>
                      </a:r>
                    </a:p>
                  </a:txBody>
                  <a:tcPr/>
                </a:tc>
                <a:tc>
                  <a:txBody>
                    <a:bodyPr/>
                    <a:lstStyle/>
                    <a:p>
                      <a:r>
                        <a:rPr lang="en-US" dirty="0" err="1"/>
                        <a:t>খরচ</a:t>
                      </a:r>
                      <a:r>
                        <a:rPr lang="en-US" dirty="0"/>
                        <a:t> </a:t>
                      </a:r>
                      <a:r>
                        <a:rPr lang="en-US" dirty="0" err="1"/>
                        <a:t>বেশী</a:t>
                      </a:r>
                      <a:r>
                        <a:rPr lang="en-US" dirty="0"/>
                        <a:t>, </a:t>
                      </a:r>
                      <a:r>
                        <a:rPr lang="en-US" dirty="0" err="1"/>
                        <a:t>অনেক</a:t>
                      </a:r>
                      <a:r>
                        <a:rPr lang="en-US" dirty="0"/>
                        <a:t> </a:t>
                      </a:r>
                      <a:r>
                        <a:rPr lang="en-US" dirty="0" err="1"/>
                        <a:t>ডিম</a:t>
                      </a:r>
                      <a:r>
                        <a:rPr lang="en-US" dirty="0"/>
                        <a:t> </a:t>
                      </a:r>
                      <a:r>
                        <a:rPr lang="en-US" dirty="0" err="1"/>
                        <a:t>একসাথে</a:t>
                      </a:r>
                      <a:r>
                        <a:rPr lang="en-US" dirty="0"/>
                        <a:t> </a:t>
                      </a:r>
                      <a:r>
                        <a:rPr lang="en-US" dirty="0" err="1"/>
                        <a:t>ফোটে</a:t>
                      </a:r>
                      <a:endParaRPr lang="en-US" dirty="0"/>
                    </a:p>
                  </a:txBody>
                  <a:tcPr/>
                </a:tc>
                <a:extLst>
                  <a:ext uri="{0D108BD9-81ED-4DB2-BD59-A6C34878D82A}">
                    <a16:rowId xmlns:a16="http://schemas.microsoft.com/office/drawing/2014/main" val="2623641715"/>
                  </a:ext>
                </a:extLst>
              </a:tr>
              <a:tr h="499072">
                <a:tc>
                  <a:txBody>
                    <a:bodyPr/>
                    <a:lstStyle/>
                    <a:p>
                      <a:r>
                        <a:rPr lang="en-US" dirty="0" err="1"/>
                        <a:t>যত্ন</a:t>
                      </a:r>
                      <a:r>
                        <a:rPr lang="en-US" dirty="0"/>
                        <a:t> </a:t>
                      </a:r>
                      <a:r>
                        <a:rPr lang="en-US" dirty="0" err="1"/>
                        <a:t>মুরগী</a:t>
                      </a:r>
                      <a:r>
                        <a:rPr lang="en-US" dirty="0"/>
                        <a:t> </a:t>
                      </a:r>
                      <a:r>
                        <a:rPr lang="en-US" dirty="0" err="1"/>
                        <a:t>নিজেই</a:t>
                      </a:r>
                      <a:r>
                        <a:rPr lang="en-US" dirty="0"/>
                        <a:t> </a:t>
                      </a:r>
                      <a:r>
                        <a:rPr lang="en-US" dirty="0" err="1"/>
                        <a:t>নেয়</a:t>
                      </a:r>
                      <a:endParaRPr lang="en-US" dirty="0"/>
                    </a:p>
                  </a:txBody>
                  <a:tcPr/>
                </a:tc>
                <a:tc>
                  <a:txBody>
                    <a:bodyPr/>
                    <a:lstStyle/>
                    <a:p>
                      <a:r>
                        <a:rPr lang="en-US" dirty="0" err="1"/>
                        <a:t>নিবিড়</a:t>
                      </a:r>
                      <a:r>
                        <a:rPr lang="en-US" dirty="0"/>
                        <a:t> </a:t>
                      </a:r>
                      <a:r>
                        <a:rPr lang="en-US" dirty="0" err="1"/>
                        <a:t>যত্নের</a:t>
                      </a:r>
                      <a:r>
                        <a:rPr lang="en-US" dirty="0"/>
                        <a:t> </a:t>
                      </a:r>
                      <a:r>
                        <a:rPr lang="en-US" dirty="0" err="1"/>
                        <a:t>প্রয়োজন</a:t>
                      </a:r>
                      <a:endParaRPr lang="en-US" dirty="0"/>
                    </a:p>
                  </a:txBody>
                  <a:tcPr/>
                </a:tc>
                <a:extLst>
                  <a:ext uri="{0D108BD9-81ED-4DB2-BD59-A6C34878D82A}">
                    <a16:rowId xmlns:a16="http://schemas.microsoft.com/office/drawing/2014/main" val="4129238497"/>
                  </a:ext>
                </a:extLst>
              </a:tr>
              <a:tr h="499072">
                <a:tc>
                  <a:txBody>
                    <a:bodyPr/>
                    <a:lstStyle/>
                    <a:p>
                      <a:r>
                        <a:rPr lang="en-US" dirty="0" err="1"/>
                        <a:t>অল্প</a:t>
                      </a:r>
                      <a:r>
                        <a:rPr lang="en-US" dirty="0"/>
                        <a:t> </a:t>
                      </a:r>
                      <a:r>
                        <a:rPr lang="en-US" dirty="0" err="1"/>
                        <a:t>মুরগী</a:t>
                      </a:r>
                      <a:r>
                        <a:rPr lang="en-US" dirty="0"/>
                        <a:t> </a:t>
                      </a:r>
                      <a:r>
                        <a:rPr lang="en-US" dirty="0" err="1"/>
                        <a:t>পালঙ্কারীদের</a:t>
                      </a:r>
                      <a:r>
                        <a:rPr lang="en-US" dirty="0"/>
                        <a:t> </a:t>
                      </a:r>
                      <a:r>
                        <a:rPr lang="en-US" dirty="0" err="1"/>
                        <a:t>জন্য</a:t>
                      </a:r>
                      <a:r>
                        <a:rPr lang="en-US" dirty="0"/>
                        <a:t> </a:t>
                      </a:r>
                      <a:r>
                        <a:rPr lang="en-US" dirty="0" err="1"/>
                        <a:t>সুবিধা</a:t>
                      </a:r>
                      <a:endParaRPr lang="en-US"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err="1"/>
                        <a:t>বড়</a:t>
                      </a:r>
                      <a:r>
                        <a:rPr lang="en-US" dirty="0"/>
                        <a:t> </a:t>
                      </a:r>
                      <a:r>
                        <a:rPr lang="en-US" dirty="0" err="1"/>
                        <a:t>খামারীদের</a:t>
                      </a:r>
                      <a:r>
                        <a:rPr lang="en-US" dirty="0"/>
                        <a:t> </a:t>
                      </a:r>
                      <a:r>
                        <a:rPr lang="en-US" dirty="0" err="1"/>
                        <a:t>জন্য</a:t>
                      </a:r>
                      <a:r>
                        <a:rPr lang="en-US" dirty="0"/>
                        <a:t> </a:t>
                      </a:r>
                      <a:r>
                        <a:rPr lang="en-US" dirty="0" err="1"/>
                        <a:t>সুবিধা</a:t>
                      </a:r>
                      <a:endParaRPr lang="en-US" dirty="0"/>
                    </a:p>
                  </a:txBody>
                  <a:tcPr/>
                </a:tc>
                <a:extLst>
                  <a:ext uri="{0D108BD9-81ED-4DB2-BD59-A6C34878D82A}">
                    <a16:rowId xmlns:a16="http://schemas.microsoft.com/office/drawing/2014/main" val="296190145"/>
                  </a:ext>
                </a:extLst>
              </a:tr>
              <a:tr h="499072">
                <a:tc>
                  <a:txBody>
                    <a:bodyPr/>
                    <a:lstStyle/>
                    <a:p>
                      <a:r>
                        <a:rPr lang="en-US" dirty="0" err="1"/>
                        <a:t>মুরগী</a:t>
                      </a:r>
                      <a:r>
                        <a:rPr lang="en-US" dirty="0"/>
                        <a:t> </a:t>
                      </a:r>
                      <a:r>
                        <a:rPr lang="en-US" dirty="0" err="1"/>
                        <a:t>অনেক</a:t>
                      </a:r>
                      <a:r>
                        <a:rPr lang="en-US" dirty="0"/>
                        <a:t> </a:t>
                      </a:r>
                      <a:r>
                        <a:rPr lang="en-US" dirty="0" err="1"/>
                        <a:t>সময়</a:t>
                      </a:r>
                      <a:r>
                        <a:rPr lang="en-US" dirty="0"/>
                        <a:t> </a:t>
                      </a:r>
                      <a:r>
                        <a:rPr lang="en-US" dirty="0" err="1"/>
                        <a:t>ডিমে</a:t>
                      </a:r>
                      <a:r>
                        <a:rPr lang="en-US" dirty="0"/>
                        <a:t> </a:t>
                      </a:r>
                      <a:r>
                        <a:rPr lang="en-US" dirty="0" err="1"/>
                        <a:t>তা</a:t>
                      </a:r>
                      <a:r>
                        <a:rPr lang="en-US" dirty="0"/>
                        <a:t> </a:t>
                      </a:r>
                      <a:r>
                        <a:rPr lang="en-US" dirty="0" err="1"/>
                        <a:t>দেয়া</a:t>
                      </a:r>
                      <a:r>
                        <a:rPr lang="en-US" dirty="0"/>
                        <a:t> </a:t>
                      </a:r>
                      <a:r>
                        <a:rPr lang="en-US" dirty="0" err="1"/>
                        <a:t>বন্ধ</a:t>
                      </a:r>
                      <a:r>
                        <a:rPr lang="en-US" dirty="0"/>
                        <a:t> </a:t>
                      </a:r>
                      <a:r>
                        <a:rPr lang="en-US" dirty="0" err="1"/>
                        <a:t>করে</a:t>
                      </a:r>
                      <a:r>
                        <a:rPr lang="en-US" dirty="0"/>
                        <a:t> </a:t>
                      </a:r>
                      <a:r>
                        <a:rPr lang="en-US" dirty="0" err="1"/>
                        <a:t>দিতে</a:t>
                      </a:r>
                      <a:r>
                        <a:rPr lang="en-US" dirty="0"/>
                        <a:t> </a:t>
                      </a:r>
                      <a:r>
                        <a:rPr lang="en-US" dirty="0" err="1"/>
                        <a:t>পারে</a:t>
                      </a:r>
                      <a:endParaRPr lang="en-US" dirty="0"/>
                    </a:p>
                  </a:txBody>
                  <a:tcPr/>
                </a:tc>
                <a:tc>
                  <a:txBody>
                    <a:bodyPr/>
                    <a:lstStyle/>
                    <a:p>
                      <a:r>
                        <a:rPr lang="en-US" dirty="0" err="1"/>
                        <a:t>ডিম</a:t>
                      </a:r>
                      <a:r>
                        <a:rPr lang="en-US" dirty="0"/>
                        <a:t> </a:t>
                      </a:r>
                      <a:r>
                        <a:rPr lang="en-US" dirty="0" err="1"/>
                        <a:t>নষ্ট</a:t>
                      </a:r>
                      <a:r>
                        <a:rPr lang="en-US" dirty="0"/>
                        <a:t> </a:t>
                      </a:r>
                      <a:r>
                        <a:rPr lang="en-US" dirty="0" err="1"/>
                        <a:t>হয়</a:t>
                      </a:r>
                      <a:r>
                        <a:rPr lang="en-US" dirty="0"/>
                        <a:t> কম, </a:t>
                      </a:r>
                      <a:r>
                        <a:rPr lang="en-US" dirty="0" err="1"/>
                        <a:t>কারণ</a:t>
                      </a:r>
                      <a:r>
                        <a:rPr lang="en-US" dirty="0"/>
                        <a:t> </a:t>
                      </a:r>
                      <a:r>
                        <a:rPr lang="en-US" dirty="0" err="1"/>
                        <a:t>নিয়ন্ত্রিত</a:t>
                      </a:r>
                      <a:endParaRPr lang="en-US" dirty="0"/>
                    </a:p>
                  </a:txBody>
                  <a:tcPr/>
                </a:tc>
                <a:extLst>
                  <a:ext uri="{0D108BD9-81ED-4DB2-BD59-A6C34878D82A}">
                    <a16:rowId xmlns:a16="http://schemas.microsoft.com/office/drawing/2014/main" val="3378931253"/>
                  </a:ext>
                </a:extLst>
              </a:tr>
              <a:tr h="499072">
                <a:tc>
                  <a:txBody>
                    <a:bodyPr/>
                    <a:lstStyle/>
                    <a:p>
                      <a:r>
                        <a:rPr lang="en-US" dirty="0" err="1"/>
                        <a:t>মুরগী</a:t>
                      </a:r>
                      <a:r>
                        <a:rPr lang="en-US" dirty="0"/>
                        <a:t> </a:t>
                      </a:r>
                      <a:r>
                        <a:rPr lang="en-US" dirty="0" err="1"/>
                        <a:t>অনেক</a:t>
                      </a:r>
                      <a:r>
                        <a:rPr lang="en-US" dirty="0"/>
                        <a:t> </a:t>
                      </a:r>
                      <a:r>
                        <a:rPr lang="en-US" dirty="0" err="1"/>
                        <a:t>সময়</a:t>
                      </a:r>
                      <a:r>
                        <a:rPr lang="en-US" dirty="0"/>
                        <a:t> </a:t>
                      </a:r>
                      <a:r>
                        <a:rPr lang="en-US" dirty="0" err="1"/>
                        <a:t>ডিম</a:t>
                      </a:r>
                      <a:r>
                        <a:rPr lang="en-US" dirty="0"/>
                        <a:t> </a:t>
                      </a:r>
                      <a:r>
                        <a:rPr lang="en-US" dirty="0" err="1"/>
                        <a:t>ভেংগেও</a:t>
                      </a:r>
                      <a:r>
                        <a:rPr lang="en-US" dirty="0"/>
                        <a:t> </a:t>
                      </a:r>
                      <a:r>
                        <a:rPr lang="en-US" dirty="0" err="1"/>
                        <a:t>ফেলে</a:t>
                      </a:r>
                      <a:endParaRPr lang="en-US" dirty="0"/>
                    </a:p>
                  </a:txBody>
                  <a:tcPr/>
                </a:tc>
                <a:tc>
                  <a:txBody>
                    <a:bodyPr/>
                    <a:lstStyle/>
                    <a:p>
                      <a:r>
                        <a:rPr lang="en-US" dirty="0" err="1"/>
                        <a:t>ডীম</a:t>
                      </a:r>
                      <a:r>
                        <a:rPr lang="en-US" dirty="0"/>
                        <a:t> </a:t>
                      </a:r>
                      <a:r>
                        <a:rPr lang="en-US" dirty="0" err="1"/>
                        <a:t>ভাঙ্গা</a:t>
                      </a:r>
                      <a:r>
                        <a:rPr lang="en-US" dirty="0"/>
                        <a:t> </a:t>
                      </a:r>
                      <a:r>
                        <a:rPr lang="en-US" dirty="0" err="1"/>
                        <a:t>বা</a:t>
                      </a:r>
                      <a:r>
                        <a:rPr lang="en-US" dirty="0"/>
                        <a:t> </a:t>
                      </a:r>
                      <a:r>
                        <a:rPr lang="en-US" dirty="0" err="1"/>
                        <a:t>অনুর্বর</a:t>
                      </a:r>
                      <a:r>
                        <a:rPr lang="en-US" dirty="0"/>
                        <a:t> </a:t>
                      </a:r>
                      <a:r>
                        <a:rPr lang="en-US" dirty="0" err="1"/>
                        <a:t>ডিম</a:t>
                      </a:r>
                      <a:r>
                        <a:rPr lang="en-US" dirty="0"/>
                        <a:t> </a:t>
                      </a:r>
                      <a:r>
                        <a:rPr lang="en-US" dirty="0" err="1"/>
                        <a:t>আগেই</a:t>
                      </a:r>
                      <a:r>
                        <a:rPr lang="en-US" dirty="0"/>
                        <a:t> </a:t>
                      </a:r>
                      <a:r>
                        <a:rPr lang="en-US" dirty="0" err="1"/>
                        <a:t>সরিয়ে</a:t>
                      </a:r>
                      <a:r>
                        <a:rPr lang="en-US" dirty="0"/>
                        <a:t> </a:t>
                      </a:r>
                      <a:r>
                        <a:rPr lang="en-US" dirty="0" err="1"/>
                        <a:t>ফেলা</a:t>
                      </a:r>
                      <a:r>
                        <a:rPr lang="en-US" dirty="0"/>
                        <a:t> </a:t>
                      </a:r>
                      <a:r>
                        <a:rPr lang="en-US" dirty="0" err="1"/>
                        <a:t>যায়</a:t>
                      </a:r>
                      <a:endParaRPr lang="en-US" dirty="0"/>
                    </a:p>
                  </a:txBody>
                  <a:tcPr/>
                </a:tc>
                <a:extLst>
                  <a:ext uri="{0D108BD9-81ED-4DB2-BD59-A6C34878D82A}">
                    <a16:rowId xmlns:a16="http://schemas.microsoft.com/office/drawing/2014/main" val="1828424571"/>
                  </a:ext>
                </a:extLst>
              </a:tr>
            </a:tbl>
          </a:graphicData>
        </a:graphic>
      </p:graphicFrame>
    </p:spTree>
    <p:extLst>
      <p:ext uri="{BB962C8B-B14F-4D97-AF65-F5344CB8AC3E}">
        <p14:creationId xmlns:p14="http://schemas.microsoft.com/office/powerpoint/2010/main" val="17366584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ডিম</a:t>
            </a:r>
            <a:r>
              <a:rPr lang="en-US" dirty="0"/>
              <a:t> </a:t>
            </a:r>
            <a:r>
              <a:rPr lang="en-US" dirty="0" err="1"/>
              <a:t>অনুর্বর</a:t>
            </a:r>
            <a:r>
              <a:rPr lang="en-US" dirty="0"/>
              <a:t> </a:t>
            </a:r>
            <a:r>
              <a:rPr lang="en-US" dirty="0" err="1"/>
              <a:t>হওয়ার</a:t>
            </a:r>
            <a:r>
              <a:rPr lang="en-US" dirty="0"/>
              <a:t> </a:t>
            </a:r>
            <a:r>
              <a:rPr lang="en-US" dirty="0" err="1"/>
              <a:t>কারণ</a:t>
            </a:r>
            <a:endParaRPr lang="en-US" dirty="0"/>
          </a:p>
        </p:txBody>
      </p:sp>
      <p:sp>
        <p:nvSpPr>
          <p:cNvPr id="4" name="TextBox 3">
            <a:extLst>
              <a:ext uri="{FF2B5EF4-FFF2-40B4-BE49-F238E27FC236}">
                <a16:creationId xmlns:a16="http://schemas.microsoft.com/office/drawing/2014/main" id="{A3C6EDAA-4080-35D2-0D24-C2D69BDFD2C8}"/>
              </a:ext>
            </a:extLst>
          </p:cNvPr>
          <p:cNvSpPr txBox="1"/>
          <p:nvPr/>
        </p:nvSpPr>
        <p:spPr>
          <a:xfrm>
            <a:off x="334042" y="2704177"/>
            <a:ext cx="4201746" cy="3785652"/>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2000" dirty="0" err="1"/>
              <a:t>প্রজনন</a:t>
            </a:r>
            <a:r>
              <a:rPr lang="en-US" sz="2000" dirty="0"/>
              <a:t> </a:t>
            </a:r>
            <a:r>
              <a:rPr lang="en-US" sz="2000" dirty="0" err="1"/>
              <a:t>না</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শুক্রানুর</a:t>
            </a:r>
            <a:r>
              <a:rPr lang="en-US" sz="2000" dirty="0"/>
              <a:t> </a:t>
            </a:r>
            <a:r>
              <a:rPr lang="en-US" sz="2000" dirty="0" err="1"/>
              <a:t>গুণগত</a:t>
            </a:r>
            <a:r>
              <a:rPr lang="en-US" sz="2000" dirty="0"/>
              <a:t> </a:t>
            </a:r>
            <a:r>
              <a:rPr lang="en-US" sz="2000" dirty="0" err="1"/>
              <a:t>মান</a:t>
            </a:r>
            <a:r>
              <a:rPr lang="en-US" sz="2000" dirty="0"/>
              <a:t> </a:t>
            </a:r>
            <a:r>
              <a:rPr lang="en-US" sz="2000" dirty="0" err="1"/>
              <a:t>খারাপ</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শুক্রানু</a:t>
            </a:r>
            <a:r>
              <a:rPr lang="en-US" sz="2000" dirty="0"/>
              <a:t> </a:t>
            </a:r>
            <a:r>
              <a:rPr lang="en-US" sz="2000" dirty="0" err="1"/>
              <a:t>মারা</a:t>
            </a:r>
            <a:r>
              <a:rPr lang="en-US" sz="2000" dirty="0"/>
              <a:t> </a:t>
            </a:r>
            <a:r>
              <a:rPr lang="en-US" sz="2000" dirty="0" err="1"/>
              <a:t>গেলে</a:t>
            </a:r>
            <a:endParaRPr lang="en-US" sz="2000" dirty="0"/>
          </a:p>
          <a:p>
            <a:pPr marL="457200" indent="-457200">
              <a:buFont typeface="Wingdings" panose="05000000000000000000" pitchFamily="2" charset="2"/>
              <a:buChar char="Ø"/>
            </a:pPr>
            <a:r>
              <a:rPr lang="en-US" sz="2000" dirty="0" err="1"/>
              <a:t>মোরগের</a:t>
            </a:r>
            <a:r>
              <a:rPr lang="en-US" sz="2000" dirty="0"/>
              <a:t> </a:t>
            </a:r>
            <a:r>
              <a:rPr lang="en-US" sz="2000" dirty="0" err="1"/>
              <a:t>বয়স</a:t>
            </a:r>
            <a:r>
              <a:rPr lang="en-US" sz="2000" dirty="0"/>
              <a:t> </a:t>
            </a:r>
            <a:r>
              <a:rPr lang="en-US" sz="2000" dirty="0" err="1"/>
              <a:t>বেশী</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দেহে</a:t>
            </a:r>
            <a:r>
              <a:rPr lang="en-US" sz="2000" dirty="0"/>
              <a:t> </a:t>
            </a:r>
            <a:r>
              <a:rPr lang="en-US" sz="2000" dirty="0" err="1"/>
              <a:t>চর্বি</a:t>
            </a:r>
            <a:r>
              <a:rPr lang="en-US" sz="2000" dirty="0"/>
              <a:t> </a:t>
            </a:r>
            <a:r>
              <a:rPr lang="en-US" sz="2000" dirty="0" err="1"/>
              <a:t>বেশী</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বন্ধা</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সংগ্রহ</a:t>
            </a:r>
            <a:r>
              <a:rPr lang="en-US" sz="2000" dirty="0"/>
              <a:t> </a:t>
            </a:r>
            <a:r>
              <a:rPr lang="en-US" sz="2000" dirty="0" err="1"/>
              <a:t>জনিত</a:t>
            </a:r>
            <a:r>
              <a:rPr lang="en-US" sz="2000" dirty="0"/>
              <a:t> </a:t>
            </a:r>
            <a:r>
              <a:rPr lang="en-US" sz="2000" dirty="0" err="1"/>
              <a:t>ত্রুটি</a:t>
            </a:r>
            <a:r>
              <a:rPr lang="en-US" sz="2000" dirty="0"/>
              <a:t> </a:t>
            </a:r>
            <a:r>
              <a:rPr lang="en-US" sz="2000" dirty="0" err="1"/>
              <a:t>হলে</a:t>
            </a:r>
            <a:r>
              <a:rPr lang="en-US" sz="2000" dirty="0"/>
              <a:t> </a:t>
            </a:r>
          </a:p>
          <a:p>
            <a:pPr marL="457200" indent="-457200">
              <a:buFont typeface="Wingdings" panose="05000000000000000000" pitchFamily="2" charset="2"/>
              <a:buChar char="Ø"/>
            </a:pPr>
            <a:r>
              <a:rPr lang="en-US" sz="2000" dirty="0" err="1"/>
              <a:t>ডিম</a:t>
            </a:r>
            <a:r>
              <a:rPr lang="en-US" sz="2000" dirty="0"/>
              <a:t> </a:t>
            </a:r>
            <a:r>
              <a:rPr lang="en-US" sz="2000" dirty="0" err="1"/>
              <a:t>অপরিষ্কার</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রোগাক্রান্ত</a:t>
            </a:r>
            <a:r>
              <a:rPr lang="en-US" sz="2000" dirty="0"/>
              <a:t> </a:t>
            </a:r>
            <a:r>
              <a:rPr lang="en-US" sz="2000" dirty="0" err="1"/>
              <a:t>হলে</a:t>
            </a:r>
            <a:endParaRPr lang="en-US" sz="2000" dirty="0"/>
          </a:p>
          <a:p>
            <a:pPr marL="457200" indent="-457200">
              <a:buFont typeface="Wingdings" panose="05000000000000000000" pitchFamily="2" charset="2"/>
              <a:buChar char="Ø"/>
            </a:pPr>
            <a:r>
              <a:rPr lang="en-US" sz="2000" dirty="0" err="1"/>
              <a:t>ভিটামিন</a:t>
            </a:r>
            <a:r>
              <a:rPr lang="en-US" sz="2000" dirty="0"/>
              <a:t> ও </a:t>
            </a:r>
            <a:r>
              <a:rPr lang="en-US" sz="2000" dirty="0" err="1"/>
              <a:t>খনিজের</a:t>
            </a:r>
            <a:r>
              <a:rPr lang="en-US" sz="2000" dirty="0"/>
              <a:t> </a:t>
            </a:r>
            <a:r>
              <a:rPr lang="en-US" sz="2000" dirty="0" err="1"/>
              <a:t>ঘাটতি</a:t>
            </a:r>
            <a:r>
              <a:rPr lang="en-US" sz="2000" dirty="0"/>
              <a:t> </a:t>
            </a:r>
            <a:r>
              <a:rPr lang="en-US" sz="2000" dirty="0" err="1"/>
              <a:t>থাকলে</a:t>
            </a:r>
            <a:r>
              <a:rPr lang="en-US" sz="2000" dirty="0"/>
              <a:t> </a:t>
            </a:r>
            <a:endParaRPr lang="bn-IN" sz="2000" dirty="0"/>
          </a:p>
        </p:txBody>
      </p:sp>
      <p:pic>
        <p:nvPicPr>
          <p:cNvPr id="7170" name="Picture 2" descr="5 Differences Between Hens and Roosters - Modern Farmer">
            <a:extLst>
              <a:ext uri="{FF2B5EF4-FFF2-40B4-BE49-F238E27FC236}">
                <a16:creationId xmlns:a16="http://schemas.microsoft.com/office/drawing/2014/main" id="{25FA3AFF-77DA-6262-2C0C-271328C7E9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6287" y="2181884"/>
            <a:ext cx="6318137" cy="4182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706066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মুরগী</a:t>
            </a:r>
            <a:r>
              <a:rPr lang="en-US" dirty="0"/>
              <a:t> </a:t>
            </a:r>
            <a:r>
              <a:rPr lang="en-US" dirty="0" err="1"/>
              <a:t>পালন</a:t>
            </a:r>
            <a:r>
              <a:rPr lang="en-US" dirty="0"/>
              <a:t> </a:t>
            </a:r>
            <a:r>
              <a:rPr lang="en-US" dirty="0" err="1"/>
              <a:t>পদ্ধতি</a:t>
            </a:r>
            <a:endParaRPr lang="en-US" dirty="0"/>
          </a:p>
        </p:txBody>
      </p:sp>
      <p:graphicFrame>
        <p:nvGraphicFramePr>
          <p:cNvPr id="6" name="Diagram 5">
            <a:extLst>
              <a:ext uri="{FF2B5EF4-FFF2-40B4-BE49-F238E27FC236}">
                <a16:creationId xmlns:a16="http://schemas.microsoft.com/office/drawing/2014/main" id="{B04314F3-D5BA-070F-5867-E33EC4B796E1}"/>
              </a:ext>
            </a:extLst>
          </p:cNvPr>
          <p:cNvGraphicFramePr/>
          <p:nvPr>
            <p:extLst>
              <p:ext uri="{D42A27DB-BD31-4B8C-83A1-F6EECF244321}">
                <p14:modId xmlns:p14="http://schemas.microsoft.com/office/powerpoint/2010/main" val="3136320823"/>
              </p:ext>
            </p:extLst>
          </p:nvPr>
        </p:nvGraphicFramePr>
        <p:xfrm>
          <a:off x="165980" y="2326741"/>
          <a:ext cx="11715184" cy="40944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677750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মুক্ত</a:t>
            </a:r>
            <a:r>
              <a:rPr lang="en-US" dirty="0"/>
              <a:t> </a:t>
            </a:r>
            <a:r>
              <a:rPr lang="en-US" dirty="0" err="1"/>
              <a:t>পালন</a:t>
            </a:r>
            <a:r>
              <a:rPr lang="en-US" dirty="0"/>
              <a:t> </a:t>
            </a:r>
            <a:r>
              <a:rPr lang="en-US" dirty="0" err="1"/>
              <a:t>পদ্ধতি</a:t>
            </a:r>
            <a:endParaRPr lang="en-US" dirty="0"/>
          </a:p>
        </p:txBody>
      </p:sp>
      <p:pic>
        <p:nvPicPr>
          <p:cNvPr id="1026" name="Picture 2" descr="Chickens, Chickens Everywhere! - by Greg Patent">
            <a:extLst>
              <a:ext uri="{FF2B5EF4-FFF2-40B4-BE49-F238E27FC236}">
                <a16:creationId xmlns:a16="http://schemas.microsoft.com/office/drawing/2014/main" id="{517F2862-ABD5-45AF-B9B3-E40CCA7651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33739" y="2374255"/>
            <a:ext cx="5285999" cy="35693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hicken In Field Images – Browse 108,238 Stock Photos, Vectors, and Video |  Adobe Stock">
            <a:extLst>
              <a:ext uri="{FF2B5EF4-FFF2-40B4-BE49-F238E27FC236}">
                <a16:creationId xmlns:a16="http://schemas.microsoft.com/office/drawing/2014/main" id="{9D8A5B4F-6C22-4048-9D9F-5B8C9DDED0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000" y="2374255"/>
            <a:ext cx="5285999" cy="3569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55476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মুক্ত</a:t>
            </a:r>
            <a:r>
              <a:rPr lang="en-US" dirty="0"/>
              <a:t> </a:t>
            </a:r>
            <a:r>
              <a:rPr lang="en-US" dirty="0" err="1"/>
              <a:t>পালন</a:t>
            </a:r>
            <a:r>
              <a:rPr lang="en-US" dirty="0"/>
              <a:t> </a:t>
            </a:r>
            <a:r>
              <a:rPr lang="en-US" dirty="0" err="1"/>
              <a:t>পদ্ধতি</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bn-IN" sz="2000" dirty="0"/>
              <a:t>অল্প সংখ্যক মুরগী এ পদ্ধতিতে চাষ করা যায়</a:t>
            </a:r>
          </a:p>
          <a:p>
            <a:pPr marL="457200" indent="-457200">
              <a:buFont typeface="Wingdings" panose="05000000000000000000" pitchFamily="2" charset="2"/>
              <a:buChar char="Ø"/>
            </a:pPr>
            <a:r>
              <a:rPr lang="bn-IN" sz="2000" dirty="0"/>
              <a:t>দেশী মুরগী এ পদ্ধতিতে লাভজনক হয়</a:t>
            </a:r>
          </a:p>
          <a:p>
            <a:pPr marL="457200" indent="-457200">
              <a:buFont typeface="Wingdings" panose="05000000000000000000" pitchFamily="2" charset="2"/>
              <a:buChar char="Ø"/>
            </a:pPr>
            <a:r>
              <a:rPr lang="bn-IN" sz="2000" dirty="0"/>
              <a:t>রাতে বাশ/ টিন দিয়ে বানানো করে থাকে, সারাদিন ঘুরে বেড়ায়</a:t>
            </a:r>
          </a:p>
          <a:p>
            <a:pPr marL="457200" indent="-457200">
              <a:buFont typeface="Wingdings" panose="05000000000000000000" pitchFamily="2" charset="2"/>
              <a:buChar char="Ø"/>
            </a:pPr>
            <a:r>
              <a:rPr lang="bn-IN" sz="2000" dirty="0"/>
              <a:t>প্রতিটি মুরগীর জন্য ১ বর্গফুট জায়গা প্রয়োজন</a:t>
            </a:r>
          </a:p>
          <a:p>
            <a:pPr marL="457200" indent="-457200">
              <a:buFont typeface="Wingdings" panose="05000000000000000000" pitchFamily="2" charset="2"/>
              <a:buChar char="Ø"/>
            </a:pPr>
            <a:r>
              <a:rPr lang="bn-IN" sz="2000" dirty="0"/>
              <a:t>বাইরে থেকে খাদ্য দিতে হয় না</a:t>
            </a:r>
          </a:p>
          <a:p>
            <a:pPr marL="457200" indent="-457200">
              <a:buFont typeface="Wingdings" panose="05000000000000000000" pitchFamily="2" charset="2"/>
              <a:buChar char="Ø"/>
            </a:pPr>
            <a:r>
              <a:rPr lang="bn-IN" sz="2000" dirty="0"/>
              <a:t>দুই তিন হাজার মুরগীও পালন করা যায় অনেক জমি থাকলে</a:t>
            </a:r>
          </a:p>
          <a:p>
            <a:pPr marL="457200" indent="-457200">
              <a:buFont typeface="Wingdings" panose="05000000000000000000" pitchFamily="2" charset="2"/>
              <a:buChar char="Ø"/>
            </a:pPr>
            <a:r>
              <a:rPr lang="bn-IN" sz="2000" dirty="0"/>
              <a:t>মুরগীর দৌড়াদৌড়ির কারনে স্বাস্থ্য ভালো থাকে। মাংসপেশী মজবুত হয়। </a:t>
            </a:r>
          </a:p>
          <a:p>
            <a:pPr marL="457200" indent="-457200">
              <a:buFont typeface="Wingdings" panose="05000000000000000000" pitchFamily="2" charset="2"/>
              <a:buChar char="Ø"/>
            </a:pPr>
            <a:r>
              <a:rPr lang="bn-IN" sz="2000" dirty="0"/>
              <a:t>সন্ধ্যার আগে , ঝড় বৃষ্টির আগে আপনা আপনিই গৃহে অবস্থান করে। </a:t>
            </a:r>
          </a:p>
          <a:p>
            <a:pPr marL="457200" indent="-457200">
              <a:buFont typeface="Wingdings" panose="05000000000000000000" pitchFamily="2" charset="2"/>
              <a:buChar char="Ø"/>
            </a:pPr>
            <a:r>
              <a:rPr lang="bn-IN" sz="2000" dirty="0"/>
              <a:t>সুর্যকিরণ ও ভিটামিন মুরগীর দেহে রোগ প্রতিরোধ ক্ষমতা করে তোলে ফলে কম রোগে আক্রান্ত হয়</a:t>
            </a:r>
          </a:p>
          <a:p>
            <a:pPr marL="457200" indent="-457200">
              <a:buFont typeface="Wingdings" panose="05000000000000000000" pitchFamily="2" charset="2"/>
              <a:buChar char="Ø"/>
            </a:pPr>
            <a:endParaRPr lang="bn-IN" sz="2000" dirty="0"/>
          </a:p>
          <a:p>
            <a:r>
              <a:rPr lang="bn-IN" sz="2000" dirty="0"/>
              <a:t>অসুবিধাঃ বিদেশী মুরগী পালন করা যায় না, ব্যাবসায়িক ভিত্তিতে পালন করা যায় না, মুরগীর পারা ডীম খুজে পাওয়া যায় না, মুরগী চুরি, শেয়াল কুকুরে খাওয়ার ভয় থাকে, ছোয়াচে রোগ হলে নিয়ন্ত্রন কঠিন হয়। </a:t>
            </a:r>
          </a:p>
        </p:txBody>
      </p:sp>
    </p:spTree>
    <p:extLst>
      <p:ext uri="{BB962C8B-B14F-4D97-AF65-F5344CB8AC3E}">
        <p14:creationId xmlns:p14="http://schemas.microsoft.com/office/powerpoint/2010/main" val="380527804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অর্ধ</a:t>
            </a:r>
            <a:r>
              <a:rPr lang="en-US" dirty="0" err="1"/>
              <a:t>মুক্ত</a:t>
            </a:r>
            <a:r>
              <a:rPr lang="en-US" dirty="0"/>
              <a:t> </a:t>
            </a:r>
            <a:r>
              <a:rPr lang="en-US" dirty="0" err="1"/>
              <a:t>পালন</a:t>
            </a:r>
            <a:r>
              <a:rPr lang="en-US" dirty="0"/>
              <a:t> </a:t>
            </a:r>
            <a:r>
              <a:rPr lang="en-US" dirty="0" err="1"/>
              <a:t>পদ্ধতি</a:t>
            </a:r>
            <a:endParaRPr lang="en-US" dirty="0"/>
          </a:p>
        </p:txBody>
      </p:sp>
      <p:pic>
        <p:nvPicPr>
          <p:cNvPr id="2050" name="Picture 2" descr="Free-range Chicken Farming ( Episode 59)│Harvesting hundreds of eggs &amp;  Feeding 800 native chickens">
            <a:extLst>
              <a:ext uri="{FF2B5EF4-FFF2-40B4-BE49-F238E27FC236}">
                <a16:creationId xmlns:a16="http://schemas.microsoft.com/office/drawing/2014/main" id="{57F65577-1970-40DD-9D69-164E16430A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2634" y="2553532"/>
            <a:ext cx="5707118" cy="3634919"/>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Will a Backyard Goat or Chicken Affect My Home Insurance? | Allstate">
            <a:extLst>
              <a:ext uri="{FF2B5EF4-FFF2-40B4-BE49-F238E27FC236}">
                <a16:creationId xmlns:a16="http://schemas.microsoft.com/office/drawing/2014/main" id="{1A9328FB-78F6-44C3-8A3F-8DE0B38EE6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248" y="2550854"/>
            <a:ext cx="5391807" cy="3637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5127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অর্ধ</a:t>
            </a:r>
            <a:r>
              <a:rPr lang="en-US" dirty="0" err="1"/>
              <a:t>মুক্ত</a:t>
            </a:r>
            <a:r>
              <a:rPr lang="en-US" dirty="0"/>
              <a:t> </a:t>
            </a:r>
            <a:r>
              <a:rPr lang="en-US" dirty="0" err="1"/>
              <a:t>পালন</a:t>
            </a:r>
            <a:r>
              <a:rPr lang="en-US" dirty="0"/>
              <a:t> </a:t>
            </a:r>
            <a:r>
              <a:rPr lang="en-US" dirty="0" err="1"/>
              <a:t>পদ্ধতি</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bn-IN" sz="2000" dirty="0"/>
              <a:t>মুরগী জাল দিয়ে ঘেরাও করা জায়গায় বিচরণ করতে দেয়া হয়</a:t>
            </a:r>
          </a:p>
          <a:p>
            <a:pPr marL="457200" indent="-457200">
              <a:buFont typeface="Wingdings" panose="05000000000000000000" pitchFamily="2" charset="2"/>
              <a:buChar char="Ø"/>
            </a:pPr>
            <a:r>
              <a:rPr lang="bn-IN" sz="2000" dirty="0"/>
              <a:t>দিনের বেলায় নির্দিষ্ট এরিয়ায় ঘোরাফেরা করে রাত্রে ঘরে আসে।</a:t>
            </a:r>
          </a:p>
          <a:p>
            <a:pPr marL="457200" indent="-457200">
              <a:buFont typeface="Wingdings" panose="05000000000000000000" pitchFamily="2" charset="2"/>
              <a:buChar char="Ø"/>
            </a:pPr>
            <a:r>
              <a:rPr lang="bn-IN" sz="2000" dirty="0"/>
              <a:t>প্রতি মুরগীর জন্য ৩-৪ ফুট বিচরণ ক্ষেত্র থাকা জরুরি।</a:t>
            </a:r>
          </a:p>
          <a:p>
            <a:pPr marL="457200" indent="-457200">
              <a:buFont typeface="Wingdings" panose="05000000000000000000" pitchFamily="2" charset="2"/>
              <a:buChar char="Ø"/>
            </a:pPr>
            <a:r>
              <a:rPr lang="bn-IN" sz="2000" dirty="0"/>
              <a:t>বিচরনক্ষেত্রে নূন্যতম ১৫০-২০০ ফুট জায়গা থাকা প্রয়োজন।</a:t>
            </a:r>
          </a:p>
          <a:p>
            <a:pPr marL="457200" indent="-457200">
              <a:buFont typeface="Wingdings" panose="05000000000000000000" pitchFamily="2" charset="2"/>
              <a:buChar char="Ø"/>
            </a:pPr>
            <a:r>
              <a:rPr lang="bn-IN" sz="2000" dirty="0"/>
              <a:t>অল্প জমিতে বেশী মুরগী পালন করা যায়।</a:t>
            </a:r>
          </a:p>
          <a:p>
            <a:pPr marL="457200" indent="-457200">
              <a:buFont typeface="Wingdings" panose="05000000000000000000" pitchFamily="2" charset="2"/>
              <a:buChar char="Ø"/>
            </a:pPr>
            <a:r>
              <a:rPr lang="bn-IN" sz="2000" dirty="0"/>
              <a:t>এরিয়ার ভিতর দঊড়াদৌড়ি করে ফলে স্বাস্থ্য ভালো থাকে। </a:t>
            </a:r>
          </a:p>
          <a:p>
            <a:pPr marL="457200" indent="-457200">
              <a:buFont typeface="Wingdings" panose="05000000000000000000" pitchFamily="2" charset="2"/>
              <a:buChar char="Ø"/>
            </a:pPr>
            <a:r>
              <a:rPr lang="bn-IN" sz="2000" dirty="0"/>
              <a:t>রানের মধ্যে খাদ্য ও পানিও দেয়া যায় সুবিধামত,</a:t>
            </a:r>
          </a:p>
          <a:p>
            <a:pPr marL="457200" indent="-457200">
              <a:buFont typeface="Wingdings" panose="05000000000000000000" pitchFamily="2" charset="2"/>
              <a:buChar char="Ø"/>
            </a:pPr>
            <a:r>
              <a:rPr lang="bn-IN" sz="2000" dirty="0"/>
              <a:t>শেয়াল কুকুর বা চুরি জাওয়ার ভয় কম।</a:t>
            </a:r>
          </a:p>
          <a:p>
            <a:pPr marL="457200" indent="-457200">
              <a:buFont typeface="Wingdings" panose="05000000000000000000" pitchFamily="2" charset="2"/>
              <a:buChar char="Ø"/>
            </a:pPr>
            <a:r>
              <a:rPr lang="bn-IN" sz="2000" dirty="0"/>
              <a:t>ঠিকমতো পারা ডিম খুজে পাওয়া যায়</a:t>
            </a:r>
          </a:p>
          <a:p>
            <a:endParaRPr lang="bn-IN" sz="2000" dirty="0"/>
          </a:p>
          <a:p>
            <a:r>
              <a:rPr lang="bn-IN" sz="2000" dirty="0"/>
              <a:t>অসুবিধাঃ ছাড়া পালনের চেয়ে খরচ বেশী লাগে, খাদ্য সরবরাহ করতে হয়, বৃষ্টির সময় রান শুকনো রাখা কঠিন হয়, মুরগীর বিচরণক্ষেত্রে মাটি পরবর্তীতে তুলে ফেলতে হয় এবং নতুন মাটি ভরাট করতে হয়।</a:t>
            </a:r>
          </a:p>
        </p:txBody>
      </p:sp>
    </p:spTree>
    <p:extLst>
      <p:ext uri="{BB962C8B-B14F-4D97-AF65-F5344CB8AC3E}">
        <p14:creationId xmlns:p14="http://schemas.microsoft.com/office/powerpoint/2010/main" val="2861948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আবদ্ধ পালন পদ্ধতি (বিচালি বা লিটার)</a:t>
            </a:r>
            <a:endParaRPr lang="en-US" dirty="0"/>
          </a:p>
        </p:txBody>
      </p:sp>
      <p:pic>
        <p:nvPicPr>
          <p:cNvPr id="3074" name="Picture 2" descr="Chicken | Types, Characteristics &amp; Uses | Britannica">
            <a:extLst>
              <a:ext uri="{FF2B5EF4-FFF2-40B4-BE49-F238E27FC236}">
                <a16:creationId xmlns:a16="http://schemas.microsoft.com/office/drawing/2014/main" id="{A736D493-9962-4630-90E5-5F9F1E32FF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7460" y="2526336"/>
            <a:ext cx="5003501" cy="333669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7 Tips When Using Deep Litter System Of poultry Farming">
            <a:extLst>
              <a:ext uri="{FF2B5EF4-FFF2-40B4-BE49-F238E27FC236}">
                <a16:creationId xmlns:a16="http://schemas.microsoft.com/office/drawing/2014/main" id="{CBCE3A4F-3CBC-4B8A-B831-1D05A5881E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880" y="2526336"/>
            <a:ext cx="5342661" cy="3339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800849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আবদ্ধ পালন পদ্ধতি (বিচালি বা লিটার)</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708981"/>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bn-IN" sz="2000" dirty="0"/>
              <a:t>মুরগী ঘরের বেঝেতে পুরু করে বিচালি, কাঠের গুড়া, ধানের তুস, গমের তুসের উপর পালন করা হয়।</a:t>
            </a:r>
          </a:p>
          <a:p>
            <a:pPr marL="457200" indent="-457200">
              <a:buFont typeface="Wingdings" panose="05000000000000000000" pitchFamily="2" charset="2"/>
              <a:buChar char="Ø"/>
            </a:pPr>
            <a:r>
              <a:rPr lang="bn-IN" sz="2000" dirty="0"/>
              <a:t>ঘরের মধ্যে লিটার বিছিয়ে খোলাফেলা ঘর প্রস্তুত করতে হয়</a:t>
            </a:r>
          </a:p>
          <a:p>
            <a:pPr marL="457200" indent="-457200">
              <a:buFont typeface="Wingdings" panose="05000000000000000000" pitchFamily="2" charset="2"/>
              <a:buChar char="Ø"/>
            </a:pPr>
            <a:r>
              <a:rPr lang="bn-IN" sz="2000" dirty="0"/>
              <a:t>মাচার তৈরী করে তার উপরেও লিটার বিছিয়ে দেয়া যায়</a:t>
            </a:r>
          </a:p>
          <a:p>
            <a:pPr marL="457200" indent="-457200">
              <a:buFont typeface="Wingdings" panose="05000000000000000000" pitchFamily="2" charset="2"/>
              <a:buChar char="Ø"/>
            </a:pPr>
            <a:r>
              <a:rPr lang="bn-IN" sz="2000" dirty="0"/>
              <a:t>মেঝের আকৃতি হবে ০.১৮ বর্গমিটার</a:t>
            </a:r>
          </a:p>
          <a:p>
            <a:pPr marL="457200" indent="-457200">
              <a:buFont typeface="Wingdings" panose="05000000000000000000" pitchFamily="2" charset="2"/>
              <a:buChar char="Ø"/>
            </a:pPr>
            <a:r>
              <a:rPr lang="bn-IN" sz="2000" dirty="0"/>
              <a:t>৪ টি মুরগীর জন্য একটি ৩০</a:t>
            </a:r>
            <a:r>
              <a:rPr lang="en-US" sz="2000" dirty="0"/>
              <a:t>x</a:t>
            </a:r>
            <a:r>
              <a:rPr lang="bn-IN" sz="2000" dirty="0"/>
              <a:t>৩০</a:t>
            </a:r>
            <a:r>
              <a:rPr lang="en-US" sz="2000" dirty="0"/>
              <a:t>x</a:t>
            </a:r>
            <a:r>
              <a:rPr lang="bn-IN" sz="2000" dirty="0"/>
              <a:t>৩০ ঘনসেমি কাঠের ঘর লাগবে</a:t>
            </a:r>
          </a:p>
          <a:p>
            <a:pPr marL="457200" indent="-457200">
              <a:buFont typeface="Wingdings" panose="05000000000000000000" pitchFamily="2" charset="2"/>
              <a:buChar char="Ø"/>
            </a:pPr>
            <a:r>
              <a:rPr lang="bn-IN" sz="2000" dirty="0"/>
              <a:t>লম্বা ও গোল খাবার পাত্র দিতে হয়</a:t>
            </a:r>
          </a:p>
          <a:p>
            <a:pPr marL="457200" indent="-457200">
              <a:buFont typeface="Wingdings" panose="05000000000000000000" pitchFamily="2" charset="2"/>
              <a:buChar char="Ø"/>
            </a:pPr>
            <a:r>
              <a:rPr lang="bn-IN" sz="2000" dirty="0"/>
              <a:t>ডিমপাড়া ঘরে অবশ্যই আলোর বা বাল্বের ব্যাবস্থা করতে হবে</a:t>
            </a:r>
          </a:p>
          <a:p>
            <a:pPr marL="457200" indent="-457200">
              <a:buFont typeface="Wingdings" panose="05000000000000000000" pitchFamily="2" charset="2"/>
              <a:buChar char="Ø"/>
            </a:pPr>
            <a:r>
              <a:rPr lang="bn-IN" sz="2000" dirty="0"/>
              <a:t>বিছানায় চুন দেয়া, উকুন দমন,</a:t>
            </a:r>
          </a:p>
          <a:p>
            <a:pPr marL="457200" indent="-457200">
              <a:buFont typeface="Wingdings" panose="05000000000000000000" pitchFamily="2" charset="2"/>
              <a:buChar char="Ø"/>
            </a:pPr>
            <a:r>
              <a:rPr lang="bn-IN" sz="2000" dirty="0"/>
              <a:t>মাছের জন্য খাদ্য তৈরী করা যায়</a:t>
            </a:r>
          </a:p>
          <a:p>
            <a:pPr marL="457200" indent="-457200">
              <a:buFont typeface="Wingdings" panose="05000000000000000000" pitchFamily="2" charset="2"/>
              <a:buChar char="Ø"/>
            </a:pPr>
            <a:r>
              <a:rPr lang="bn-IN" sz="2000" dirty="0"/>
              <a:t>জমির জৈবসার হিসেবে কাজ করে</a:t>
            </a:r>
          </a:p>
          <a:p>
            <a:pPr marL="457200" indent="-457200">
              <a:buFont typeface="Wingdings" panose="05000000000000000000" pitchFamily="2" charset="2"/>
              <a:buChar char="Ø"/>
            </a:pPr>
            <a:r>
              <a:rPr lang="bn-IN" sz="2000" dirty="0"/>
              <a:t>লিটার থেকে বায়োগ্যাস তৈরি হয় </a:t>
            </a:r>
          </a:p>
          <a:p>
            <a:pPr marL="457200" indent="-457200">
              <a:buFont typeface="Wingdings" panose="05000000000000000000" pitchFamily="2" charset="2"/>
              <a:buChar char="Ø"/>
            </a:pPr>
            <a:endParaRPr lang="bn-IN" sz="2000" dirty="0"/>
          </a:p>
          <a:p>
            <a:r>
              <a:rPr lang="bn-IN" sz="2000" dirty="0"/>
              <a:t>অসুবিধাঃ শ্রমিক খরচ বেশী, খাচার চেয়ে বেশী জায়গা লাগে মাচায়, আদ্র লিটার জমাট বেধে জায়, জীবানু দ্রুত বংশবিস্তার করে।</a:t>
            </a:r>
          </a:p>
        </p:txBody>
      </p:sp>
    </p:spTree>
    <p:extLst>
      <p:ext uri="{BB962C8B-B14F-4D97-AF65-F5344CB8AC3E}">
        <p14:creationId xmlns:p14="http://schemas.microsoft.com/office/powerpoint/2010/main" val="40883646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আবদ্ধ পালন পদ্ধতি (খাচা পদ্ধতি)</a:t>
            </a:r>
            <a:endParaRPr lang="en-US" dirty="0"/>
          </a:p>
        </p:txBody>
      </p:sp>
      <p:pic>
        <p:nvPicPr>
          <p:cNvPr id="4104" name="Picture 8" descr="Chicken | Types, Characteristics &amp; Uses | Britannica">
            <a:extLst>
              <a:ext uri="{FF2B5EF4-FFF2-40B4-BE49-F238E27FC236}">
                <a16:creationId xmlns:a16="http://schemas.microsoft.com/office/drawing/2014/main" id="{0979F63A-8ECE-48F0-BE00-86F3A9E795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599176"/>
            <a:ext cx="5637339" cy="3171003"/>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The case for cage-free legislation">
            <a:extLst>
              <a:ext uri="{FF2B5EF4-FFF2-40B4-BE49-F238E27FC236}">
                <a16:creationId xmlns:a16="http://schemas.microsoft.com/office/drawing/2014/main" id="{C157CD55-494B-475E-9547-C139B0CC06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330" y="2597291"/>
            <a:ext cx="5493063" cy="3172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80980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sz="4400" dirty="0"/>
              <a:t>আবদ্ধ পালন পদ্ধতি (খাচা পদ্ধতি)</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09342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bn-IN" sz="2000" dirty="0"/>
              <a:t>সীমাবদ্ধ জায়গায় , নগরে এ পদ্ধতিতে চাষ করা হয়।</a:t>
            </a:r>
          </a:p>
          <a:p>
            <a:pPr marL="457200" indent="-457200">
              <a:buFont typeface="Wingdings" panose="05000000000000000000" pitchFamily="2" charset="2"/>
              <a:buChar char="Ø"/>
            </a:pPr>
            <a:r>
              <a:rPr lang="bn-IN" sz="2000" dirty="0"/>
              <a:t>বিজ্ঞান্সম্মত ও বানিজ্যিক ব্রয়লারে এ পদ্ধতি লাভজনক</a:t>
            </a:r>
          </a:p>
          <a:p>
            <a:pPr marL="457200" indent="-457200">
              <a:buFont typeface="Wingdings" panose="05000000000000000000" pitchFamily="2" charset="2"/>
              <a:buChar char="Ø"/>
            </a:pPr>
            <a:r>
              <a:rPr lang="bn-IN" sz="2000" dirty="0"/>
              <a:t>খাচার পুর্ব পশ্চিম উত্তর দক্ষিন খোলা থাকবে বাতাস চলাচলের জন্য</a:t>
            </a:r>
          </a:p>
          <a:p>
            <a:pPr marL="457200" indent="-457200">
              <a:buFont typeface="Wingdings" panose="05000000000000000000" pitchFamily="2" charset="2"/>
              <a:buChar char="Ø"/>
            </a:pPr>
            <a:r>
              <a:rPr lang="bn-IN" sz="2000" dirty="0"/>
              <a:t>ডিপ লিটারের চেয়ে ৫ গুণ বেশী মুরগী চাষ করা হয়</a:t>
            </a:r>
          </a:p>
          <a:p>
            <a:pPr marL="457200" indent="-457200">
              <a:buFont typeface="Wingdings" panose="05000000000000000000" pitchFamily="2" charset="2"/>
              <a:buChar char="Ø"/>
            </a:pPr>
            <a:r>
              <a:rPr lang="bn-IN" sz="2000" dirty="0"/>
              <a:t>ডিম পাড়া মুরগীর জন্য বাল্বের ব্যাবস্থা করতে হয়</a:t>
            </a:r>
          </a:p>
          <a:p>
            <a:pPr marL="457200" indent="-457200">
              <a:buFont typeface="Wingdings" panose="05000000000000000000" pitchFamily="2" charset="2"/>
              <a:buChar char="Ø"/>
            </a:pPr>
            <a:r>
              <a:rPr lang="bn-IN" sz="2000" dirty="0"/>
              <a:t>রড বা তারজালির সাহাজ্যে খাচা তৈরী করতে হয়, </a:t>
            </a:r>
          </a:p>
          <a:p>
            <a:pPr marL="457200" indent="-457200">
              <a:buFont typeface="Wingdings" panose="05000000000000000000" pitchFamily="2" charset="2"/>
              <a:buChar char="Ø"/>
            </a:pPr>
            <a:r>
              <a:rPr lang="bn-IN" sz="2000" dirty="0"/>
              <a:t>খাবার পাত্র ৭.৫ সেমি উচুতে হবে</a:t>
            </a:r>
          </a:p>
          <a:p>
            <a:pPr marL="457200" indent="-457200">
              <a:buFont typeface="Wingdings" panose="05000000000000000000" pitchFamily="2" charset="2"/>
              <a:buChar char="Ø"/>
            </a:pPr>
            <a:r>
              <a:rPr lang="bn-IN" sz="2000" dirty="0"/>
              <a:t>মুরগীর খাচার বাইরে গলা ঢুকিয়ে খাবার খাবে,</a:t>
            </a:r>
          </a:p>
          <a:p>
            <a:pPr marL="457200" indent="-457200">
              <a:buFont typeface="Wingdings" panose="05000000000000000000" pitchFamily="2" charset="2"/>
              <a:buChar char="Ø"/>
            </a:pPr>
            <a:r>
              <a:rPr lang="bn-IN" sz="2000" dirty="0"/>
              <a:t>বিস্টা ও ডিম ধরার জন্য নিচে কিছু অংশ বাড়তি থাকবে</a:t>
            </a:r>
          </a:p>
          <a:p>
            <a:endParaRPr lang="bn-IN" sz="2000" dirty="0"/>
          </a:p>
          <a:p>
            <a:r>
              <a:rPr lang="bn-IN" sz="2000" dirty="0"/>
              <a:t>অসুবিধাঃ শ্রমিক খরচ বেশী, মুরগীর স্বাস্থ্য ঝুকি থাকে, জীবানু দ্রুত বংশবিস্তার করে, ভিটামিন বি ঘাটতি থাকে মুরগীর, খাচায় ঘর্ষনের কারনে পায়ে বাম্বল ফুট বা ঘা হয়।</a:t>
            </a:r>
          </a:p>
        </p:txBody>
      </p:sp>
    </p:spTree>
    <p:extLst>
      <p:ext uri="{BB962C8B-B14F-4D97-AF65-F5344CB8AC3E}">
        <p14:creationId xmlns:p14="http://schemas.microsoft.com/office/powerpoint/2010/main" val="31495554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পোল্ট্রি</a:t>
            </a:r>
            <a:r>
              <a:rPr lang="en-US" sz="4400" dirty="0"/>
              <a:t> </a:t>
            </a:r>
            <a:r>
              <a:rPr lang="en-US" sz="4400" dirty="0" err="1"/>
              <a:t>খামার</a:t>
            </a:r>
            <a:r>
              <a:rPr lang="en-US" sz="4400" dirty="0"/>
              <a:t> ও </a:t>
            </a:r>
            <a:r>
              <a:rPr lang="en-US" sz="4400" dirty="0" err="1"/>
              <a:t>ব্যাবস্থাপনা</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5016758"/>
          </a:xfrm>
          <a:prstGeom prst="rect">
            <a:avLst/>
          </a:prstGeom>
          <a:noFill/>
        </p:spPr>
        <p:txBody>
          <a:bodyPr wrap="square" rtlCol="0">
            <a:spAutoFit/>
          </a:bodyPr>
          <a:lstStyle/>
          <a:p>
            <a:r>
              <a:rPr lang="en-US" sz="2000" dirty="0" err="1">
                <a:solidFill>
                  <a:schemeClr val="accent2"/>
                </a:solidFill>
              </a:rPr>
              <a:t>পোল্ট্রি</a:t>
            </a:r>
            <a:r>
              <a:rPr lang="en-US" sz="2000" dirty="0">
                <a:solidFill>
                  <a:schemeClr val="accent2"/>
                </a:solidFill>
              </a:rPr>
              <a:t> </a:t>
            </a:r>
            <a:r>
              <a:rPr lang="en-US" sz="2000" dirty="0" err="1">
                <a:solidFill>
                  <a:schemeClr val="accent2"/>
                </a:solidFill>
              </a:rPr>
              <a:t>খামার</a:t>
            </a:r>
            <a:r>
              <a:rPr lang="en-US" sz="2000" dirty="0">
                <a:solidFill>
                  <a:schemeClr val="accent2"/>
                </a:solidFill>
              </a:rPr>
              <a:t> </a:t>
            </a:r>
            <a:r>
              <a:rPr lang="en-US" sz="2000" dirty="0" err="1">
                <a:solidFill>
                  <a:schemeClr val="accent2"/>
                </a:solidFill>
              </a:rPr>
              <a:t>কি</a:t>
            </a:r>
            <a:r>
              <a:rPr lang="en-US" sz="2000" dirty="0">
                <a:solidFill>
                  <a:schemeClr val="accent2"/>
                </a:solidFill>
              </a:rPr>
              <a:t> ?</a:t>
            </a:r>
          </a:p>
          <a:p>
            <a:pPr marL="342900" indent="-342900">
              <a:buFont typeface="Wingdings" panose="05000000000000000000" pitchFamily="2" charset="2"/>
              <a:buChar char="q"/>
            </a:pPr>
            <a:r>
              <a:rPr lang="en-US" sz="2000" dirty="0" err="1"/>
              <a:t>যেসব</a:t>
            </a:r>
            <a:r>
              <a:rPr lang="en-US" sz="2000" dirty="0"/>
              <a:t> </a:t>
            </a:r>
            <a:r>
              <a:rPr lang="en-US" sz="2000" dirty="0" err="1"/>
              <a:t>স্থানে</a:t>
            </a:r>
            <a:r>
              <a:rPr lang="en-US" sz="2000" dirty="0"/>
              <a:t> </a:t>
            </a:r>
            <a:r>
              <a:rPr lang="en-US" sz="2000" dirty="0" err="1"/>
              <a:t>পোল্ট্রি</a:t>
            </a:r>
            <a:r>
              <a:rPr lang="en-US" sz="2000" dirty="0"/>
              <a:t> </a:t>
            </a:r>
            <a:r>
              <a:rPr lang="en-US" sz="2000" dirty="0" err="1"/>
              <a:t>পালনের</a:t>
            </a:r>
            <a:r>
              <a:rPr lang="en-US" sz="2000" dirty="0"/>
              <a:t> </a:t>
            </a:r>
            <a:r>
              <a:rPr lang="en-US" sz="2000" dirty="0" err="1"/>
              <a:t>জন্য</a:t>
            </a:r>
            <a:r>
              <a:rPr lang="en-US" sz="2000" dirty="0"/>
              <a:t> </a:t>
            </a:r>
            <a:r>
              <a:rPr lang="en-US" sz="2000" dirty="0" err="1"/>
              <a:t>নিয়মতান্রিকভাবে</a:t>
            </a:r>
            <a:r>
              <a:rPr lang="en-US" sz="2000" dirty="0"/>
              <a:t> </a:t>
            </a:r>
            <a:r>
              <a:rPr lang="en-US" sz="2000" dirty="0" err="1"/>
              <a:t>বাসস্থান</a:t>
            </a:r>
            <a:r>
              <a:rPr lang="en-US" sz="2000" dirty="0"/>
              <a:t> </a:t>
            </a:r>
            <a:r>
              <a:rPr lang="en-US" sz="2000" dirty="0" err="1"/>
              <a:t>তৈরী</a:t>
            </a:r>
            <a:r>
              <a:rPr lang="en-US" sz="2000" dirty="0"/>
              <a:t>, </a:t>
            </a:r>
            <a:r>
              <a:rPr lang="en-US" sz="2000" dirty="0" err="1"/>
              <a:t>খাদ্য</a:t>
            </a:r>
            <a:r>
              <a:rPr lang="en-US" sz="2000" dirty="0"/>
              <a:t> </a:t>
            </a:r>
            <a:r>
              <a:rPr lang="en-US" sz="2000" dirty="0" err="1"/>
              <a:t>সরবরাহ</a:t>
            </a:r>
            <a:r>
              <a:rPr lang="en-US" sz="2000" dirty="0"/>
              <a:t>, </a:t>
            </a:r>
            <a:r>
              <a:rPr lang="en-US" sz="2000" dirty="0" err="1"/>
              <a:t>চিকিৎসা</a:t>
            </a:r>
            <a:r>
              <a:rPr lang="en-US" sz="2000" dirty="0"/>
              <a:t>, </a:t>
            </a:r>
            <a:r>
              <a:rPr lang="en-US" sz="2000" dirty="0" err="1"/>
              <a:t>উৎপাদিত</a:t>
            </a:r>
            <a:r>
              <a:rPr lang="en-US" sz="2000" dirty="0"/>
              <a:t> </a:t>
            </a:r>
            <a:r>
              <a:rPr lang="en-US" sz="2000" dirty="0" err="1"/>
              <a:t>পণ্য</a:t>
            </a:r>
            <a:r>
              <a:rPr lang="en-US" sz="2000" dirty="0"/>
              <a:t> </a:t>
            </a:r>
            <a:r>
              <a:rPr lang="en-US" sz="2000" dirty="0" err="1"/>
              <a:t>বিক্রি</a:t>
            </a:r>
            <a:r>
              <a:rPr lang="en-US" sz="2000" dirty="0"/>
              <a:t> </a:t>
            </a:r>
            <a:r>
              <a:rPr lang="en-US" sz="2000" dirty="0" err="1"/>
              <a:t>প্রভৃত</a:t>
            </a:r>
            <a:r>
              <a:rPr lang="en-US" sz="2000" dirty="0"/>
              <a:t> </a:t>
            </a:r>
            <a:r>
              <a:rPr lang="en-US" sz="2000" dirty="0" err="1"/>
              <a:t>কাজ</a:t>
            </a:r>
            <a:r>
              <a:rPr lang="en-US" sz="2000" dirty="0"/>
              <a:t> </a:t>
            </a:r>
            <a:r>
              <a:rPr lang="en-US" sz="2000" dirty="0" err="1"/>
              <a:t>সম্পন্ন</a:t>
            </a:r>
            <a:r>
              <a:rPr lang="en-US" sz="2000" dirty="0"/>
              <a:t> </a:t>
            </a:r>
            <a:r>
              <a:rPr lang="en-US" sz="2000" dirty="0" err="1"/>
              <a:t>করা</a:t>
            </a:r>
            <a:r>
              <a:rPr lang="en-US" sz="2000" dirty="0"/>
              <a:t> </a:t>
            </a:r>
            <a:r>
              <a:rPr lang="en-US" sz="2000" dirty="0" err="1"/>
              <a:t>হয়</a:t>
            </a:r>
            <a:r>
              <a:rPr lang="en-US" sz="2000" dirty="0"/>
              <a:t> </a:t>
            </a:r>
            <a:r>
              <a:rPr lang="en-US" sz="2000" dirty="0" err="1"/>
              <a:t>তাকে</a:t>
            </a:r>
            <a:r>
              <a:rPr lang="en-US" sz="2000" dirty="0"/>
              <a:t> </a:t>
            </a:r>
            <a:r>
              <a:rPr lang="en-US" sz="2000" dirty="0" err="1"/>
              <a:t>পোল্ট্রি</a:t>
            </a:r>
            <a:r>
              <a:rPr lang="en-US" sz="2000" dirty="0"/>
              <a:t> </a:t>
            </a:r>
            <a:r>
              <a:rPr lang="en-US" sz="2000" dirty="0" err="1"/>
              <a:t>খামার</a:t>
            </a:r>
            <a:r>
              <a:rPr lang="en-US" sz="2000" dirty="0"/>
              <a:t> </a:t>
            </a:r>
            <a:r>
              <a:rPr lang="en-US" sz="2000" dirty="0" err="1"/>
              <a:t>বলে</a:t>
            </a:r>
            <a:endParaRPr lang="en-US" sz="2000" dirty="0"/>
          </a:p>
          <a:p>
            <a:endParaRPr lang="en-US" sz="2000" dirty="0">
              <a:solidFill>
                <a:schemeClr val="accent2"/>
              </a:solidFill>
            </a:endParaRPr>
          </a:p>
          <a:p>
            <a:r>
              <a:rPr lang="en-US" sz="2000" dirty="0" err="1">
                <a:solidFill>
                  <a:schemeClr val="accent2"/>
                </a:solidFill>
              </a:rPr>
              <a:t>পোল্ট্রি</a:t>
            </a:r>
            <a:r>
              <a:rPr lang="en-US" sz="2000" dirty="0">
                <a:solidFill>
                  <a:schemeClr val="accent2"/>
                </a:solidFill>
              </a:rPr>
              <a:t> </a:t>
            </a:r>
            <a:r>
              <a:rPr lang="en-US" sz="2000" dirty="0" err="1">
                <a:solidFill>
                  <a:schemeClr val="accent2"/>
                </a:solidFill>
              </a:rPr>
              <a:t>খামার</a:t>
            </a:r>
            <a:r>
              <a:rPr lang="en-US" sz="2000" dirty="0">
                <a:solidFill>
                  <a:schemeClr val="accent2"/>
                </a:solidFill>
              </a:rPr>
              <a:t> </a:t>
            </a:r>
            <a:r>
              <a:rPr lang="en-US" sz="2000" dirty="0" err="1">
                <a:solidFill>
                  <a:schemeClr val="accent2"/>
                </a:solidFill>
              </a:rPr>
              <a:t>তৈরীর</a:t>
            </a:r>
            <a:r>
              <a:rPr lang="en-US" sz="2000" dirty="0">
                <a:solidFill>
                  <a:schemeClr val="accent2"/>
                </a:solidFill>
              </a:rPr>
              <a:t> </a:t>
            </a:r>
            <a:r>
              <a:rPr lang="en-US" sz="2000" dirty="0" err="1">
                <a:solidFill>
                  <a:schemeClr val="accent2"/>
                </a:solidFill>
              </a:rPr>
              <a:t>বিবেচ্য</a:t>
            </a:r>
            <a:r>
              <a:rPr lang="en-US" sz="2000" dirty="0">
                <a:solidFill>
                  <a:schemeClr val="accent2"/>
                </a:solidFill>
              </a:rPr>
              <a:t> </a:t>
            </a:r>
            <a:r>
              <a:rPr lang="en-US" sz="2000" dirty="0" err="1">
                <a:solidFill>
                  <a:schemeClr val="accent2"/>
                </a:solidFill>
              </a:rPr>
              <a:t>বিষয়</a:t>
            </a:r>
            <a:r>
              <a:rPr lang="en-US" sz="2000" dirty="0">
                <a:solidFill>
                  <a:schemeClr val="accent2"/>
                </a:solidFill>
              </a:rPr>
              <a:t> </a:t>
            </a:r>
            <a:r>
              <a:rPr lang="en-US" sz="2000" dirty="0" err="1">
                <a:solidFill>
                  <a:schemeClr val="accent2"/>
                </a:solidFill>
              </a:rPr>
              <a:t>কি</a:t>
            </a:r>
            <a:r>
              <a:rPr lang="en-US" sz="2000" dirty="0">
                <a:solidFill>
                  <a:schemeClr val="accent2"/>
                </a:solidFill>
              </a:rPr>
              <a:t>? </a:t>
            </a:r>
          </a:p>
          <a:p>
            <a:pPr marL="342900" indent="-342900">
              <a:buFont typeface="Wingdings" panose="05000000000000000000" pitchFamily="2" charset="2"/>
              <a:buChar char="q"/>
            </a:pPr>
            <a:r>
              <a:rPr lang="en-US" sz="2000" dirty="0" err="1"/>
              <a:t>মূল্ধন</a:t>
            </a:r>
            <a:r>
              <a:rPr lang="en-US" sz="2000" dirty="0"/>
              <a:t> </a:t>
            </a:r>
            <a:r>
              <a:rPr lang="en-US" sz="2000" dirty="0" err="1"/>
              <a:t>সংগ্রহ</a:t>
            </a:r>
            <a:endParaRPr lang="en-US" sz="2000" dirty="0"/>
          </a:p>
          <a:p>
            <a:pPr marL="342900" indent="-342900">
              <a:buFont typeface="Wingdings" panose="05000000000000000000" pitchFamily="2" charset="2"/>
              <a:buChar char="q"/>
            </a:pPr>
            <a:r>
              <a:rPr lang="en-US" sz="2000" dirty="0" err="1"/>
              <a:t>জমির</a:t>
            </a:r>
            <a:r>
              <a:rPr lang="en-US" sz="2000" dirty="0"/>
              <a:t> </a:t>
            </a:r>
            <a:r>
              <a:rPr lang="en-US" sz="2000" dirty="0" err="1"/>
              <a:t>ব্যাবস্থা</a:t>
            </a:r>
            <a:endParaRPr lang="en-US" sz="2000" dirty="0"/>
          </a:p>
          <a:p>
            <a:pPr marL="342900" indent="-342900">
              <a:buFont typeface="Wingdings" panose="05000000000000000000" pitchFamily="2" charset="2"/>
              <a:buChar char="q"/>
            </a:pPr>
            <a:r>
              <a:rPr lang="en-US" sz="2000" dirty="0" err="1"/>
              <a:t>খামারের</a:t>
            </a:r>
            <a:r>
              <a:rPr lang="en-US" sz="2000" dirty="0"/>
              <a:t> </a:t>
            </a:r>
            <a:r>
              <a:rPr lang="en-US" sz="2000" dirty="0" err="1"/>
              <a:t>অবস্থান</a:t>
            </a:r>
            <a:endParaRPr lang="en-US" sz="2000" dirty="0"/>
          </a:p>
          <a:p>
            <a:pPr marL="342900" indent="-342900">
              <a:buFont typeface="Wingdings" panose="05000000000000000000" pitchFamily="2" charset="2"/>
              <a:buChar char="q"/>
            </a:pPr>
            <a:r>
              <a:rPr lang="en-US" sz="2000" dirty="0" err="1"/>
              <a:t>যোগাযোগ</a:t>
            </a:r>
            <a:r>
              <a:rPr lang="en-US" sz="2000" dirty="0"/>
              <a:t> </a:t>
            </a:r>
            <a:r>
              <a:rPr lang="en-US" sz="2000" dirty="0" err="1"/>
              <a:t>ব্যাবস্থা</a:t>
            </a:r>
            <a:endParaRPr lang="en-US" sz="2000" dirty="0"/>
          </a:p>
          <a:p>
            <a:pPr marL="342900" indent="-342900">
              <a:buFont typeface="Wingdings" panose="05000000000000000000" pitchFamily="2" charset="2"/>
              <a:buChar char="q"/>
            </a:pPr>
            <a:r>
              <a:rPr lang="en-US" sz="2000" dirty="0" err="1"/>
              <a:t>ঘর</a:t>
            </a:r>
            <a:r>
              <a:rPr lang="en-US" sz="2000" dirty="0"/>
              <a:t> </a:t>
            </a:r>
            <a:r>
              <a:rPr lang="en-US" sz="2000" dirty="0" err="1"/>
              <a:t>নির্মাণ</a:t>
            </a:r>
            <a:endParaRPr lang="en-US" sz="2000" dirty="0"/>
          </a:p>
          <a:p>
            <a:pPr marL="342900" indent="-342900">
              <a:buFont typeface="Wingdings" panose="05000000000000000000" pitchFamily="2" charset="2"/>
              <a:buChar char="q"/>
            </a:pPr>
            <a:r>
              <a:rPr lang="en-US" sz="2000" dirty="0" err="1"/>
              <a:t>মুরগির</a:t>
            </a:r>
            <a:r>
              <a:rPr lang="en-US" sz="2000" dirty="0"/>
              <a:t> </a:t>
            </a:r>
            <a:r>
              <a:rPr lang="en-US" sz="2000" dirty="0" err="1"/>
              <a:t>জাত</a:t>
            </a:r>
            <a:r>
              <a:rPr lang="en-US" sz="2000" dirty="0"/>
              <a:t> </a:t>
            </a:r>
            <a:r>
              <a:rPr lang="en-US" sz="2000" dirty="0" err="1"/>
              <a:t>নির্বাচন</a:t>
            </a:r>
            <a:endParaRPr lang="en-US" sz="2000" dirty="0"/>
          </a:p>
          <a:p>
            <a:pPr marL="342900" indent="-342900">
              <a:buFont typeface="Wingdings" panose="05000000000000000000" pitchFamily="2" charset="2"/>
              <a:buChar char="q"/>
            </a:pPr>
            <a:r>
              <a:rPr lang="en-US" sz="2000" dirty="0" err="1"/>
              <a:t>রোগ-ব্যাধির</a:t>
            </a:r>
            <a:r>
              <a:rPr lang="en-US" sz="2000" dirty="0"/>
              <a:t> </a:t>
            </a:r>
            <a:r>
              <a:rPr lang="en-US" sz="2000" dirty="0" err="1"/>
              <a:t>চিকিৎসা</a:t>
            </a:r>
            <a:endParaRPr lang="en-US" sz="2000" dirty="0"/>
          </a:p>
          <a:p>
            <a:pPr marL="342900" indent="-342900">
              <a:buFont typeface="Wingdings" panose="05000000000000000000" pitchFamily="2" charset="2"/>
              <a:buChar char="q"/>
            </a:pPr>
            <a:r>
              <a:rPr lang="en-US" sz="2000" dirty="0" err="1"/>
              <a:t>মুরগি</a:t>
            </a:r>
            <a:r>
              <a:rPr lang="en-US" sz="2000" dirty="0"/>
              <a:t> </a:t>
            </a:r>
            <a:r>
              <a:rPr lang="en-US" sz="2000" dirty="0" err="1"/>
              <a:t>ছাটাই</a:t>
            </a:r>
            <a:endParaRPr lang="en-US" sz="2000" dirty="0"/>
          </a:p>
          <a:p>
            <a:pPr marL="342900" indent="-342900">
              <a:buFont typeface="Wingdings" panose="05000000000000000000" pitchFamily="2" charset="2"/>
              <a:buChar char="q"/>
            </a:pPr>
            <a:r>
              <a:rPr lang="en-US" sz="2000" dirty="0" err="1"/>
              <a:t>ডিম</a:t>
            </a:r>
            <a:r>
              <a:rPr lang="en-US" sz="2000" dirty="0"/>
              <a:t> ও </a:t>
            </a:r>
            <a:r>
              <a:rPr lang="en-US" sz="2000" dirty="0" err="1"/>
              <a:t>মুরগী</a:t>
            </a:r>
            <a:r>
              <a:rPr lang="en-US" sz="2000" dirty="0"/>
              <a:t> </a:t>
            </a:r>
            <a:r>
              <a:rPr lang="en-US" sz="2000" dirty="0" err="1"/>
              <a:t>বাজারজাতকরণ</a:t>
            </a:r>
            <a:endParaRPr lang="en-US" sz="2000" dirty="0"/>
          </a:p>
          <a:p>
            <a:pPr marL="342900" indent="-342900">
              <a:buFont typeface="Wingdings" panose="05000000000000000000" pitchFamily="2" charset="2"/>
              <a:buChar char="q"/>
            </a:pPr>
            <a:r>
              <a:rPr lang="en-US" sz="2000" dirty="0" err="1"/>
              <a:t>আদর্শ</a:t>
            </a:r>
            <a:r>
              <a:rPr lang="en-US" sz="2000" dirty="0"/>
              <a:t> </a:t>
            </a:r>
            <a:r>
              <a:rPr lang="en-US" sz="2000" dirty="0" err="1"/>
              <a:t>প্রতিপালন</a:t>
            </a:r>
            <a:r>
              <a:rPr lang="en-US" sz="2000" dirty="0"/>
              <a:t> </a:t>
            </a:r>
            <a:r>
              <a:rPr lang="en-US" sz="2000" dirty="0" err="1"/>
              <a:t>পদ্ধতি</a:t>
            </a:r>
            <a:r>
              <a:rPr lang="en-US" sz="2000" dirty="0"/>
              <a:t> </a:t>
            </a:r>
            <a:r>
              <a:rPr lang="en-US" sz="2000" dirty="0" err="1"/>
              <a:t>অনুসরণ</a:t>
            </a:r>
            <a:endParaRPr lang="en-US" sz="2000" dirty="0"/>
          </a:p>
          <a:p>
            <a:endParaRPr lang="bn-IN" sz="2000" dirty="0">
              <a:solidFill>
                <a:schemeClr val="accent2"/>
              </a:solidFill>
            </a:endParaRPr>
          </a:p>
        </p:txBody>
      </p:sp>
      <p:pic>
        <p:nvPicPr>
          <p:cNvPr id="1026" name="Picture 2" descr="Housing requirements for professional poultry farms - Crodeon">
            <a:extLst>
              <a:ext uri="{FF2B5EF4-FFF2-40B4-BE49-F238E27FC236}">
                <a16:creationId xmlns:a16="http://schemas.microsoft.com/office/drawing/2014/main" id="{1C011237-C1EF-9BC1-CD7D-52D6614327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9381" y="3705821"/>
            <a:ext cx="3226059" cy="214855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odern chicken house design and chicken farm ventilation management | RICHI">
            <a:extLst>
              <a:ext uri="{FF2B5EF4-FFF2-40B4-BE49-F238E27FC236}">
                <a16:creationId xmlns:a16="http://schemas.microsoft.com/office/drawing/2014/main" id="{1BEBBA29-DFED-DA01-B0DC-108955B4D7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41580" y="3705821"/>
            <a:ext cx="3236906" cy="2148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562355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পোল্ট্রি</a:t>
            </a:r>
            <a:r>
              <a:rPr lang="en-US" sz="4400" dirty="0"/>
              <a:t> </a:t>
            </a:r>
            <a:r>
              <a:rPr lang="en-US" sz="4400" dirty="0" err="1"/>
              <a:t>খামার</a:t>
            </a:r>
            <a:r>
              <a:rPr lang="en-US" sz="4400" dirty="0"/>
              <a:t> ও </a:t>
            </a:r>
            <a:r>
              <a:rPr lang="en-US" sz="4400" dirty="0" err="1"/>
              <a:t>ব্যাবস্থাপনা</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5324535"/>
          </a:xfrm>
          <a:prstGeom prst="rect">
            <a:avLst/>
          </a:prstGeom>
          <a:noFill/>
        </p:spPr>
        <p:txBody>
          <a:bodyPr wrap="square" rtlCol="0">
            <a:spAutoFit/>
          </a:bodyPr>
          <a:lstStyle/>
          <a:p>
            <a:r>
              <a:rPr lang="en-US" sz="2000" dirty="0" err="1">
                <a:solidFill>
                  <a:schemeClr val="accent2"/>
                </a:solidFill>
              </a:rPr>
              <a:t>পোল্ট্রি</a:t>
            </a:r>
            <a:r>
              <a:rPr lang="en-US" sz="2000" dirty="0">
                <a:solidFill>
                  <a:schemeClr val="accent2"/>
                </a:solidFill>
              </a:rPr>
              <a:t> </a:t>
            </a:r>
            <a:r>
              <a:rPr lang="en-US" sz="2000" dirty="0" err="1">
                <a:solidFill>
                  <a:schemeClr val="accent2"/>
                </a:solidFill>
              </a:rPr>
              <a:t>খামারের</a:t>
            </a:r>
            <a:r>
              <a:rPr lang="en-US" sz="2000" dirty="0">
                <a:solidFill>
                  <a:schemeClr val="accent2"/>
                </a:solidFill>
              </a:rPr>
              <a:t> </a:t>
            </a:r>
            <a:r>
              <a:rPr lang="en-US" sz="2000" dirty="0" err="1">
                <a:solidFill>
                  <a:schemeClr val="accent2"/>
                </a:solidFill>
              </a:rPr>
              <a:t>দৈনন্দিন</a:t>
            </a:r>
            <a:r>
              <a:rPr lang="en-US" sz="2000" dirty="0">
                <a:solidFill>
                  <a:schemeClr val="accent2"/>
                </a:solidFill>
              </a:rPr>
              <a:t> </a:t>
            </a:r>
            <a:r>
              <a:rPr lang="en-US" sz="2000" dirty="0" err="1">
                <a:solidFill>
                  <a:schemeClr val="accent2"/>
                </a:solidFill>
              </a:rPr>
              <a:t>কার্যক্রম</a:t>
            </a:r>
            <a:r>
              <a:rPr lang="en-US" sz="2000" dirty="0">
                <a:solidFill>
                  <a:schemeClr val="accent2"/>
                </a:solidFill>
              </a:rPr>
              <a:t>? </a:t>
            </a:r>
          </a:p>
          <a:p>
            <a:pPr marL="342900" indent="-342900">
              <a:buFont typeface="Wingdings" panose="05000000000000000000" pitchFamily="2" charset="2"/>
              <a:buChar char="q"/>
            </a:pPr>
            <a:r>
              <a:rPr lang="en-US" sz="2000" dirty="0"/>
              <a:t>৮টার </a:t>
            </a:r>
            <a:r>
              <a:rPr lang="en-US" sz="2000" dirty="0" err="1"/>
              <a:t>মধ্যে</a:t>
            </a:r>
            <a:r>
              <a:rPr lang="en-US" sz="2000" dirty="0"/>
              <a:t> </a:t>
            </a:r>
            <a:r>
              <a:rPr lang="en-US" sz="2000" dirty="0" err="1"/>
              <a:t>ব্যাবহৃত</a:t>
            </a:r>
            <a:r>
              <a:rPr lang="en-US" sz="2000" dirty="0"/>
              <a:t> </a:t>
            </a:r>
            <a:r>
              <a:rPr lang="en-US" sz="2000" dirty="0" err="1"/>
              <a:t>পানি</a:t>
            </a:r>
            <a:r>
              <a:rPr lang="en-US" sz="2000" dirty="0"/>
              <a:t> ও </a:t>
            </a:r>
            <a:r>
              <a:rPr lang="en-US" sz="2000" dirty="0" err="1"/>
              <a:t>খাবার</a:t>
            </a:r>
            <a:r>
              <a:rPr lang="en-US" sz="2000" dirty="0"/>
              <a:t> </a:t>
            </a:r>
            <a:r>
              <a:rPr lang="en-US" sz="2000" dirty="0" err="1"/>
              <a:t>পরিষ্কার</a:t>
            </a:r>
            <a:r>
              <a:rPr lang="en-US" sz="2000" dirty="0"/>
              <a:t> </a:t>
            </a:r>
            <a:r>
              <a:rPr lang="en-US" sz="2000" dirty="0" err="1"/>
              <a:t>করে</a:t>
            </a:r>
            <a:r>
              <a:rPr lang="en-US" sz="2000" dirty="0"/>
              <a:t> </a:t>
            </a:r>
            <a:r>
              <a:rPr lang="en-US" sz="2000" dirty="0" err="1"/>
              <a:t>নতুন</a:t>
            </a:r>
            <a:r>
              <a:rPr lang="en-US" sz="2000" dirty="0"/>
              <a:t> </a:t>
            </a:r>
            <a:r>
              <a:rPr lang="en-US" sz="2000" dirty="0" err="1"/>
              <a:t>খাদ্য</a:t>
            </a:r>
            <a:r>
              <a:rPr lang="en-US" sz="2000" dirty="0"/>
              <a:t> ও </a:t>
            </a:r>
            <a:r>
              <a:rPr lang="en-US" sz="2000" dirty="0" err="1"/>
              <a:t>পানি</a:t>
            </a:r>
            <a:r>
              <a:rPr lang="en-US" sz="2000" dirty="0"/>
              <a:t> </a:t>
            </a:r>
            <a:r>
              <a:rPr lang="en-US" sz="2000" dirty="0" err="1"/>
              <a:t>সরবরাহ</a:t>
            </a:r>
            <a:endParaRPr lang="en-US" sz="2000" dirty="0"/>
          </a:p>
          <a:p>
            <a:pPr marL="342900" indent="-342900">
              <a:buFont typeface="Wingdings" panose="05000000000000000000" pitchFamily="2" charset="2"/>
              <a:buChar char="q"/>
            </a:pPr>
            <a:r>
              <a:rPr lang="en-US" sz="2000" dirty="0" err="1"/>
              <a:t>অসুস্থ</a:t>
            </a:r>
            <a:r>
              <a:rPr lang="en-US" sz="2000" dirty="0"/>
              <a:t> </a:t>
            </a:r>
            <a:r>
              <a:rPr lang="en-US" sz="2000" dirty="0" err="1"/>
              <a:t>মনে</a:t>
            </a:r>
            <a:r>
              <a:rPr lang="en-US" sz="2000" dirty="0"/>
              <a:t> </a:t>
            </a:r>
            <a:r>
              <a:rPr lang="en-US" sz="2000" dirty="0" err="1"/>
              <a:t>হলে</a:t>
            </a:r>
            <a:r>
              <a:rPr lang="en-US" sz="2000" dirty="0"/>
              <a:t> </a:t>
            </a:r>
            <a:r>
              <a:rPr lang="en-US" sz="2000" dirty="0" err="1"/>
              <a:t>তাৎক্ষনিক</a:t>
            </a:r>
            <a:r>
              <a:rPr lang="en-US" sz="2000" dirty="0"/>
              <a:t> </a:t>
            </a:r>
            <a:r>
              <a:rPr lang="en-US" sz="2000" dirty="0" err="1"/>
              <a:t>অপসারণ</a:t>
            </a:r>
            <a:endParaRPr lang="en-US" sz="2000" dirty="0"/>
          </a:p>
          <a:p>
            <a:pPr marL="342900" indent="-342900">
              <a:buFont typeface="Wingdings" panose="05000000000000000000" pitchFamily="2" charset="2"/>
              <a:buChar char="q"/>
            </a:pPr>
            <a:r>
              <a:rPr lang="en-US" sz="2000" dirty="0" err="1"/>
              <a:t>দিনে</a:t>
            </a:r>
            <a:r>
              <a:rPr lang="en-US" sz="2000" dirty="0"/>
              <a:t> </a:t>
            </a:r>
            <a:r>
              <a:rPr lang="en-US" sz="2000" dirty="0" err="1"/>
              <a:t>কমপক্ষে</a:t>
            </a:r>
            <a:r>
              <a:rPr lang="en-US" sz="2000" dirty="0"/>
              <a:t> ২ </a:t>
            </a:r>
            <a:r>
              <a:rPr lang="en-US" sz="2000" dirty="0" err="1"/>
              <a:t>বার</a:t>
            </a:r>
            <a:r>
              <a:rPr lang="en-US" sz="2000" dirty="0"/>
              <a:t> </a:t>
            </a:r>
            <a:r>
              <a:rPr lang="en-US" sz="2000" dirty="0" err="1"/>
              <a:t>ডিম</a:t>
            </a:r>
            <a:r>
              <a:rPr lang="en-US" sz="2000" dirty="0"/>
              <a:t> </a:t>
            </a:r>
            <a:r>
              <a:rPr lang="en-US" sz="2000" dirty="0" err="1"/>
              <a:t>সংগ্রহ</a:t>
            </a:r>
            <a:r>
              <a:rPr lang="en-US" sz="2000" dirty="0"/>
              <a:t> </a:t>
            </a:r>
            <a:r>
              <a:rPr lang="en-US" sz="2000" dirty="0" err="1"/>
              <a:t>করা</a:t>
            </a:r>
            <a:endParaRPr lang="en-US" sz="2000" dirty="0"/>
          </a:p>
          <a:p>
            <a:pPr marL="342900" indent="-342900">
              <a:buFont typeface="Wingdings" panose="05000000000000000000" pitchFamily="2" charset="2"/>
              <a:buChar char="q"/>
            </a:pPr>
            <a:r>
              <a:rPr lang="en-US" sz="2000" dirty="0" err="1"/>
              <a:t>জীবানুনাশক</a:t>
            </a:r>
            <a:r>
              <a:rPr lang="en-US" sz="2000" dirty="0"/>
              <a:t> </a:t>
            </a:r>
            <a:r>
              <a:rPr lang="en-US" sz="2000" dirty="0" err="1"/>
              <a:t>দ্বারা</a:t>
            </a:r>
            <a:r>
              <a:rPr lang="en-US" sz="2000" dirty="0"/>
              <a:t> </a:t>
            </a:r>
            <a:r>
              <a:rPr lang="en-US" sz="2000" dirty="0" err="1"/>
              <a:t>ঘর</a:t>
            </a:r>
            <a:r>
              <a:rPr lang="en-US" sz="2000" dirty="0"/>
              <a:t> </a:t>
            </a:r>
            <a:r>
              <a:rPr lang="en-US" sz="2000" dirty="0" err="1"/>
              <a:t>পরিষ্কার</a:t>
            </a:r>
            <a:r>
              <a:rPr lang="en-US" sz="2000" dirty="0"/>
              <a:t> </a:t>
            </a:r>
            <a:r>
              <a:rPr lang="en-US" sz="2000" dirty="0" err="1"/>
              <a:t>করা</a:t>
            </a:r>
            <a:endParaRPr lang="en-US" sz="2000" dirty="0"/>
          </a:p>
          <a:p>
            <a:pPr marL="342900" indent="-342900">
              <a:buFont typeface="Wingdings" panose="05000000000000000000" pitchFamily="2" charset="2"/>
              <a:buChar char="q"/>
            </a:pPr>
            <a:r>
              <a:rPr lang="en-US" sz="2000" dirty="0" err="1"/>
              <a:t>মুরগীর</a:t>
            </a:r>
            <a:r>
              <a:rPr lang="en-US" sz="2000" dirty="0"/>
              <a:t> </a:t>
            </a:r>
            <a:r>
              <a:rPr lang="en-US" sz="2000" dirty="0" err="1"/>
              <a:t>টিকা</a:t>
            </a:r>
            <a:r>
              <a:rPr lang="en-US" sz="2000" dirty="0"/>
              <a:t> </a:t>
            </a:r>
            <a:r>
              <a:rPr lang="en-US" sz="2000" dirty="0" err="1"/>
              <a:t>দেয়া</a:t>
            </a:r>
            <a:endParaRPr lang="en-US" sz="2000" dirty="0"/>
          </a:p>
          <a:p>
            <a:pPr marL="342900" indent="-342900">
              <a:buFont typeface="Wingdings" panose="05000000000000000000" pitchFamily="2" charset="2"/>
              <a:buChar char="q"/>
            </a:pPr>
            <a:r>
              <a:rPr lang="en-US" sz="2000" dirty="0" err="1"/>
              <a:t>প্রতিদিনের</a:t>
            </a:r>
            <a:r>
              <a:rPr lang="en-US" sz="2000" dirty="0"/>
              <a:t> </a:t>
            </a:r>
            <a:r>
              <a:rPr lang="en-US" sz="2000" dirty="0" err="1"/>
              <a:t>মাংস</a:t>
            </a:r>
            <a:r>
              <a:rPr lang="en-US" sz="2000" dirty="0"/>
              <a:t> ও </a:t>
            </a:r>
            <a:r>
              <a:rPr lang="en-US" sz="2000" dirty="0" err="1"/>
              <a:t>ডিম</a:t>
            </a:r>
            <a:r>
              <a:rPr lang="en-US" sz="2000" dirty="0"/>
              <a:t> </a:t>
            </a:r>
            <a:r>
              <a:rPr lang="en-US" sz="2000" dirty="0" err="1"/>
              <a:t>বিক্রির</a:t>
            </a:r>
            <a:r>
              <a:rPr lang="en-US" sz="2000" dirty="0"/>
              <a:t> </a:t>
            </a:r>
            <a:r>
              <a:rPr lang="en-US" sz="2000" dirty="0" err="1"/>
              <a:t>হিসাব</a:t>
            </a:r>
            <a:r>
              <a:rPr lang="en-US" sz="2000" dirty="0"/>
              <a:t> </a:t>
            </a:r>
            <a:r>
              <a:rPr lang="en-US" sz="2000" dirty="0" err="1"/>
              <a:t>রাখা</a:t>
            </a:r>
            <a:endParaRPr lang="en-US" sz="2000" dirty="0"/>
          </a:p>
          <a:p>
            <a:pPr marL="342900" indent="-342900">
              <a:buFont typeface="Wingdings" panose="05000000000000000000" pitchFamily="2" charset="2"/>
              <a:buChar char="q"/>
            </a:pPr>
            <a:r>
              <a:rPr lang="en-US" sz="2000" dirty="0" err="1"/>
              <a:t>মাঝে</a:t>
            </a:r>
            <a:r>
              <a:rPr lang="en-US" sz="2000" dirty="0"/>
              <a:t> </a:t>
            </a:r>
            <a:r>
              <a:rPr lang="en-US" sz="2000" dirty="0" err="1"/>
              <a:t>মাঝে</a:t>
            </a:r>
            <a:r>
              <a:rPr lang="en-US" sz="2000" dirty="0"/>
              <a:t> </a:t>
            </a:r>
            <a:r>
              <a:rPr lang="en-US" sz="2000" dirty="0" err="1"/>
              <a:t>মুরগির</a:t>
            </a:r>
            <a:r>
              <a:rPr lang="en-US" sz="2000" dirty="0"/>
              <a:t> </a:t>
            </a:r>
            <a:r>
              <a:rPr lang="en-US" sz="2000" dirty="0" err="1"/>
              <a:t>লিটার</a:t>
            </a:r>
            <a:r>
              <a:rPr lang="en-US" sz="2000" dirty="0"/>
              <a:t> </a:t>
            </a:r>
            <a:r>
              <a:rPr lang="en-US" sz="2000" dirty="0" err="1"/>
              <a:t>উলোট</a:t>
            </a:r>
            <a:r>
              <a:rPr lang="en-US" sz="2000" dirty="0"/>
              <a:t> </a:t>
            </a:r>
            <a:r>
              <a:rPr lang="en-US" sz="2000" dirty="0" err="1"/>
              <a:t>পালট</a:t>
            </a:r>
            <a:r>
              <a:rPr lang="en-US" sz="2000" dirty="0"/>
              <a:t> </a:t>
            </a:r>
            <a:r>
              <a:rPr lang="en-US" sz="2000" dirty="0" err="1"/>
              <a:t>করে</a:t>
            </a:r>
            <a:r>
              <a:rPr lang="en-US" sz="2000" dirty="0"/>
              <a:t> </a:t>
            </a:r>
            <a:r>
              <a:rPr lang="en-US" sz="2000" dirty="0" err="1"/>
              <a:t>দেয়া</a:t>
            </a:r>
            <a:endParaRPr lang="en-US" sz="2000" dirty="0"/>
          </a:p>
          <a:p>
            <a:pPr marL="342900" indent="-342900">
              <a:buFont typeface="Wingdings" panose="05000000000000000000" pitchFamily="2" charset="2"/>
              <a:buChar char="q"/>
            </a:pPr>
            <a:r>
              <a:rPr lang="en-US" sz="2000" dirty="0" err="1"/>
              <a:t>খাচায়</a:t>
            </a:r>
            <a:r>
              <a:rPr lang="en-US" sz="2000" dirty="0"/>
              <a:t> </a:t>
            </a:r>
            <a:r>
              <a:rPr lang="en-US" sz="2000" dirty="0" err="1"/>
              <a:t>পোল্ট্রি</a:t>
            </a:r>
            <a:r>
              <a:rPr lang="en-US" sz="2000" dirty="0"/>
              <a:t> </a:t>
            </a:r>
            <a:r>
              <a:rPr lang="en-US" sz="2000" dirty="0" err="1"/>
              <a:t>পালন</a:t>
            </a:r>
            <a:r>
              <a:rPr lang="en-US" sz="2000" dirty="0"/>
              <a:t> </a:t>
            </a:r>
            <a:r>
              <a:rPr lang="en-US" sz="2000" dirty="0" err="1"/>
              <a:t>করলে</a:t>
            </a:r>
            <a:r>
              <a:rPr lang="en-US" sz="2000" dirty="0"/>
              <a:t> </a:t>
            </a:r>
            <a:r>
              <a:rPr lang="en-US" sz="2000" dirty="0" err="1"/>
              <a:t>নিচ</a:t>
            </a:r>
            <a:r>
              <a:rPr lang="en-US" sz="2000" dirty="0"/>
              <a:t> </a:t>
            </a:r>
            <a:r>
              <a:rPr lang="en-US" sz="2000" dirty="0" err="1"/>
              <a:t>থেকে</a:t>
            </a:r>
            <a:r>
              <a:rPr lang="en-US" sz="2000" dirty="0"/>
              <a:t> </a:t>
            </a:r>
            <a:r>
              <a:rPr lang="en-US" sz="2000" dirty="0" err="1"/>
              <a:t>ময়লা</a:t>
            </a:r>
            <a:r>
              <a:rPr lang="en-US" sz="2000" dirty="0"/>
              <a:t> </a:t>
            </a:r>
            <a:r>
              <a:rPr lang="en-US" sz="2000" dirty="0" err="1"/>
              <a:t>অপসারণ</a:t>
            </a:r>
            <a:r>
              <a:rPr lang="en-US" sz="2000" dirty="0"/>
              <a:t> </a:t>
            </a:r>
            <a:r>
              <a:rPr lang="en-US" sz="2000" dirty="0" err="1"/>
              <a:t>করা</a:t>
            </a:r>
            <a:endParaRPr lang="en-US" sz="2000" dirty="0"/>
          </a:p>
          <a:p>
            <a:pPr marL="342900" indent="-342900">
              <a:buFont typeface="Wingdings" panose="05000000000000000000" pitchFamily="2" charset="2"/>
              <a:buChar char="q"/>
            </a:pPr>
            <a:r>
              <a:rPr lang="en-US" sz="2000" dirty="0" err="1"/>
              <a:t>ঠুকরাঠুকরির</a:t>
            </a:r>
            <a:r>
              <a:rPr lang="en-US" sz="2000" dirty="0"/>
              <a:t> </a:t>
            </a:r>
            <a:r>
              <a:rPr lang="en-US" sz="2000" dirty="0" err="1"/>
              <a:t>হাত</a:t>
            </a:r>
            <a:r>
              <a:rPr lang="en-US" sz="2000" dirty="0"/>
              <a:t> </a:t>
            </a:r>
            <a:r>
              <a:rPr lang="en-US" sz="2000" dirty="0" err="1"/>
              <a:t>থেকে</a:t>
            </a:r>
            <a:r>
              <a:rPr lang="en-US" sz="2000" dirty="0"/>
              <a:t> </a:t>
            </a:r>
            <a:r>
              <a:rPr lang="en-US" sz="2000" dirty="0" err="1"/>
              <a:t>বাচতে</a:t>
            </a:r>
            <a:r>
              <a:rPr lang="en-US" sz="2000" dirty="0"/>
              <a:t> </a:t>
            </a:r>
            <a:r>
              <a:rPr lang="en-US" sz="2000" dirty="0" err="1"/>
              <a:t>নিয়মিত</a:t>
            </a:r>
            <a:r>
              <a:rPr lang="en-US" sz="2000" dirty="0"/>
              <a:t> </a:t>
            </a:r>
            <a:r>
              <a:rPr lang="en-US" sz="2000" dirty="0" err="1"/>
              <a:t>মুরগীর</a:t>
            </a:r>
            <a:r>
              <a:rPr lang="en-US" sz="2000" dirty="0"/>
              <a:t> </a:t>
            </a:r>
            <a:r>
              <a:rPr lang="en-US" sz="2000" dirty="0" err="1"/>
              <a:t>ঠোট</a:t>
            </a:r>
            <a:r>
              <a:rPr lang="en-US" sz="2000" dirty="0"/>
              <a:t> </a:t>
            </a:r>
            <a:r>
              <a:rPr lang="en-US" sz="2000" dirty="0" err="1"/>
              <a:t>কাটা</a:t>
            </a:r>
            <a:r>
              <a:rPr lang="en-US" sz="2000" dirty="0"/>
              <a:t>  ও </a:t>
            </a:r>
            <a:r>
              <a:rPr lang="en-US" sz="2000" dirty="0" err="1"/>
              <a:t>পুরাতন</a:t>
            </a:r>
            <a:r>
              <a:rPr lang="en-US" sz="2000" dirty="0"/>
              <a:t> </a:t>
            </a:r>
            <a:r>
              <a:rPr lang="en-US" sz="2000" dirty="0" err="1"/>
              <a:t>মুরগী</a:t>
            </a:r>
            <a:r>
              <a:rPr lang="en-US" sz="2000" dirty="0"/>
              <a:t> </a:t>
            </a:r>
            <a:r>
              <a:rPr lang="en-US" sz="2000" dirty="0" err="1"/>
              <a:t>সরানো</a:t>
            </a:r>
            <a:endParaRPr lang="en-US" sz="2000" dirty="0"/>
          </a:p>
          <a:p>
            <a:pPr marL="342900" indent="-342900">
              <a:buFont typeface="Wingdings" panose="05000000000000000000" pitchFamily="2" charset="2"/>
              <a:buChar char="q"/>
            </a:pPr>
            <a:endParaRPr lang="en-US" sz="2000" dirty="0"/>
          </a:p>
          <a:p>
            <a:r>
              <a:rPr lang="en-US" sz="2000" dirty="0" err="1">
                <a:solidFill>
                  <a:schemeClr val="accent2"/>
                </a:solidFill>
              </a:rPr>
              <a:t>পোল্ট্রির</a:t>
            </a:r>
            <a:r>
              <a:rPr lang="en-US" sz="2000" dirty="0">
                <a:solidFill>
                  <a:schemeClr val="accent2"/>
                </a:solidFill>
              </a:rPr>
              <a:t> </a:t>
            </a:r>
            <a:r>
              <a:rPr lang="en-US" sz="2000" dirty="0" err="1">
                <a:solidFill>
                  <a:schemeClr val="accent2"/>
                </a:solidFill>
              </a:rPr>
              <a:t>খরচ</a:t>
            </a:r>
            <a:r>
              <a:rPr lang="en-US" sz="2000" dirty="0">
                <a:solidFill>
                  <a:schemeClr val="accent2"/>
                </a:solidFill>
              </a:rPr>
              <a:t> </a:t>
            </a:r>
          </a:p>
          <a:p>
            <a:r>
              <a:rPr lang="en-US" sz="2000" dirty="0" err="1"/>
              <a:t>স্থায়ী</a:t>
            </a:r>
            <a:r>
              <a:rPr lang="en-US" sz="2000" dirty="0"/>
              <a:t> </a:t>
            </a:r>
            <a:r>
              <a:rPr lang="en-US" sz="2000" dirty="0" err="1"/>
              <a:t>খরচঃ</a:t>
            </a:r>
            <a:r>
              <a:rPr lang="en-US" sz="2000" dirty="0"/>
              <a:t> </a:t>
            </a:r>
            <a:r>
              <a:rPr lang="en-US" sz="2000" dirty="0" err="1"/>
              <a:t>ঘরবাড়ি</a:t>
            </a:r>
            <a:r>
              <a:rPr lang="en-US" sz="2000" dirty="0"/>
              <a:t> ও </a:t>
            </a:r>
            <a:r>
              <a:rPr lang="en-US" sz="2000" dirty="0" err="1"/>
              <a:t>সরঞ্জাম</a:t>
            </a:r>
            <a:r>
              <a:rPr lang="en-US" sz="2000" dirty="0"/>
              <a:t> </a:t>
            </a:r>
            <a:r>
              <a:rPr lang="en-US" sz="2000" dirty="0" err="1"/>
              <a:t>কেনাকাটা</a:t>
            </a:r>
            <a:endParaRPr lang="en-US" sz="2000" dirty="0"/>
          </a:p>
          <a:p>
            <a:r>
              <a:rPr lang="en-US" sz="2000" dirty="0" err="1"/>
              <a:t>আবর্তক</a:t>
            </a:r>
            <a:r>
              <a:rPr lang="en-US" sz="2000" dirty="0"/>
              <a:t> / </a:t>
            </a:r>
            <a:r>
              <a:rPr lang="en-US" sz="2000" dirty="0" err="1"/>
              <a:t>চলতি</a:t>
            </a:r>
            <a:r>
              <a:rPr lang="en-US" sz="2000" dirty="0"/>
              <a:t> </a:t>
            </a:r>
            <a:r>
              <a:rPr lang="en-US" sz="2000" dirty="0" err="1"/>
              <a:t>খরচঃ</a:t>
            </a:r>
            <a:r>
              <a:rPr lang="en-US" sz="2000" dirty="0"/>
              <a:t> </a:t>
            </a:r>
            <a:r>
              <a:rPr lang="en-US" sz="2000" dirty="0" err="1"/>
              <a:t>খাবার</a:t>
            </a:r>
            <a:r>
              <a:rPr lang="en-US" sz="2000" dirty="0"/>
              <a:t> ও </a:t>
            </a:r>
            <a:r>
              <a:rPr lang="en-US" sz="2000" dirty="0" err="1"/>
              <a:t>ব্যাবস্থাপনায়</a:t>
            </a:r>
            <a:r>
              <a:rPr lang="en-US" sz="2000" dirty="0"/>
              <a:t> </a:t>
            </a:r>
            <a:r>
              <a:rPr lang="en-US" sz="2000" dirty="0" err="1"/>
              <a:t>ব্যয়</a:t>
            </a:r>
            <a:endParaRPr lang="en-US" sz="2000" dirty="0"/>
          </a:p>
          <a:p>
            <a:endParaRPr lang="en-US" sz="2000" dirty="0">
              <a:solidFill>
                <a:schemeClr val="accent2"/>
              </a:solidFill>
            </a:endParaRPr>
          </a:p>
          <a:p>
            <a:pPr marL="342900" indent="-342900">
              <a:buFont typeface="Wingdings" panose="05000000000000000000" pitchFamily="2" charset="2"/>
              <a:buChar char="q"/>
            </a:pPr>
            <a:endParaRPr lang="en-US" sz="2000" dirty="0"/>
          </a:p>
          <a:p>
            <a:endParaRPr lang="bn-IN" sz="2000" dirty="0">
              <a:solidFill>
                <a:schemeClr val="accent2"/>
              </a:solidFill>
            </a:endParaRPr>
          </a:p>
        </p:txBody>
      </p:sp>
    </p:spTree>
    <p:extLst>
      <p:ext uri="{BB962C8B-B14F-4D97-AF65-F5344CB8AC3E}">
        <p14:creationId xmlns:p14="http://schemas.microsoft.com/office/powerpoint/2010/main" val="11205441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পোল্ট্রি</a:t>
            </a:r>
            <a:r>
              <a:rPr lang="en-US" sz="4400" dirty="0"/>
              <a:t> </a:t>
            </a:r>
            <a:r>
              <a:rPr lang="en-US" sz="4400" dirty="0" err="1"/>
              <a:t>খামারের</a:t>
            </a:r>
            <a:r>
              <a:rPr lang="en-US" sz="4400" dirty="0"/>
              <a:t> </a:t>
            </a:r>
            <a:r>
              <a:rPr lang="en-US" sz="4400" dirty="0" err="1"/>
              <a:t>পরিকল্পনা</a:t>
            </a:r>
            <a:endParaRPr lang="en-US" dirty="0"/>
          </a:p>
        </p:txBody>
      </p:sp>
      <p:graphicFrame>
        <p:nvGraphicFramePr>
          <p:cNvPr id="4" name="Diagram 3">
            <a:extLst>
              <a:ext uri="{FF2B5EF4-FFF2-40B4-BE49-F238E27FC236}">
                <a16:creationId xmlns:a16="http://schemas.microsoft.com/office/drawing/2014/main" id="{676B293C-B827-5B16-7B91-061AE9C00506}"/>
              </a:ext>
            </a:extLst>
          </p:cNvPr>
          <p:cNvGraphicFramePr/>
          <p:nvPr>
            <p:extLst>
              <p:ext uri="{D42A27DB-BD31-4B8C-83A1-F6EECF244321}">
                <p14:modId xmlns:p14="http://schemas.microsoft.com/office/powerpoint/2010/main" val="3276787396"/>
              </p:ext>
            </p:extLst>
          </p:nvPr>
        </p:nvGraphicFramePr>
        <p:xfrm>
          <a:off x="273269" y="1975945"/>
          <a:ext cx="11666483" cy="42461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687814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লেয়ার</a:t>
            </a:r>
            <a:r>
              <a:rPr lang="en-US" sz="4400" dirty="0"/>
              <a:t> </a:t>
            </a:r>
            <a:r>
              <a:rPr lang="en-US" sz="4400" dirty="0" err="1"/>
              <a:t>খামারের</a:t>
            </a:r>
            <a:r>
              <a:rPr lang="en-US" sz="4400" dirty="0"/>
              <a:t> </a:t>
            </a:r>
            <a:r>
              <a:rPr lang="en-US" sz="4400" dirty="0" err="1"/>
              <a:t>পরিকল্পনা</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3847207"/>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3200" dirty="0" err="1"/>
              <a:t>উপযুক্ত</a:t>
            </a:r>
            <a:r>
              <a:rPr lang="en-US" sz="3200" dirty="0"/>
              <a:t> </a:t>
            </a:r>
            <a:r>
              <a:rPr lang="en-US" sz="3200" dirty="0" err="1"/>
              <a:t>স্থান</a:t>
            </a:r>
            <a:r>
              <a:rPr lang="en-US" sz="3200" dirty="0"/>
              <a:t> </a:t>
            </a:r>
            <a:r>
              <a:rPr lang="en-US" sz="3200" dirty="0" err="1"/>
              <a:t>নির্বাচন</a:t>
            </a:r>
            <a:endParaRPr lang="en-US" sz="3200" dirty="0"/>
          </a:p>
          <a:p>
            <a:pPr marL="457200" indent="-457200">
              <a:buFont typeface="Wingdings" panose="05000000000000000000" pitchFamily="2" charset="2"/>
              <a:buChar char="Ø"/>
            </a:pPr>
            <a:r>
              <a:rPr lang="en-US" sz="3200" dirty="0" err="1"/>
              <a:t>ঘর</a:t>
            </a:r>
            <a:r>
              <a:rPr lang="en-US" sz="3200" dirty="0"/>
              <a:t> </a:t>
            </a:r>
            <a:r>
              <a:rPr lang="en-US" sz="3200" dirty="0" err="1"/>
              <a:t>তৈরী</a:t>
            </a:r>
            <a:endParaRPr lang="en-US" sz="3200" dirty="0"/>
          </a:p>
          <a:p>
            <a:pPr marL="457200" indent="-457200">
              <a:buFont typeface="Wingdings" panose="05000000000000000000" pitchFamily="2" charset="2"/>
              <a:buChar char="Ø"/>
            </a:pPr>
            <a:r>
              <a:rPr lang="en-US" sz="3200" dirty="0" err="1"/>
              <a:t>উন্নজাতের</a:t>
            </a:r>
            <a:r>
              <a:rPr lang="en-US" sz="3200" dirty="0"/>
              <a:t> </a:t>
            </a:r>
            <a:r>
              <a:rPr lang="en-US" sz="3200" dirty="0" err="1"/>
              <a:t>বাচ্চা</a:t>
            </a:r>
            <a:r>
              <a:rPr lang="en-US" sz="3200" dirty="0"/>
              <a:t> </a:t>
            </a:r>
            <a:r>
              <a:rPr lang="en-US" sz="3200" dirty="0" err="1"/>
              <a:t>প্রাপ্তি</a:t>
            </a:r>
            <a:endParaRPr lang="en-US" sz="3200" dirty="0"/>
          </a:p>
          <a:p>
            <a:pPr marL="457200" indent="-457200">
              <a:buFont typeface="Wingdings" panose="05000000000000000000" pitchFamily="2" charset="2"/>
              <a:buChar char="Ø"/>
            </a:pPr>
            <a:r>
              <a:rPr lang="en-US" sz="3200" dirty="0" err="1"/>
              <a:t>খাদ্য</a:t>
            </a:r>
            <a:r>
              <a:rPr lang="en-US" sz="3200" dirty="0"/>
              <a:t> ও </a:t>
            </a:r>
            <a:r>
              <a:rPr lang="en-US" sz="3200" dirty="0" err="1"/>
              <a:t>পানি</a:t>
            </a:r>
            <a:r>
              <a:rPr lang="en-US" sz="3200" dirty="0"/>
              <a:t> </a:t>
            </a:r>
            <a:r>
              <a:rPr lang="en-US" sz="3200" dirty="0" err="1"/>
              <a:t>ব্যাবস্থাপনা</a:t>
            </a:r>
            <a:endParaRPr lang="en-US" sz="3200" dirty="0"/>
          </a:p>
          <a:p>
            <a:pPr marL="457200" indent="-457200">
              <a:buFont typeface="Wingdings" panose="05000000000000000000" pitchFamily="2" charset="2"/>
              <a:buChar char="Ø"/>
            </a:pPr>
            <a:r>
              <a:rPr lang="en-US" sz="3200" dirty="0" err="1"/>
              <a:t>তাপ</a:t>
            </a:r>
            <a:r>
              <a:rPr lang="en-US" sz="3200" dirty="0"/>
              <a:t> ও </a:t>
            </a:r>
            <a:r>
              <a:rPr lang="en-US" sz="3200" dirty="0" err="1"/>
              <a:t>আলো</a:t>
            </a:r>
            <a:r>
              <a:rPr lang="en-US" sz="3200" dirty="0"/>
              <a:t> </a:t>
            </a:r>
            <a:r>
              <a:rPr lang="en-US" sz="3200" dirty="0" err="1"/>
              <a:t>ব্যাবস্থা</a:t>
            </a:r>
            <a:endParaRPr lang="en-US" sz="3200" dirty="0"/>
          </a:p>
          <a:p>
            <a:pPr marL="457200" indent="-457200">
              <a:buFont typeface="Wingdings" panose="05000000000000000000" pitchFamily="2" charset="2"/>
              <a:buChar char="Ø"/>
            </a:pPr>
            <a:r>
              <a:rPr lang="en-US" sz="3200" dirty="0" err="1"/>
              <a:t>জৈব</a:t>
            </a:r>
            <a:r>
              <a:rPr lang="en-US" sz="3200" dirty="0"/>
              <a:t> </a:t>
            </a:r>
            <a:r>
              <a:rPr lang="en-US" sz="3200" dirty="0" err="1"/>
              <a:t>নিরাপত্তা</a:t>
            </a:r>
            <a:r>
              <a:rPr lang="en-US" sz="3200" dirty="0"/>
              <a:t> ও </a:t>
            </a:r>
            <a:r>
              <a:rPr lang="en-US" sz="3200" dirty="0" err="1"/>
              <a:t>রোগ</a:t>
            </a:r>
            <a:r>
              <a:rPr lang="en-US" sz="3200" dirty="0"/>
              <a:t> </a:t>
            </a:r>
            <a:r>
              <a:rPr lang="en-US" sz="3200" dirty="0" err="1"/>
              <a:t>প্রতিরোধ</a:t>
            </a:r>
            <a:r>
              <a:rPr lang="en-US" sz="3200" dirty="0"/>
              <a:t> </a:t>
            </a:r>
            <a:r>
              <a:rPr lang="en-US" sz="3200" dirty="0" err="1"/>
              <a:t>ব্যাবস্থা</a:t>
            </a:r>
            <a:endParaRPr lang="en-US" sz="3200" dirty="0"/>
          </a:p>
          <a:p>
            <a:pPr marL="457200" indent="-457200">
              <a:buFont typeface="Wingdings" panose="05000000000000000000" pitchFamily="2" charset="2"/>
              <a:buChar char="Ø"/>
            </a:pPr>
            <a:r>
              <a:rPr lang="en-US" sz="3200" dirty="0" err="1"/>
              <a:t>ডিম</a:t>
            </a:r>
            <a:r>
              <a:rPr lang="en-US" sz="3200" dirty="0"/>
              <a:t> </a:t>
            </a:r>
            <a:r>
              <a:rPr lang="en-US" sz="3200" dirty="0" err="1"/>
              <a:t>পাড়ার</a:t>
            </a:r>
            <a:r>
              <a:rPr lang="en-US" sz="3200" dirty="0"/>
              <a:t> </a:t>
            </a:r>
            <a:r>
              <a:rPr lang="en-US" sz="3200" dirty="0" err="1"/>
              <a:t>বাক্স</a:t>
            </a:r>
            <a:r>
              <a:rPr lang="en-US" sz="3200" dirty="0"/>
              <a:t> ও </a:t>
            </a:r>
            <a:r>
              <a:rPr lang="en-US" sz="3200" dirty="0" err="1"/>
              <a:t>সংগ্রহ</a:t>
            </a:r>
            <a:endParaRPr lang="bn-IN" sz="3200" dirty="0"/>
          </a:p>
        </p:txBody>
      </p:sp>
      <p:pic>
        <p:nvPicPr>
          <p:cNvPr id="2050" name="Picture 2" descr="Poultry farming - Wikipedia">
            <a:extLst>
              <a:ext uri="{FF2B5EF4-FFF2-40B4-BE49-F238E27FC236}">
                <a16:creationId xmlns:a16="http://schemas.microsoft.com/office/drawing/2014/main" id="{074FA643-80B3-2767-93B2-B9E2A28DEC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3413" y="1889254"/>
            <a:ext cx="3318588" cy="4983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147893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ব্রয়লার</a:t>
            </a:r>
            <a:r>
              <a:rPr lang="en-US" sz="4400" dirty="0"/>
              <a:t> </a:t>
            </a:r>
            <a:r>
              <a:rPr lang="en-US" sz="4400" dirty="0" err="1"/>
              <a:t>খামারের</a:t>
            </a:r>
            <a:r>
              <a:rPr lang="en-US" sz="4400" dirty="0"/>
              <a:t> </a:t>
            </a:r>
            <a:r>
              <a:rPr lang="en-US" sz="4400" dirty="0" err="1"/>
              <a:t>পরিকল্পনা</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4339650"/>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3200" dirty="0" err="1"/>
              <a:t>উপযুক্ত</a:t>
            </a:r>
            <a:r>
              <a:rPr lang="en-US" sz="3200" dirty="0"/>
              <a:t> </a:t>
            </a:r>
            <a:r>
              <a:rPr lang="en-US" sz="3200" dirty="0" err="1"/>
              <a:t>স্থান</a:t>
            </a:r>
            <a:r>
              <a:rPr lang="en-US" sz="3200" dirty="0"/>
              <a:t> </a:t>
            </a:r>
            <a:r>
              <a:rPr lang="en-US" sz="3200" dirty="0" err="1"/>
              <a:t>নির্বাচন</a:t>
            </a:r>
            <a:endParaRPr lang="en-US" sz="3200" dirty="0"/>
          </a:p>
          <a:p>
            <a:pPr marL="457200" indent="-457200">
              <a:buFont typeface="Wingdings" panose="05000000000000000000" pitchFamily="2" charset="2"/>
              <a:buChar char="Ø"/>
            </a:pPr>
            <a:r>
              <a:rPr lang="en-US" sz="3200" dirty="0" err="1"/>
              <a:t>ঘর</a:t>
            </a:r>
            <a:r>
              <a:rPr lang="en-US" sz="3200" dirty="0"/>
              <a:t> </a:t>
            </a:r>
            <a:r>
              <a:rPr lang="en-US" sz="3200" dirty="0" err="1"/>
              <a:t>তৈরী</a:t>
            </a:r>
            <a:endParaRPr lang="en-US" sz="3200" dirty="0"/>
          </a:p>
          <a:p>
            <a:pPr marL="457200" indent="-457200">
              <a:buFont typeface="Wingdings" panose="05000000000000000000" pitchFamily="2" charset="2"/>
              <a:buChar char="Ø"/>
            </a:pPr>
            <a:r>
              <a:rPr lang="en-US" sz="3200" dirty="0" err="1"/>
              <a:t>ব্রুডার</a:t>
            </a:r>
            <a:r>
              <a:rPr lang="en-US" sz="3200" dirty="0"/>
              <a:t> </a:t>
            </a:r>
            <a:r>
              <a:rPr lang="en-US" sz="3200" dirty="0" err="1"/>
              <a:t>হাউজ</a:t>
            </a:r>
            <a:r>
              <a:rPr lang="en-US" sz="3200" dirty="0"/>
              <a:t> </a:t>
            </a:r>
            <a:r>
              <a:rPr lang="en-US" sz="3200" dirty="0" err="1"/>
              <a:t>তৈরী</a:t>
            </a:r>
            <a:endParaRPr lang="en-US" sz="3200" dirty="0"/>
          </a:p>
          <a:p>
            <a:pPr marL="457200" indent="-457200">
              <a:buFont typeface="Wingdings" panose="05000000000000000000" pitchFamily="2" charset="2"/>
              <a:buChar char="Ø"/>
            </a:pPr>
            <a:r>
              <a:rPr lang="en-US" sz="3200" dirty="0" err="1"/>
              <a:t>লিটার</a:t>
            </a:r>
            <a:r>
              <a:rPr lang="en-US" sz="3200" dirty="0"/>
              <a:t> </a:t>
            </a:r>
            <a:r>
              <a:rPr lang="en-US" sz="3200" dirty="0" err="1"/>
              <a:t>ব্যাবস্থাপনা</a:t>
            </a:r>
            <a:endParaRPr lang="en-US" sz="3200" dirty="0"/>
          </a:p>
          <a:p>
            <a:pPr marL="457200" indent="-457200">
              <a:buFont typeface="Wingdings" panose="05000000000000000000" pitchFamily="2" charset="2"/>
              <a:buChar char="Ø"/>
            </a:pPr>
            <a:r>
              <a:rPr lang="en-US" sz="3200" dirty="0" err="1"/>
              <a:t>বাচ্চা</a:t>
            </a:r>
            <a:r>
              <a:rPr lang="en-US" sz="3200" dirty="0"/>
              <a:t> </a:t>
            </a:r>
            <a:r>
              <a:rPr lang="en-US" sz="3200" dirty="0" err="1"/>
              <a:t>ব্যাবস্থাপনা</a:t>
            </a:r>
            <a:endParaRPr lang="en-US" sz="3200" dirty="0"/>
          </a:p>
          <a:p>
            <a:pPr marL="457200" indent="-457200">
              <a:buFont typeface="Wingdings" panose="05000000000000000000" pitchFamily="2" charset="2"/>
              <a:buChar char="Ø"/>
            </a:pPr>
            <a:r>
              <a:rPr lang="en-US" sz="3200" dirty="0" err="1"/>
              <a:t>তাপমাত্রা</a:t>
            </a:r>
            <a:r>
              <a:rPr lang="en-US" sz="3200" dirty="0"/>
              <a:t> </a:t>
            </a:r>
            <a:r>
              <a:rPr lang="en-US" sz="3200" dirty="0" err="1"/>
              <a:t>নিয়ন্ত্রন</a:t>
            </a:r>
            <a:endParaRPr lang="en-US" sz="3200" dirty="0"/>
          </a:p>
          <a:p>
            <a:pPr marL="457200" indent="-457200">
              <a:buFont typeface="Wingdings" panose="05000000000000000000" pitchFamily="2" charset="2"/>
              <a:buChar char="Ø"/>
            </a:pPr>
            <a:r>
              <a:rPr lang="en-US" sz="3200" dirty="0" err="1"/>
              <a:t>বাচ্চার</a:t>
            </a:r>
            <a:r>
              <a:rPr lang="en-US" sz="3200" dirty="0"/>
              <a:t> </a:t>
            </a:r>
            <a:r>
              <a:rPr lang="en-US" sz="3200" dirty="0" err="1"/>
              <a:t>খাদ্য</a:t>
            </a:r>
            <a:r>
              <a:rPr lang="en-US" sz="3200" dirty="0"/>
              <a:t> ও </a:t>
            </a:r>
            <a:r>
              <a:rPr lang="en-US" sz="3200" dirty="0" err="1"/>
              <a:t>বাড়ন্ত</a:t>
            </a:r>
            <a:r>
              <a:rPr lang="en-US" sz="3200" dirty="0"/>
              <a:t> </a:t>
            </a:r>
            <a:r>
              <a:rPr lang="en-US" sz="3200" dirty="0" err="1"/>
              <a:t>ব্রয়লারের</a:t>
            </a:r>
            <a:r>
              <a:rPr lang="en-US" sz="3200" dirty="0"/>
              <a:t> </a:t>
            </a:r>
            <a:r>
              <a:rPr lang="en-US" sz="3200" dirty="0" err="1"/>
              <a:t>খাদ্য</a:t>
            </a:r>
            <a:endParaRPr lang="en-US" sz="3200" dirty="0"/>
          </a:p>
          <a:p>
            <a:pPr marL="457200" indent="-457200">
              <a:buFont typeface="Wingdings" panose="05000000000000000000" pitchFamily="2" charset="2"/>
              <a:buChar char="Ø"/>
            </a:pPr>
            <a:r>
              <a:rPr lang="en-US" sz="3200" dirty="0" err="1"/>
              <a:t>জৈব</a:t>
            </a:r>
            <a:r>
              <a:rPr lang="en-US" sz="3200" dirty="0"/>
              <a:t> </a:t>
            </a:r>
            <a:r>
              <a:rPr lang="en-US" sz="3200" dirty="0" err="1"/>
              <a:t>নিরাপত্তা</a:t>
            </a:r>
            <a:r>
              <a:rPr lang="en-US" sz="3200" dirty="0"/>
              <a:t> ও </a:t>
            </a:r>
            <a:r>
              <a:rPr lang="en-US" sz="3200" dirty="0" err="1"/>
              <a:t>টিকা</a:t>
            </a:r>
            <a:r>
              <a:rPr lang="en-US" sz="3200" dirty="0"/>
              <a:t> </a:t>
            </a:r>
            <a:r>
              <a:rPr lang="en-US" sz="3200" dirty="0" err="1"/>
              <a:t>দান</a:t>
            </a:r>
            <a:endParaRPr lang="en-US" sz="3200" dirty="0"/>
          </a:p>
        </p:txBody>
      </p:sp>
      <p:pic>
        <p:nvPicPr>
          <p:cNvPr id="3074" name="Picture 2" descr="China Poultry Farm Design Pan Feed System For Broiler And Laying Hens  Manufacturers and Suppliers - Factory Wholesale - Goldenest Machinery">
            <a:extLst>
              <a:ext uri="{FF2B5EF4-FFF2-40B4-BE49-F238E27FC236}">
                <a16:creationId xmlns:a16="http://schemas.microsoft.com/office/drawing/2014/main" id="{87647380-653F-911E-7257-E67DBCC9BC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0002" y="1826002"/>
            <a:ext cx="5031998" cy="5031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207766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খাদ্য</a:t>
            </a:r>
            <a:r>
              <a:rPr lang="en-US" sz="4400" dirty="0"/>
              <a:t> </a:t>
            </a:r>
            <a:r>
              <a:rPr lang="en-US" sz="4400" dirty="0" err="1"/>
              <a:t>ব্যাবস্থাপনা</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2094577"/>
            <a:ext cx="11500606" cy="1877437"/>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3200" dirty="0" err="1"/>
              <a:t>দেহের</a:t>
            </a:r>
            <a:r>
              <a:rPr lang="en-US" sz="3200" dirty="0"/>
              <a:t> </a:t>
            </a:r>
            <a:r>
              <a:rPr lang="en-US" sz="3200" dirty="0" err="1"/>
              <a:t>বৃদ্ধি</a:t>
            </a:r>
            <a:r>
              <a:rPr lang="en-US" sz="3200" dirty="0"/>
              <a:t>, </a:t>
            </a:r>
            <a:r>
              <a:rPr lang="en-US" sz="3200" dirty="0" err="1"/>
              <a:t>ভরণপোষণ</a:t>
            </a:r>
            <a:r>
              <a:rPr lang="en-US" sz="3200" dirty="0"/>
              <a:t> ও </a:t>
            </a:r>
            <a:r>
              <a:rPr lang="en-US" sz="3200" dirty="0" err="1"/>
              <a:t>উৎপাদনের</a:t>
            </a:r>
            <a:r>
              <a:rPr lang="en-US" sz="3200" dirty="0"/>
              <a:t> </a:t>
            </a:r>
            <a:r>
              <a:rPr lang="en-US" sz="3200" dirty="0" err="1"/>
              <a:t>জন্য</a:t>
            </a:r>
            <a:r>
              <a:rPr lang="en-US" sz="3200" dirty="0"/>
              <a:t> </a:t>
            </a:r>
            <a:r>
              <a:rPr lang="en-US" sz="3200" dirty="0" err="1"/>
              <a:t>খাদ্য</a:t>
            </a:r>
            <a:r>
              <a:rPr lang="en-US" sz="3200" dirty="0"/>
              <a:t> </a:t>
            </a:r>
            <a:r>
              <a:rPr lang="en-US" sz="3200" dirty="0" err="1"/>
              <a:t>গ্রহণ</a:t>
            </a:r>
            <a:r>
              <a:rPr lang="en-US" sz="3200" dirty="0"/>
              <a:t> </a:t>
            </a:r>
            <a:r>
              <a:rPr lang="en-US" sz="3200" dirty="0" err="1"/>
              <a:t>করা</a:t>
            </a:r>
            <a:r>
              <a:rPr lang="en-US" sz="3200" dirty="0"/>
              <a:t> </a:t>
            </a:r>
            <a:r>
              <a:rPr lang="en-US" sz="3200" dirty="0" err="1"/>
              <a:t>আবশ্যক</a:t>
            </a:r>
            <a:r>
              <a:rPr lang="en-US" sz="3200" dirty="0"/>
              <a:t> । </a:t>
            </a:r>
            <a:r>
              <a:rPr lang="en-US" sz="3200" dirty="0" err="1"/>
              <a:t>মুরগীর</a:t>
            </a:r>
            <a:r>
              <a:rPr lang="en-US" sz="3200" dirty="0"/>
              <a:t> </a:t>
            </a:r>
            <a:r>
              <a:rPr lang="en-US" sz="3200" dirty="0" err="1"/>
              <a:t>খামার</a:t>
            </a:r>
            <a:r>
              <a:rPr lang="en-US" sz="3200" dirty="0"/>
              <a:t> </a:t>
            </a:r>
            <a:r>
              <a:rPr lang="en-US" sz="3200" dirty="0" err="1"/>
              <a:t>পরিচালনায়</a:t>
            </a:r>
            <a:r>
              <a:rPr lang="en-US" sz="3200" dirty="0"/>
              <a:t> </a:t>
            </a:r>
            <a:r>
              <a:rPr lang="en-US" sz="3200" dirty="0" err="1"/>
              <a:t>যে</a:t>
            </a:r>
            <a:r>
              <a:rPr lang="en-US" sz="3200" dirty="0"/>
              <a:t> </a:t>
            </a:r>
            <a:r>
              <a:rPr lang="en-US" sz="3200" dirty="0" err="1"/>
              <a:t>খরচ</a:t>
            </a:r>
            <a:r>
              <a:rPr lang="en-US" sz="3200" dirty="0"/>
              <a:t> </a:t>
            </a:r>
            <a:r>
              <a:rPr lang="en-US" sz="3200" dirty="0" err="1"/>
              <a:t>হয়</a:t>
            </a:r>
            <a:r>
              <a:rPr lang="en-US" sz="3200" dirty="0"/>
              <a:t> </a:t>
            </a:r>
            <a:r>
              <a:rPr lang="en-US" sz="3200" dirty="0" err="1"/>
              <a:t>তার</a:t>
            </a:r>
            <a:r>
              <a:rPr lang="en-US" sz="3200" dirty="0"/>
              <a:t> ৭০ </a:t>
            </a:r>
            <a:r>
              <a:rPr lang="en-US" sz="3200" dirty="0" err="1"/>
              <a:t>ভাগই</a:t>
            </a:r>
            <a:r>
              <a:rPr lang="en-US" sz="3200" dirty="0"/>
              <a:t> </a:t>
            </a:r>
            <a:r>
              <a:rPr lang="en-US" sz="3200" dirty="0" err="1"/>
              <a:t>খরচ</a:t>
            </a:r>
            <a:r>
              <a:rPr lang="en-US" sz="3200" dirty="0"/>
              <a:t> </a:t>
            </a:r>
            <a:r>
              <a:rPr lang="en-US" sz="3200" dirty="0" err="1"/>
              <a:t>হয়</a:t>
            </a:r>
            <a:r>
              <a:rPr lang="en-US" sz="3200" dirty="0"/>
              <a:t> </a:t>
            </a:r>
            <a:r>
              <a:rPr lang="en-US" sz="3200" dirty="0" err="1"/>
              <a:t>মুরগীর</a:t>
            </a:r>
            <a:r>
              <a:rPr lang="en-US" sz="3200" dirty="0"/>
              <a:t> </a:t>
            </a:r>
            <a:r>
              <a:rPr lang="en-US" sz="3200" dirty="0" err="1"/>
              <a:t>খাদ্য</a:t>
            </a:r>
            <a:r>
              <a:rPr lang="en-US" sz="3200" dirty="0"/>
              <a:t> </a:t>
            </a:r>
            <a:r>
              <a:rPr lang="en-US" sz="3200" dirty="0" err="1"/>
              <a:t>ক্রয়</a:t>
            </a:r>
            <a:r>
              <a:rPr lang="en-US" sz="3200" dirty="0"/>
              <a:t> </a:t>
            </a:r>
            <a:r>
              <a:rPr lang="en-US" sz="3200" dirty="0" err="1"/>
              <a:t>খাতে</a:t>
            </a:r>
            <a:r>
              <a:rPr lang="en-US" sz="3200" dirty="0"/>
              <a:t>।</a:t>
            </a:r>
          </a:p>
        </p:txBody>
      </p:sp>
      <p:pic>
        <p:nvPicPr>
          <p:cNvPr id="1026" name="Picture 2" descr="Chick Care on Day One | Freedom Ranger ...">
            <a:extLst>
              <a:ext uri="{FF2B5EF4-FFF2-40B4-BE49-F238E27FC236}">
                <a16:creationId xmlns:a16="http://schemas.microsoft.com/office/drawing/2014/main" id="{A9302A60-1EFB-86EB-24F8-680A004AB3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737" y="4451577"/>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ood Baby Chicks Can &amp; Cannot Eat ...">
            <a:extLst>
              <a:ext uri="{FF2B5EF4-FFF2-40B4-BE49-F238E27FC236}">
                <a16:creationId xmlns:a16="http://schemas.microsoft.com/office/drawing/2014/main" id="{A6E325B1-9B53-8072-FFB3-A4E17B368F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7591" y="4451577"/>
            <a:ext cx="3028950" cy="17430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trong chick start ...">
            <a:extLst>
              <a:ext uri="{FF2B5EF4-FFF2-40B4-BE49-F238E27FC236}">
                <a16:creationId xmlns:a16="http://schemas.microsoft.com/office/drawing/2014/main" id="{38F90B84-5566-44B1-887F-BC8EB7EE65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38639" y="4451577"/>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33097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খাদ্য</a:t>
            </a:r>
            <a:r>
              <a:rPr lang="en-US" sz="4400" dirty="0"/>
              <a:t> </a:t>
            </a:r>
            <a:r>
              <a:rPr lang="en-US" sz="4400" dirty="0" err="1"/>
              <a:t>উপাদান</a:t>
            </a:r>
            <a:r>
              <a:rPr lang="en-US" sz="4400" dirty="0"/>
              <a:t> </a:t>
            </a:r>
            <a:r>
              <a:rPr lang="en-US" sz="4400" dirty="0" err="1"/>
              <a:t>সমূহের</a:t>
            </a:r>
            <a:r>
              <a:rPr lang="en-US" sz="4400" dirty="0"/>
              <a:t> </a:t>
            </a:r>
            <a:r>
              <a:rPr lang="en-US" sz="4400" dirty="0" err="1"/>
              <a:t>উৎস</a:t>
            </a:r>
            <a:r>
              <a:rPr lang="en-US" sz="4400" dirty="0"/>
              <a:t> </a:t>
            </a:r>
            <a:endParaRPr lang="en-US" dirty="0"/>
          </a:p>
        </p:txBody>
      </p:sp>
      <p:sp>
        <p:nvSpPr>
          <p:cNvPr id="3" name="TextBox 2">
            <a:extLst>
              <a:ext uri="{FF2B5EF4-FFF2-40B4-BE49-F238E27FC236}">
                <a16:creationId xmlns:a16="http://schemas.microsoft.com/office/drawing/2014/main" id="{A8E7CC51-3BD9-43FA-A702-176CCA5F8195}"/>
              </a:ext>
            </a:extLst>
          </p:cNvPr>
          <p:cNvSpPr txBox="1"/>
          <p:nvPr/>
        </p:nvSpPr>
        <p:spPr>
          <a:xfrm>
            <a:off x="197408" y="1982610"/>
            <a:ext cx="11500606" cy="4801314"/>
          </a:xfrm>
          <a:prstGeom prst="rect">
            <a:avLst/>
          </a:prstGeom>
          <a:noFill/>
        </p:spPr>
        <p:txBody>
          <a:bodyPr wrap="square" rtlCol="0">
            <a:spAutoFit/>
          </a:bodyPr>
          <a:lstStyle/>
          <a:p>
            <a:r>
              <a:rPr lang="bn-IN" dirty="0">
                <a:solidFill>
                  <a:schemeClr val="accent2"/>
                </a:solidFill>
              </a:rPr>
              <a:t> </a:t>
            </a:r>
          </a:p>
          <a:p>
            <a:pPr marL="457200" indent="-457200">
              <a:buFont typeface="Wingdings" panose="05000000000000000000" pitchFamily="2" charset="2"/>
              <a:buChar char="Ø"/>
            </a:pPr>
            <a:r>
              <a:rPr lang="en-US" dirty="0" err="1">
                <a:solidFill>
                  <a:srgbClr val="FFFF00"/>
                </a:solidFill>
              </a:rPr>
              <a:t>শর্করাঃ</a:t>
            </a:r>
            <a:r>
              <a:rPr lang="en-US" dirty="0"/>
              <a:t> </a:t>
            </a:r>
            <a:r>
              <a:rPr lang="en-US" dirty="0" err="1"/>
              <a:t>দেহের</a:t>
            </a:r>
            <a:r>
              <a:rPr lang="en-US" dirty="0"/>
              <a:t> </a:t>
            </a:r>
            <a:r>
              <a:rPr lang="en-US" dirty="0" err="1"/>
              <a:t>তাপ</a:t>
            </a:r>
            <a:r>
              <a:rPr lang="en-US" dirty="0"/>
              <a:t> ও </a:t>
            </a:r>
            <a:r>
              <a:rPr lang="en-US" dirty="0" err="1"/>
              <a:t>শক্তি</a:t>
            </a:r>
            <a:r>
              <a:rPr lang="en-US" dirty="0"/>
              <a:t> </a:t>
            </a:r>
            <a:r>
              <a:rPr lang="en-US" dirty="0" err="1"/>
              <a:t>উৎপাদন</a:t>
            </a:r>
            <a:r>
              <a:rPr lang="en-US" dirty="0"/>
              <a:t> </a:t>
            </a:r>
            <a:r>
              <a:rPr lang="en-US" dirty="0" err="1"/>
              <a:t>করে</a:t>
            </a:r>
            <a:r>
              <a:rPr lang="en-US" dirty="0"/>
              <a:t>।</a:t>
            </a:r>
          </a:p>
          <a:p>
            <a:pPr marL="914400" lvl="1" indent="-457200">
              <a:buFont typeface="Wingdings" panose="05000000000000000000" pitchFamily="2" charset="2"/>
              <a:buChar char="Ø"/>
            </a:pPr>
            <a:r>
              <a:rPr lang="en-US" dirty="0" err="1"/>
              <a:t>উৎসঃ</a:t>
            </a:r>
            <a:r>
              <a:rPr lang="en-US" dirty="0"/>
              <a:t> </a:t>
            </a:r>
            <a:r>
              <a:rPr lang="en-US" dirty="0" err="1"/>
              <a:t>গম</a:t>
            </a:r>
            <a:r>
              <a:rPr lang="en-US" dirty="0"/>
              <a:t>, </a:t>
            </a:r>
            <a:r>
              <a:rPr lang="en-US" dirty="0" err="1"/>
              <a:t>ভুট্টা</a:t>
            </a:r>
            <a:r>
              <a:rPr lang="en-US" dirty="0"/>
              <a:t>, </a:t>
            </a:r>
            <a:r>
              <a:rPr lang="en-US" dirty="0" err="1"/>
              <a:t>ভূষি</a:t>
            </a:r>
            <a:r>
              <a:rPr lang="en-US" dirty="0"/>
              <a:t>, </a:t>
            </a:r>
            <a:r>
              <a:rPr lang="en-US" dirty="0" err="1"/>
              <a:t>চাল</a:t>
            </a:r>
            <a:r>
              <a:rPr lang="en-US" dirty="0"/>
              <a:t>, </a:t>
            </a:r>
            <a:r>
              <a:rPr lang="en-US" dirty="0" err="1"/>
              <a:t>চালের</a:t>
            </a:r>
            <a:r>
              <a:rPr lang="en-US" dirty="0"/>
              <a:t> </a:t>
            </a:r>
            <a:r>
              <a:rPr lang="en-US" dirty="0" err="1"/>
              <a:t>কূড়া</a:t>
            </a:r>
            <a:r>
              <a:rPr lang="en-US" dirty="0"/>
              <a:t>, </a:t>
            </a:r>
            <a:r>
              <a:rPr lang="en-US" dirty="0" err="1"/>
              <a:t>ধান</a:t>
            </a:r>
            <a:r>
              <a:rPr lang="en-US" dirty="0"/>
              <a:t> </a:t>
            </a:r>
            <a:r>
              <a:rPr lang="en-US" dirty="0" err="1"/>
              <a:t>ইত্যাদি</a:t>
            </a:r>
            <a:endParaRPr lang="en-US" dirty="0"/>
          </a:p>
          <a:p>
            <a:pPr lvl="1"/>
            <a:endParaRPr lang="en-US" dirty="0"/>
          </a:p>
          <a:p>
            <a:pPr marL="457200" indent="-457200">
              <a:buFont typeface="Wingdings" panose="05000000000000000000" pitchFamily="2" charset="2"/>
              <a:buChar char="Ø"/>
            </a:pPr>
            <a:r>
              <a:rPr lang="en-US" dirty="0" err="1">
                <a:solidFill>
                  <a:srgbClr val="FFFF00"/>
                </a:solidFill>
              </a:rPr>
              <a:t>আমিষঃ</a:t>
            </a:r>
            <a:r>
              <a:rPr lang="en-US" dirty="0">
                <a:solidFill>
                  <a:srgbClr val="FFFF00"/>
                </a:solidFill>
              </a:rPr>
              <a:t> </a:t>
            </a:r>
            <a:r>
              <a:rPr lang="en-US" dirty="0" err="1"/>
              <a:t>দেহের</a:t>
            </a:r>
            <a:r>
              <a:rPr lang="en-US" dirty="0"/>
              <a:t> </a:t>
            </a:r>
            <a:r>
              <a:rPr lang="en-US" dirty="0" err="1"/>
              <a:t>ক্ষয়পূরণ</a:t>
            </a:r>
            <a:r>
              <a:rPr lang="en-US" dirty="0"/>
              <a:t> ও </a:t>
            </a:r>
            <a:r>
              <a:rPr lang="en-US" dirty="0" err="1"/>
              <a:t>বৃদ্ধিসাধন</a:t>
            </a:r>
            <a:r>
              <a:rPr lang="en-US" dirty="0"/>
              <a:t> </a:t>
            </a:r>
            <a:r>
              <a:rPr lang="en-US" dirty="0" err="1"/>
              <a:t>করে</a:t>
            </a:r>
            <a:r>
              <a:rPr lang="en-US" dirty="0"/>
              <a:t>।</a:t>
            </a:r>
          </a:p>
          <a:p>
            <a:pPr marL="914400" lvl="1" indent="-457200">
              <a:buFont typeface="Wingdings" panose="05000000000000000000" pitchFamily="2" charset="2"/>
              <a:buChar char="Ø"/>
            </a:pPr>
            <a:r>
              <a:rPr lang="en-US" dirty="0" err="1"/>
              <a:t>উৎসঃ</a:t>
            </a:r>
            <a:r>
              <a:rPr lang="en-US" dirty="0"/>
              <a:t> </a:t>
            </a:r>
            <a:r>
              <a:rPr lang="en-US" dirty="0" err="1"/>
              <a:t>ডাল</a:t>
            </a:r>
            <a:r>
              <a:rPr lang="en-US" dirty="0"/>
              <a:t>, </a:t>
            </a:r>
            <a:r>
              <a:rPr lang="en-US" dirty="0" err="1"/>
              <a:t>শুটকী</a:t>
            </a:r>
            <a:r>
              <a:rPr lang="en-US" dirty="0"/>
              <a:t> </a:t>
            </a:r>
            <a:r>
              <a:rPr lang="en-US" dirty="0" err="1"/>
              <a:t>মাছের</a:t>
            </a:r>
            <a:r>
              <a:rPr lang="en-US" dirty="0"/>
              <a:t> </a:t>
            </a:r>
            <a:r>
              <a:rPr lang="en-US" dirty="0" err="1"/>
              <a:t>গুড়া</a:t>
            </a:r>
            <a:r>
              <a:rPr lang="en-US" dirty="0"/>
              <a:t>, </a:t>
            </a:r>
            <a:r>
              <a:rPr lang="en-US" dirty="0" err="1"/>
              <a:t>রক্তের</a:t>
            </a:r>
            <a:r>
              <a:rPr lang="en-US" dirty="0"/>
              <a:t> </a:t>
            </a:r>
            <a:r>
              <a:rPr lang="en-US" dirty="0" err="1"/>
              <a:t>গুড়া</a:t>
            </a:r>
            <a:r>
              <a:rPr lang="en-US" dirty="0"/>
              <a:t> (</a:t>
            </a:r>
            <a:r>
              <a:rPr lang="en-US" dirty="0" err="1"/>
              <a:t>ব্লাডমিল</a:t>
            </a:r>
            <a:r>
              <a:rPr lang="en-US" dirty="0"/>
              <a:t>), </a:t>
            </a:r>
            <a:r>
              <a:rPr lang="en-US" dirty="0" err="1"/>
              <a:t>নাড়িভূড়ি</a:t>
            </a:r>
            <a:r>
              <a:rPr lang="en-US" dirty="0"/>
              <a:t> </a:t>
            </a:r>
            <a:r>
              <a:rPr lang="en-US" dirty="0" err="1"/>
              <a:t>প্রভৃতি</a:t>
            </a:r>
            <a:endParaRPr lang="en-US" dirty="0"/>
          </a:p>
          <a:p>
            <a:pPr lvl="1"/>
            <a:r>
              <a:rPr lang="en-US" dirty="0"/>
              <a:t> </a:t>
            </a:r>
          </a:p>
          <a:p>
            <a:pPr marL="457200" indent="-457200">
              <a:buFont typeface="Wingdings" panose="05000000000000000000" pitchFamily="2" charset="2"/>
              <a:buChar char="Ø"/>
            </a:pPr>
            <a:r>
              <a:rPr lang="en-US" dirty="0" err="1">
                <a:solidFill>
                  <a:srgbClr val="FFFF00"/>
                </a:solidFill>
              </a:rPr>
              <a:t>স্নেহঃ</a:t>
            </a:r>
            <a:r>
              <a:rPr lang="en-US" dirty="0"/>
              <a:t> </a:t>
            </a:r>
            <a:r>
              <a:rPr lang="en-US" dirty="0" err="1"/>
              <a:t>দেহে</a:t>
            </a:r>
            <a:r>
              <a:rPr lang="en-US" dirty="0"/>
              <a:t> </a:t>
            </a:r>
            <a:r>
              <a:rPr lang="en-US" dirty="0" err="1"/>
              <a:t>তাপ</a:t>
            </a:r>
            <a:r>
              <a:rPr lang="en-US" dirty="0"/>
              <a:t> ও </a:t>
            </a:r>
            <a:r>
              <a:rPr lang="en-US" dirty="0" err="1"/>
              <a:t>শক্তি</a:t>
            </a:r>
            <a:r>
              <a:rPr lang="en-US" dirty="0"/>
              <a:t> ও </a:t>
            </a:r>
            <a:r>
              <a:rPr lang="en-US" dirty="0" err="1"/>
              <a:t>মাংসে</a:t>
            </a:r>
            <a:r>
              <a:rPr lang="en-US" dirty="0"/>
              <a:t> ও </a:t>
            </a:r>
            <a:r>
              <a:rPr lang="en-US" dirty="0" err="1"/>
              <a:t>ডিমে</a:t>
            </a:r>
            <a:r>
              <a:rPr lang="en-US" dirty="0"/>
              <a:t> </a:t>
            </a:r>
            <a:r>
              <a:rPr lang="en-US" dirty="0" err="1"/>
              <a:t>চর্বি</a:t>
            </a:r>
            <a:r>
              <a:rPr lang="en-US" dirty="0"/>
              <a:t> </a:t>
            </a:r>
            <a:r>
              <a:rPr lang="en-US" dirty="0" err="1"/>
              <a:t>উৎপন্ন</a:t>
            </a:r>
            <a:r>
              <a:rPr lang="en-US" dirty="0"/>
              <a:t> </a:t>
            </a:r>
            <a:r>
              <a:rPr lang="en-US" dirty="0" err="1"/>
              <a:t>করে</a:t>
            </a:r>
            <a:r>
              <a:rPr lang="en-US" dirty="0"/>
              <a:t>।</a:t>
            </a:r>
          </a:p>
          <a:p>
            <a:pPr marL="914400" lvl="1" indent="-457200">
              <a:buFont typeface="Wingdings" panose="05000000000000000000" pitchFamily="2" charset="2"/>
              <a:buChar char="Ø"/>
            </a:pPr>
            <a:r>
              <a:rPr lang="en-US" dirty="0" err="1"/>
              <a:t>উৎসঃ</a:t>
            </a:r>
            <a:r>
              <a:rPr lang="en-US" dirty="0"/>
              <a:t> </a:t>
            </a:r>
            <a:r>
              <a:rPr lang="en-US" dirty="0" err="1"/>
              <a:t>ভোজ্য</a:t>
            </a:r>
            <a:r>
              <a:rPr lang="en-US" dirty="0"/>
              <a:t> </a:t>
            </a:r>
            <a:r>
              <a:rPr lang="en-US" dirty="0" err="1"/>
              <a:t>তেল</a:t>
            </a:r>
            <a:r>
              <a:rPr lang="en-US" dirty="0"/>
              <a:t>, </a:t>
            </a:r>
            <a:r>
              <a:rPr lang="en-US" dirty="0" err="1"/>
              <a:t>সরিষা</a:t>
            </a:r>
            <a:r>
              <a:rPr lang="en-US" dirty="0"/>
              <a:t>, </a:t>
            </a:r>
            <a:r>
              <a:rPr lang="en-US" dirty="0" err="1"/>
              <a:t>সয়াবিনের</a:t>
            </a:r>
            <a:r>
              <a:rPr lang="en-US" dirty="0"/>
              <a:t> </a:t>
            </a:r>
            <a:r>
              <a:rPr lang="en-US" dirty="0" err="1"/>
              <a:t>খৈল</a:t>
            </a:r>
            <a:endParaRPr lang="en-US" dirty="0"/>
          </a:p>
          <a:p>
            <a:pPr lvl="1"/>
            <a:endParaRPr lang="en-US" dirty="0"/>
          </a:p>
          <a:p>
            <a:pPr marL="457200" indent="-457200">
              <a:buFont typeface="Wingdings" panose="05000000000000000000" pitchFamily="2" charset="2"/>
              <a:buChar char="Ø"/>
            </a:pPr>
            <a:r>
              <a:rPr lang="en-US" dirty="0" err="1">
                <a:solidFill>
                  <a:srgbClr val="FFFF00"/>
                </a:solidFill>
              </a:rPr>
              <a:t>ভিটামিনঃ</a:t>
            </a:r>
            <a:r>
              <a:rPr lang="en-US" dirty="0"/>
              <a:t> </a:t>
            </a:r>
            <a:r>
              <a:rPr lang="en-US" dirty="0" err="1"/>
              <a:t>রোগ</a:t>
            </a:r>
            <a:r>
              <a:rPr lang="en-US" dirty="0"/>
              <a:t> </a:t>
            </a:r>
            <a:r>
              <a:rPr lang="en-US" dirty="0" err="1"/>
              <a:t>পরতিরোধ</a:t>
            </a:r>
            <a:r>
              <a:rPr lang="en-US" dirty="0"/>
              <a:t> </a:t>
            </a:r>
            <a:r>
              <a:rPr lang="en-US" dirty="0" err="1"/>
              <a:t>ক্ষমতা</a:t>
            </a:r>
            <a:r>
              <a:rPr lang="en-US" dirty="0"/>
              <a:t> </a:t>
            </a:r>
            <a:r>
              <a:rPr lang="en-US" dirty="0" err="1"/>
              <a:t>বাড়ায়</a:t>
            </a:r>
            <a:r>
              <a:rPr lang="en-US" dirty="0"/>
              <a:t>।</a:t>
            </a:r>
          </a:p>
          <a:p>
            <a:pPr marL="914400" lvl="1" indent="-457200">
              <a:buFont typeface="Wingdings" panose="05000000000000000000" pitchFamily="2" charset="2"/>
              <a:buChar char="Ø"/>
            </a:pPr>
            <a:r>
              <a:rPr lang="en-US" dirty="0" err="1"/>
              <a:t>উৎসঃ</a:t>
            </a:r>
            <a:r>
              <a:rPr lang="en-US" dirty="0"/>
              <a:t> </a:t>
            </a:r>
            <a:r>
              <a:rPr lang="en-US" dirty="0" err="1"/>
              <a:t>শাকসবজি</a:t>
            </a:r>
            <a:r>
              <a:rPr lang="en-US" dirty="0"/>
              <a:t>, </a:t>
            </a:r>
            <a:r>
              <a:rPr lang="en-US" dirty="0" err="1"/>
              <a:t>হলুদ</a:t>
            </a:r>
            <a:r>
              <a:rPr lang="en-US" dirty="0"/>
              <a:t> </a:t>
            </a:r>
            <a:r>
              <a:rPr lang="en-US" dirty="0" err="1"/>
              <a:t>ভুট্টা</a:t>
            </a:r>
            <a:r>
              <a:rPr lang="en-US" dirty="0"/>
              <a:t>, </a:t>
            </a:r>
            <a:r>
              <a:rPr lang="en-US" dirty="0" err="1"/>
              <a:t>চালের</a:t>
            </a:r>
            <a:r>
              <a:rPr lang="en-US" dirty="0"/>
              <a:t> </a:t>
            </a:r>
            <a:r>
              <a:rPr lang="en-US" dirty="0" err="1"/>
              <a:t>কুড়া</a:t>
            </a:r>
            <a:endParaRPr lang="en-US" dirty="0"/>
          </a:p>
          <a:p>
            <a:pPr lvl="1"/>
            <a:endParaRPr lang="en-US" dirty="0"/>
          </a:p>
          <a:p>
            <a:pPr marL="457200" indent="-457200">
              <a:buFont typeface="Wingdings" panose="05000000000000000000" pitchFamily="2" charset="2"/>
              <a:buChar char="Ø"/>
            </a:pPr>
            <a:r>
              <a:rPr lang="en-US" dirty="0" err="1">
                <a:solidFill>
                  <a:srgbClr val="FFFF00"/>
                </a:solidFill>
              </a:rPr>
              <a:t>খনিজ</a:t>
            </a:r>
            <a:r>
              <a:rPr lang="en-US" dirty="0">
                <a:solidFill>
                  <a:srgbClr val="FFFF00"/>
                </a:solidFill>
              </a:rPr>
              <a:t> </a:t>
            </a:r>
            <a:r>
              <a:rPr lang="en-US" dirty="0" err="1">
                <a:solidFill>
                  <a:srgbClr val="FFFF00"/>
                </a:solidFill>
              </a:rPr>
              <a:t>পদার্থঃ</a:t>
            </a:r>
            <a:r>
              <a:rPr lang="en-US" dirty="0">
                <a:solidFill>
                  <a:srgbClr val="FFFF00"/>
                </a:solidFill>
              </a:rPr>
              <a:t> </a:t>
            </a:r>
            <a:r>
              <a:rPr lang="en-US" dirty="0" err="1"/>
              <a:t>হাড়</a:t>
            </a:r>
            <a:r>
              <a:rPr lang="en-US" dirty="0"/>
              <a:t> ও </a:t>
            </a:r>
            <a:r>
              <a:rPr lang="en-US" dirty="0" err="1"/>
              <a:t>ডিমের</a:t>
            </a:r>
            <a:r>
              <a:rPr lang="en-US" dirty="0"/>
              <a:t> </a:t>
            </a:r>
            <a:r>
              <a:rPr lang="en-US" dirty="0" err="1"/>
              <a:t>খোসা</a:t>
            </a:r>
            <a:r>
              <a:rPr lang="en-US" dirty="0"/>
              <a:t> </a:t>
            </a:r>
            <a:r>
              <a:rPr lang="en-US" dirty="0" err="1"/>
              <a:t>তৈরী</a:t>
            </a:r>
            <a:r>
              <a:rPr lang="en-US" dirty="0"/>
              <a:t> ও </a:t>
            </a:r>
            <a:r>
              <a:rPr lang="en-US" dirty="0" err="1"/>
              <a:t>রোগ</a:t>
            </a:r>
            <a:r>
              <a:rPr lang="en-US" dirty="0"/>
              <a:t> </a:t>
            </a:r>
            <a:r>
              <a:rPr lang="en-US" dirty="0" err="1"/>
              <a:t>প্রতিরোধে</a:t>
            </a:r>
            <a:r>
              <a:rPr lang="en-US" dirty="0"/>
              <a:t> </a:t>
            </a:r>
            <a:r>
              <a:rPr lang="en-US" dirty="0" err="1"/>
              <a:t>সাহায্য</a:t>
            </a:r>
            <a:r>
              <a:rPr lang="en-US" dirty="0"/>
              <a:t> </a:t>
            </a:r>
            <a:r>
              <a:rPr lang="en-US" dirty="0" err="1"/>
              <a:t>করে</a:t>
            </a:r>
            <a:endParaRPr lang="en-US" dirty="0"/>
          </a:p>
          <a:p>
            <a:pPr marL="914400" lvl="1" indent="-457200">
              <a:buFont typeface="Wingdings" panose="05000000000000000000" pitchFamily="2" charset="2"/>
              <a:buChar char="Ø"/>
            </a:pPr>
            <a:r>
              <a:rPr lang="en-US" dirty="0" err="1"/>
              <a:t>উৎসঃ</a:t>
            </a:r>
            <a:r>
              <a:rPr lang="en-US" dirty="0"/>
              <a:t> </a:t>
            </a:r>
            <a:r>
              <a:rPr lang="en-US" dirty="0" err="1"/>
              <a:t>মাছ</a:t>
            </a:r>
            <a:r>
              <a:rPr lang="en-US" dirty="0"/>
              <a:t> ও </a:t>
            </a:r>
            <a:r>
              <a:rPr lang="en-US" dirty="0" err="1"/>
              <a:t>মাংসের</a:t>
            </a:r>
            <a:r>
              <a:rPr lang="en-US" dirty="0"/>
              <a:t> </a:t>
            </a:r>
            <a:r>
              <a:rPr lang="en-US" dirty="0" err="1"/>
              <a:t>উচ্ছিস্টাংশ</a:t>
            </a:r>
            <a:r>
              <a:rPr lang="en-US" dirty="0"/>
              <a:t>, </a:t>
            </a:r>
            <a:r>
              <a:rPr lang="en-US" dirty="0" err="1"/>
              <a:t>শুটকি</a:t>
            </a:r>
            <a:r>
              <a:rPr lang="en-US" dirty="0"/>
              <a:t> </a:t>
            </a:r>
            <a:r>
              <a:rPr lang="en-US" dirty="0" err="1"/>
              <a:t>মাছের</a:t>
            </a:r>
            <a:r>
              <a:rPr lang="en-US" dirty="0"/>
              <a:t> </a:t>
            </a:r>
            <a:r>
              <a:rPr lang="en-US" dirty="0" err="1"/>
              <a:t>গুড়া</a:t>
            </a:r>
            <a:endParaRPr lang="en-US" dirty="0"/>
          </a:p>
          <a:p>
            <a:pPr lvl="1"/>
            <a:endParaRPr lang="en-US" dirty="0"/>
          </a:p>
          <a:p>
            <a:pPr marL="457200" indent="-457200">
              <a:buFont typeface="Wingdings" panose="05000000000000000000" pitchFamily="2" charset="2"/>
              <a:buChar char="Ø"/>
            </a:pPr>
            <a:r>
              <a:rPr lang="en-US" dirty="0" err="1">
                <a:solidFill>
                  <a:srgbClr val="FFFF00"/>
                </a:solidFill>
              </a:rPr>
              <a:t>পানিঃ</a:t>
            </a:r>
            <a:r>
              <a:rPr lang="en-US" dirty="0"/>
              <a:t> </a:t>
            </a:r>
            <a:r>
              <a:rPr lang="en-US" dirty="0" err="1"/>
              <a:t>খাদ্য</a:t>
            </a:r>
            <a:r>
              <a:rPr lang="en-US" dirty="0"/>
              <a:t> </a:t>
            </a:r>
            <a:r>
              <a:rPr lang="en-US" dirty="0" err="1"/>
              <a:t>হজম</a:t>
            </a:r>
            <a:r>
              <a:rPr lang="en-US" dirty="0"/>
              <a:t> ও </a:t>
            </a:r>
            <a:r>
              <a:rPr lang="en-US" dirty="0" err="1"/>
              <a:t>কোষ</a:t>
            </a:r>
            <a:r>
              <a:rPr lang="en-US" dirty="0"/>
              <a:t> গঠন।</a:t>
            </a:r>
          </a:p>
        </p:txBody>
      </p:sp>
    </p:spTree>
    <p:extLst>
      <p:ext uri="{BB962C8B-B14F-4D97-AF65-F5344CB8AC3E}">
        <p14:creationId xmlns:p14="http://schemas.microsoft.com/office/powerpoint/2010/main" val="76885781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রেশনের</a:t>
            </a:r>
            <a:r>
              <a:rPr lang="en-US" sz="4400" dirty="0"/>
              <a:t> </a:t>
            </a:r>
            <a:r>
              <a:rPr lang="en-US" sz="4400" dirty="0" err="1"/>
              <a:t>শ্রেণীবিভাগ</a:t>
            </a:r>
            <a:endParaRPr lang="en-US" dirty="0"/>
          </a:p>
        </p:txBody>
      </p:sp>
      <p:graphicFrame>
        <p:nvGraphicFramePr>
          <p:cNvPr id="4" name="Diagram 3">
            <a:extLst>
              <a:ext uri="{FF2B5EF4-FFF2-40B4-BE49-F238E27FC236}">
                <a16:creationId xmlns:a16="http://schemas.microsoft.com/office/drawing/2014/main" id="{7072AC08-24FA-ECE5-45C1-2FCBD20E5350}"/>
              </a:ext>
            </a:extLst>
          </p:cNvPr>
          <p:cNvGraphicFramePr/>
          <p:nvPr>
            <p:extLst>
              <p:ext uri="{D42A27DB-BD31-4B8C-83A1-F6EECF244321}">
                <p14:modId xmlns:p14="http://schemas.microsoft.com/office/powerpoint/2010/main" val="174210501"/>
              </p:ext>
            </p:extLst>
          </p:nvPr>
        </p:nvGraphicFramePr>
        <p:xfrm>
          <a:off x="475860" y="2183364"/>
          <a:ext cx="11131421" cy="43645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880393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সুষম</a:t>
            </a:r>
            <a:r>
              <a:rPr lang="en-US" sz="4400" dirty="0"/>
              <a:t> </a:t>
            </a:r>
            <a:r>
              <a:rPr lang="en-US" sz="4400" dirty="0" err="1"/>
              <a:t>খাদ্য</a:t>
            </a:r>
            <a:endParaRPr lang="en-US" dirty="0"/>
          </a:p>
        </p:txBody>
      </p:sp>
      <p:graphicFrame>
        <p:nvGraphicFramePr>
          <p:cNvPr id="3" name="Table 2">
            <a:extLst>
              <a:ext uri="{FF2B5EF4-FFF2-40B4-BE49-F238E27FC236}">
                <a16:creationId xmlns:a16="http://schemas.microsoft.com/office/drawing/2014/main" id="{5B78A16E-FE08-8D40-3950-3A0E8DC617CE}"/>
              </a:ext>
            </a:extLst>
          </p:cNvPr>
          <p:cNvGraphicFramePr>
            <a:graphicFrameLocks noGrp="1"/>
          </p:cNvGraphicFramePr>
          <p:nvPr>
            <p:extLst>
              <p:ext uri="{D42A27DB-BD31-4B8C-83A1-F6EECF244321}">
                <p14:modId xmlns:p14="http://schemas.microsoft.com/office/powerpoint/2010/main" val="2590742229"/>
              </p:ext>
            </p:extLst>
          </p:nvPr>
        </p:nvGraphicFramePr>
        <p:xfrm>
          <a:off x="1023931" y="2158823"/>
          <a:ext cx="10144138" cy="4389120"/>
        </p:xfrm>
        <a:graphic>
          <a:graphicData uri="http://schemas.openxmlformats.org/drawingml/2006/table">
            <a:tbl>
              <a:tblPr firstRow="1" bandRow="1">
                <a:tableStyleId>{7DF18680-E054-41AD-8BC1-D1AEF772440D}</a:tableStyleId>
              </a:tblPr>
              <a:tblGrid>
                <a:gridCol w="5072069">
                  <a:extLst>
                    <a:ext uri="{9D8B030D-6E8A-4147-A177-3AD203B41FA5}">
                      <a16:colId xmlns:a16="http://schemas.microsoft.com/office/drawing/2014/main" val="387265730"/>
                    </a:ext>
                  </a:extLst>
                </a:gridCol>
                <a:gridCol w="5072069">
                  <a:extLst>
                    <a:ext uri="{9D8B030D-6E8A-4147-A177-3AD203B41FA5}">
                      <a16:colId xmlns:a16="http://schemas.microsoft.com/office/drawing/2014/main" val="1726471030"/>
                    </a:ext>
                  </a:extLst>
                </a:gridCol>
              </a:tblGrid>
              <a:tr h="355940">
                <a:tc>
                  <a:txBody>
                    <a:bodyPr/>
                    <a:lstStyle/>
                    <a:p>
                      <a:r>
                        <a:rPr lang="en-US" dirty="0" err="1"/>
                        <a:t>খাদ্য</a:t>
                      </a:r>
                      <a:r>
                        <a:rPr lang="en-US" dirty="0"/>
                        <a:t> </a:t>
                      </a:r>
                      <a:r>
                        <a:rPr lang="en-US" dirty="0" err="1"/>
                        <a:t>উপাদান</a:t>
                      </a:r>
                      <a:endParaRPr lang="en-US" dirty="0"/>
                    </a:p>
                  </a:txBody>
                  <a:tcPr/>
                </a:tc>
                <a:tc>
                  <a:txBody>
                    <a:bodyPr/>
                    <a:lstStyle/>
                    <a:p>
                      <a:r>
                        <a:rPr lang="en-US" dirty="0" err="1"/>
                        <a:t>পরিমাণ</a:t>
                      </a:r>
                      <a:endParaRPr lang="en-US" dirty="0"/>
                    </a:p>
                  </a:txBody>
                  <a:tcPr/>
                </a:tc>
                <a:extLst>
                  <a:ext uri="{0D108BD9-81ED-4DB2-BD59-A6C34878D82A}">
                    <a16:rowId xmlns:a16="http://schemas.microsoft.com/office/drawing/2014/main" val="3827307725"/>
                  </a:ext>
                </a:extLst>
              </a:tr>
              <a:tr h="355940">
                <a:tc>
                  <a:txBody>
                    <a:bodyPr/>
                    <a:lstStyle/>
                    <a:p>
                      <a:r>
                        <a:rPr lang="en-US" dirty="0"/>
                        <a:t>১। </a:t>
                      </a:r>
                      <a:r>
                        <a:rPr lang="en-US" dirty="0" err="1"/>
                        <a:t>গম</a:t>
                      </a:r>
                      <a:r>
                        <a:rPr lang="en-US" dirty="0"/>
                        <a:t> ও </a:t>
                      </a:r>
                      <a:r>
                        <a:rPr lang="en-US" dirty="0" err="1"/>
                        <a:t>ভুট্টা</a:t>
                      </a:r>
                      <a:r>
                        <a:rPr lang="en-US" dirty="0"/>
                        <a:t> </a:t>
                      </a:r>
                      <a:r>
                        <a:rPr lang="en-US" dirty="0" err="1"/>
                        <a:t>ভাঙ্গা</a:t>
                      </a:r>
                      <a:endParaRPr lang="en-US" dirty="0"/>
                    </a:p>
                  </a:txBody>
                  <a:tcPr/>
                </a:tc>
                <a:tc>
                  <a:txBody>
                    <a:bodyPr/>
                    <a:lstStyle/>
                    <a:p>
                      <a:r>
                        <a:rPr lang="en-US" dirty="0"/>
                        <a:t>৪.৭- ৪.৯ </a:t>
                      </a:r>
                      <a:r>
                        <a:rPr lang="en-US" dirty="0" err="1"/>
                        <a:t>কেজি</a:t>
                      </a:r>
                      <a:endParaRPr lang="en-US" dirty="0"/>
                    </a:p>
                  </a:txBody>
                  <a:tcPr/>
                </a:tc>
                <a:extLst>
                  <a:ext uri="{0D108BD9-81ED-4DB2-BD59-A6C34878D82A}">
                    <a16:rowId xmlns:a16="http://schemas.microsoft.com/office/drawing/2014/main" val="3983173692"/>
                  </a:ext>
                </a:extLst>
              </a:tr>
              <a:tr h="355940">
                <a:tc>
                  <a:txBody>
                    <a:bodyPr/>
                    <a:lstStyle/>
                    <a:p>
                      <a:r>
                        <a:rPr lang="en-US" dirty="0"/>
                        <a:t>২। </a:t>
                      </a:r>
                      <a:r>
                        <a:rPr lang="en-US" dirty="0" err="1"/>
                        <a:t>চালের</a:t>
                      </a:r>
                      <a:r>
                        <a:rPr lang="en-US" dirty="0"/>
                        <a:t> </a:t>
                      </a:r>
                      <a:r>
                        <a:rPr lang="en-US" dirty="0" err="1"/>
                        <a:t>কুড়া</a:t>
                      </a:r>
                      <a:endParaRPr lang="en-US" dirty="0"/>
                    </a:p>
                  </a:txBody>
                  <a:tcPr/>
                </a:tc>
                <a:tc>
                  <a:txBody>
                    <a:bodyPr/>
                    <a:lstStyle/>
                    <a:p>
                      <a:r>
                        <a:rPr lang="en-US" dirty="0"/>
                        <a:t>১.৬- ১.৮ </a:t>
                      </a:r>
                      <a:r>
                        <a:rPr lang="en-US" dirty="0" err="1"/>
                        <a:t>কেজি</a:t>
                      </a:r>
                      <a:endParaRPr lang="en-US" dirty="0"/>
                    </a:p>
                  </a:txBody>
                  <a:tcPr/>
                </a:tc>
                <a:extLst>
                  <a:ext uri="{0D108BD9-81ED-4DB2-BD59-A6C34878D82A}">
                    <a16:rowId xmlns:a16="http://schemas.microsoft.com/office/drawing/2014/main" val="2734677449"/>
                  </a:ext>
                </a:extLst>
              </a:tr>
              <a:tr h="355940">
                <a:tc>
                  <a:txBody>
                    <a:bodyPr/>
                    <a:lstStyle/>
                    <a:p>
                      <a:r>
                        <a:rPr lang="en-US" dirty="0"/>
                        <a:t>৩। </a:t>
                      </a:r>
                      <a:r>
                        <a:rPr lang="en-US" dirty="0" err="1"/>
                        <a:t>তিলের</a:t>
                      </a:r>
                      <a:r>
                        <a:rPr lang="en-US" dirty="0"/>
                        <a:t> </a:t>
                      </a:r>
                      <a:r>
                        <a:rPr lang="en-US" dirty="0" err="1"/>
                        <a:t>খৈল</a:t>
                      </a:r>
                      <a:r>
                        <a:rPr lang="en-US" dirty="0"/>
                        <a:t> </a:t>
                      </a:r>
                    </a:p>
                  </a:txBody>
                  <a:tcPr/>
                </a:tc>
                <a:tc>
                  <a:txBody>
                    <a:bodyPr/>
                    <a:lstStyle/>
                    <a:p>
                      <a:r>
                        <a:rPr lang="en-US" dirty="0"/>
                        <a:t>১.২ </a:t>
                      </a:r>
                      <a:r>
                        <a:rPr lang="en-US" dirty="0" err="1"/>
                        <a:t>কেজি</a:t>
                      </a:r>
                      <a:endParaRPr lang="en-US" dirty="0"/>
                    </a:p>
                  </a:txBody>
                  <a:tcPr/>
                </a:tc>
                <a:extLst>
                  <a:ext uri="{0D108BD9-81ED-4DB2-BD59-A6C34878D82A}">
                    <a16:rowId xmlns:a16="http://schemas.microsoft.com/office/drawing/2014/main" val="1349663844"/>
                  </a:ext>
                </a:extLst>
              </a:tr>
              <a:tr h="355940">
                <a:tc>
                  <a:txBody>
                    <a:bodyPr/>
                    <a:lstStyle/>
                    <a:p>
                      <a:r>
                        <a:rPr lang="en-US" dirty="0"/>
                        <a:t>৪। </a:t>
                      </a:r>
                      <a:r>
                        <a:rPr lang="en-US" dirty="0" err="1"/>
                        <a:t>চিনা</a:t>
                      </a:r>
                      <a:r>
                        <a:rPr lang="en-US" dirty="0"/>
                        <a:t> </a:t>
                      </a:r>
                      <a:r>
                        <a:rPr lang="en-US" dirty="0" err="1"/>
                        <a:t>বাদামের</a:t>
                      </a:r>
                      <a:r>
                        <a:rPr lang="en-US" dirty="0"/>
                        <a:t> </a:t>
                      </a:r>
                      <a:r>
                        <a:rPr lang="en-US" dirty="0" err="1"/>
                        <a:t>খৈল</a:t>
                      </a:r>
                      <a:r>
                        <a:rPr lang="en-US" dirty="0"/>
                        <a:t>/ </a:t>
                      </a:r>
                      <a:r>
                        <a:rPr lang="en-US" dirty="0" err="1"/>
                        <a:t>সয়াবিন</a:t>
                      </a:r>
                      <a:endParaRPr lang="en-US" dirty="0"/>
                    </a:p>
                  </a:txBody>
                  <a:tcPr/>
                </a:tc>
                <a:tc>
                  <a:txBody>
                    <a:bodyPr/>
                    <a:lstStyle/>
                    <a:p>
                      <a:r>
                        <a:rPr lang="en-US" dirty="0"/>
                        <a:t>২০০ – ৩০০ </a:t>
                      </a:r>
                      <a:r>
                        <a:rPr lang="en-US" dirty="0" err="1"/>
                        <a:t>গ্রাম</a:t>
                      </a:r>
                      <a:endParaRPr lang="en-US" dirty="0"/>
                    </a:p>
                  </a:txBody>
                  <a:tcPr/>
                </a:tc>
                <a:extLst>
                  <a:ext uri="{0D108BD9-81ED-4DB2-BD59-A6C34878D82A}">
                    <a16:rowId xmlns:a16="http://schemas.microsoft.com/office/drawing/2014/main" val="1883400512"/>
                  </a:ext>
                </a:extLst>
              </a:tr>
              <a:tr h="355940">
                <a:tc>
                  <a:txBody>
                    <a:bodyPr/>
                    <a:lstStyle/>
                    <a:p>
                      <a:r>
                        <a:rPr lang="en-US" dirty="0"/>
                        <a:t>৫। </a:t>
                      </a:r>
                      <a:r>
                        <a:rPr lang="en-US" dirty="0" err="1"/>
                        <a:t>শুটকি</a:t>
                      </a:r>
                      <a:r>
                        <a:rPr lang="en-US" dirty="0"/>
                        <a:t> </a:t>
                      </a:r>
                      <a:r>
                        <a:rPr lang="en-US" dirty="0" err="1"/>
                        <a:t>মাছের</a:t>
                      </a:r>
                      <a:r>
                        <a:rPr lang="en-US" dirty="0"/>
                        <a:t> </a:t>
                      </a:r>
                      <a:r>
                        <a:rPr lang="en-US" dirty="0" err="1"/>
                        <a:t>গুড়া</a:t>
                      </a:r>
                      <a:r>
                        <a:rPr lang="en-US" dirty="0"/>
                        <a:t> </a:t>
                      </a:r>
                    </a:p>
                  </a:txBody>
                  <a:tcPr/>
                </a:tc>
                <a:tc>
                  <a:txBody>
                    <a:bodyPr/>
                    <a:lstStyle/>
                    <a:p>
                      <a:r>
                        <a:rPr lang="en-US" dirty="0"/>
                        <a:t>১.৫ – ১.৯ </a:t>
                      </a:r>
                      <a:r>
                        <a:rPr lang="en-US" dirty="0" err="1"/>
                        <a:t>কেজি</a:t>
                      </a:r>
                      <a:endParaRPr lang="en-US" dirty="0"/>
                    </a:p>
                  </a:txBody>
                  <a:tcPr/>
                </a:tc>
                <a:extLst>
                  <a:ext uri="{0D108BD9-81ED-4DB2-BD59-A6C34878D82A}">
                    <a16:rowId xmlns:a16="http://schemas.microsoft.com/office/drawing/2014/main" val="1269272488"/>
                  </a:ext>
                </a:extLst>
              </a:tr>
              <a:tr h="355940">
                <a:tc>
                  <a:txBody>
                    <a:bodyPr/>
                    <a:lstStyle/>
                    <a:p>
                      <a:r>
                        <a:rPr lang="en-US" dirty="0"/>
                        <a:t>৬। </a:t>
                      </a:r>
                      <a:r>
                        <a:rPr lang="en-US" dirty="0" err="1"/>
                        <a:t>ঝিনুকের</a:t>
                      </a:r>
                      <a:r>
                        <a:rPr lang="en-US" dirty="0"/>
                        <a:t> </a:t>
                      </a:r>
                      <a:r>
                        <a:rPr lang="en-US" dirty="0" err="1"/>
                        <a:t>গুড়া</a:t>
                      </a:r>
                      <a:r>
                        <a:rPr lang="en-US" dirty="0"/>
                        <a:t> </a:t>
                      </a:r>
                    </a:p>
                  </a:txBody>
                  <a:tcPr/>
                </a:tc>
                <a:tc>
                  <a:txBody>
                    <a:bodyPr/>
                    <a:lstStyle/>
                    <a:p>
                      <a:r>
                        <a:rPr lang="en-US" dirty="0"/>
                        <a:t>১২৫ – ১৫০ </a:t>
                      </a:r>
                      <a:r>
                        <a:rPr lang="en-US" dirty="0" err="1"/>
                        <a:t>গ্রাম</a:t>
                      </a:r>
                      <a:endParaRPr lang="en-US" dirty="0"/>
                    </a:p>
                  </a:txBody>
                  <a:tcPr/>
                </a:tc>
                <a:extLst>
                  <a:ext uri="{0D108BD9-81ED-4DB2-BD59-A6C34878D82A}">
                    <a16:rowId xmlns:a16="http://schemas.microsoft.com/office/drawing/2014/main" val="2684173006"/>
                  </a:ext>
                </a:extLst>
              </a:tr>
              <a:tr h="355940">
                <a:tc>
                  <a:txBody>
                    <a:bodyPr/>
                    <a:lstStyle/>
                    <a:p>
                      <a:r>
                        <a:rPr lang="en-US" dirty="0"/>
                        <a:t>৭। </a:t>
                      </a:r>
                      <a:r>
                        <a:rPr lang="en-US" dirty="0" err="1"/>
                        <a:t>লবণ</a:t>
                      </a:r>
                      <a:endParaRPr lang="en-US" dirty="0"/>
                    </a:p>
                  </a:txBody>
                  <a:tcPr/>
                </a:tc>
                <a:tc>
                  <a:txBody>
                    <a:bodyPr/>
                    <a:lstStyle/>
                    <a:p>
                      <a:r>
                        <a:rPr lang="en-US" dirty="0"/>
                        <a:t>২৫ – ৫০ </a:t>
                      </a:r>
                      <a:r>
                        <a:rPr lang="en-US" dirty="0" err="1"/>
                        <a:t>গ্রাম</a:t>
                      </a:r>
                      <a:endParaRPr lang="en-US" dirty="0"/>
                    </a:p>
                  </a:txBody>
                  <a:tcPr/>
                </a:tc>
                <a:extLst>
                  <a:ext uri="{0D108BD9-81ED-4DB2-BD59-A6C34878D82A}">
                    <a16:rowId xmlns:a16="http://schemas.microsoft.com/office/drawing/2014/main" val="3558046099"/>
                  </a:ext>
                </a:extLst>
              </a:tr>
              <a:tr h="355940">
                <a:tc>
                  <a:txBody>
                    <a:bodyPr/>
                    <a:lstStyle/>
                    <a:p>
                      <a:r>
                        <a:rPr lang="en-US" dirty="0"/>
                        <a:t>৮। </a:t>
                      </a:r>
                      <a:r>
                        <a:rPr lang="en-US" dirty="0" err="1"/>
                        <a:t>ভিটামিন</a:t>
                      </a:r>
                      <a:r>
                        <a:rPr lang="en-US" dirty="0"/>
                        <a:t> ও </a:t>
                      </a:r>
                      <a:r>
                        <a:rPr lang="en-US" dirty="0" err="1"/>
                        <a:t>খনিজ</a:t>
                      </a:r>
                      <a:endParaRPr lang="en-US" dirty="0"/>
                    </a:p>
                  </a:txBody>
                  <a:tcPr/>
                </a:tc>
                <a:tc>
                  <a:txBody>
                    <a:bodyPr/>
                    <a:lstStyle/>
                    <a:p>
                      <a:r>
                        <a:rPr lang="en-US" dirty="0"/>
                        <a:t>২৫ </a:t>
                      </a:r>
                      <a:r>
                        <a:rPr lang="en-US" dirty="0" err="1"/>
                        <a:t>গ্রাম</a:t>
                      </a:r>
                      <a:endParaRPr lang="en-US" dirty="0"/>
                    </a:p>
                  </a:txBody>
                  <a:tcPr/>
                </a:tc>
                <a:extLst>
                  <a:ext uri="{0D108BD9-81ED-4DB2-BD59-A6C34878D82A}">
                    <a16:rowId xmlns:a16="http://schemas.microsoft.com/office/drawing/2014/main" val="1771322340"/>
                  </a:ext>
                </a:extLst>
              </a:tr>
              <a:tr h="355940">
                <a:tc>
                  <a:txBody>
                    <a:bodyPr/>
                    <a:lstStyle/>
                    <a:p>
                      <a:r>
                        <a:rPr lang="en-US" dirty="0"/>
                        <a:t>৯। </a:t>
                      </a:r>
                      <a:r>
                        <a:rPr lang="en-US" dirty="0" err="1"/>
                        <a:t>হাড়ের</a:t>
                      </a:r>
                      <a:r>
                        <a:rPr lang="en-US" dirty="0"/>
                        <a:t> </a:t>
                      </a:r>
                      <a:r>
                        <a:rPr lang="en-US" dirty="0" err="1"/>
                        <a:t>গুড়া</a:t>
                      </a:r>
                      <a:r>
                        <a:rPr lang="en-US" dirty="0"/>
                        <a:t> </a:t>
                      </a:r>
                    </a:p>
                  </a:txBody>
                  <a:tcPr/>
                </a:tc>
                <a:tc>
                  <a:txBody>
                    <a:bodyPr/>
                    <a:lstStyle/>
                    <a:p>
                      <a:r>
                        <a:rPr lang="en-US" dirty="0"/>
                        <a:t>১০০ </a:t>
                      </a:r>
                      <a:r>
                        <a:rPr lang="en-US" dirty="0" err="1"/>
                        <a:t>গ্রাম</a:t>
                      </a:r>
                      <a:endParaRPr lang="en-US" dirty="0"/>
                    </a:p>
                  </a:txBody>
                  <a:tcPr/>
                </a:tc>
                <a:extLst>
                  <a:ext uri="{0D108BD9-81ED-4DB2-BD59-A6C34878D82A}">
                    <a16:rowId xmlns:a16="http://schemas.microsoft.com/office/drawing/2014/main" val="3917242572"/>
                  </a:ext>
                </a:extLst>
              </a:tr>
              <a:tr h="355940">
                <a:tc>
                  <a:txBody>
                    <a:bodyPr/>
                    <a:lstStyle/>
                    <a:p>
                      <a:r>
                        <a:rPr lang="en-US" dirty="0" err="1"/>
                        <a:t>মোট</a:t>
                      </a:r>
                      <a:endParaRPr lang="en-US" dirty="0"/>
                    </a:p>
                  </a:txBody>
                  <a:tcPr/>
                </a:tc>
                <a:tc>
                  <a:txBody>
                    <a:bodyPr/>
                    <a:lstStyle/>
                    <a:p>
                      <a:r>
                        <a:rPr lang="en-US" dirty="0" err="1"/>
                        <a:t>প্রায়</a:t>
                      </a:r>
                      <a:r>
                        <a:rPr lang="en-US" dirty="0"/>
                        <a:t> ১০ </a:t>
                      </a:r>
                      <a:r>
                        <a:rPr lang="en-US" dirty="0" err="1"/>
                        <a:t>কেজি</a:t>
                      </a:r>
                      <a:endParaRPr lang="en-US" dirty="0"/>
                    </a:p>
                  </a:txBody>
                  <a:tcPr/>
                </a:tc>
                <a:extLst>
                  <a:ext uri="{0D108BD9-81ED-4DB2-BD59-A6C34878D82A}">
                    <a16:rowId xmlns:a16="http://schemas.microsoft.com/office/drawing/2014/main" val="37187038"/>
                  </a:ext>
                </a:extLst>
              </a:tr>
              <a:tr h="355940">
                <a:tc>
                  <a:txBody>
                    <a:bodyPr/>
                    <a:lstStyle/>
                    <a:p>
                      <a:endParaRPr lang="en-US"/>
                    </a:p>
                  </a:txBody>
                  <a:tcPr/>
                </a:tc>
                <a:tc>
                  <a:txBody>
                    <a:bodyPr/>
                    <a:lstStyle/>
                    <a:p>
                      <a:endParaRPr lang="en-US" dirty="0"/>
                    </a:p>
                  </a:txBody>
                  <a:tcPr/>
                </a:tc>
                <a:extLst>
                  <a:ext uri="{0D108BD9-81ED-4DB2-BD59-A6C34878D82A}">
                    <a16:rowId xmlns:a16="http://schemas.microsoft.com/office/drawing/2014/main" val="3025730175"/>
                  </a:ext>
                </a:extLst>
              </a:tr>
            </a:tbl>
          </a:graphicData>
        </a:graphic>
      </p:graphicFrame>
    </p:spTree>
    <p:extLst>
      <p:ext uri="{BB962C8B-B14F-4D97-AF65-F5344CB8AC3E}">
        <p14:creationId xmlns:p14="http://schemas.microsoft.com/office/powerpoint/2010/main" val="273319672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সুষম</a:t>
            </a:r>
            <a:r>
              <a:rPr lang="en-US" sz="4400" dirty="0"/>
              <a:t> </a:t>
            </a:r>
            <a:r>
              <a:rPr lang="en-US" sz="4400" dirty="0" err="1"/>
              <a:t>খাদ্যের</a:t>
            </a:r>
            <a:r>
              <a:rPr lang="en-US" sz="4400" dirty="0"/>
              <a:t> </a:t>
            </a:r>
            <a:r>
              <a:rPr lang="en-US" sz="4400" dirty="0" err="1"/>
              <a:t>গুরুত্ব</a:t>
            </a:r>
            <a:endParaRPr lang="en-US" dirty="0"/>
          </a:p>
        </p:txBody>
      </p:sp>
      <p:sp>
        <p:nvSpPr>
          <p:cNvPr id="4" name="TextBox 3">
            <a:extLst>
              <a:ext uri="{FF2B5EF4-FFF2-40B4-BE49-F238E27FC236}">
                <a16:creationId xmlns:a16="http://schemas.microsoft.com/office/drawing/2014/main" id="{9BCAB277-A0FA-4BCA-7C22-DAAB298C3AFB}"/>
              </a:ext>
            </a:extLst>
          </p:cNvPr>
          <p:cNvSpPr txBox="1"/>
          <p:nvPr/>
        </p:nvSpPr>
        <p:spPr>
          <a:xfrm>
            <a:off x="197408" y="2094577"/>
            <a:ext cx="11500606" cy="3354765"/>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sz="3200" dirty="0" err="1"/>
              <a:t>খাদ্যের</a:t>
            </a:r>
            <a:r>
              <a:rPr lang="en-US" sz="3200" dirty="0"/>
              <a:t> </a:t>
            </a:r>
            <a:r>
              <a:rPr lang="en-US" sz="3200" dirty="0" err="1"/>
              <a:t>আমিষের</a:t>
            </a:r>
            <a:r>
              <a:rPr lang="en-US" sz="3200" dirty="0"/>
              <a:t> </a:t>
            </a:r>
            <a:r>
              <a:rPr lang="en-US" sz="3200" dirty="0" err="1"/>
              <a:t>ঘাটতি</a:t>
            </a:r>
            <a:r>
              <a:rPr lang="en-US" sz="3200" dirty="0"/>
              <a:t> </a:t>
            </a:r>
            <a:r>
              <a:rPr lang="en-US" sz="3200" dirty="0" err="1"/>
              <a:t>থাকে</a:t>
            </a:r>
            <a:r>
              <a:rPr lang="en-US" sz="3200" dirty="0"/>
              <a:t> </a:t>
            </a:r>
            <a:r>
              <a:rPr lang="en-US" sz="3200" dirty="0" err="1"/>
              <a:t>না</a:t>
            </a:r>
            <a:endParaRPr lang="en-US" sz="3200" dirty="0"/>
          </a:p>
          <a:p>
            <a:pPr marL="457200" indent="-457200">
              <a:buFont typeface="Wingdings" panose="05000000000000000000" pitchFamily="2" charset="2"/>
              <a:buChar char="Ø"/>
            </a:pPr>
            <a:r>
              <a:rPr lang="en-US" sz="3200" dirty="0" err="1"/>
              <a:t>খাবারে</a:t>
            </a:r>
            <a:r>
              <a:rPr lang="en-US" sz="3200" dirty="0"/>
              <a:t> </a:t>
            </a:r>
            <a:r>
              <a:rPr lang="en-US" sz="3200" dirty="0" err="1"/>
              <a:t>লাভ</a:t>
            </a:r>
            <a:r>
              <a:rPr lang="en-US" sz="3200" dirty="0"/>
              <a:t> </a:t>
            </a:r>
            <a:r>
              <a:rPr lang="en-US" sz="3200" dirty="0" err="1"/>
              <a:t>বেশী</a:t>
            </a:r>
            <a:r>
              <a:rPr lang="en-US" sz="3200" dirty="0"/>
              <a:t> </a:t>
            </a:r>
            <a:r>
              <a:rPr lang="en-US" sz="3200" dirty="0" err="1"/>
              <a:t>হয়</a:t>
            </a:r>
            <a:endParaRPr lang="en-US" sz="3200" dirty="0"/>
          </a:p>
          <a:p>
            <a:pPr marL="457200" indent="-457200">
              <a:buFont typeface="Wingdings" panose="05000000000000000000" pitchFamily="2" charset="2"/>
              <a:buChar char="Ø"/>
            </a:pPr>
            <a:r>
              <a:rPr lang="en-US" sz="3200" dirty="0" err="1"/>
              <a:t>অপুষ্টিজনিত</a:t>
            </a:r>
            <a:r>
              <a:rPr lang="en-US" sz="3200" dirty="0"/>
              <a:t> </a:t>
            </a:r>
            <a:r>
              <a:rPr lang="en-US" sz="3200" dirty="0" err="1"/>
              <a:t>রোগ</a:t>
            </a:r>
            <a:r>
              <a:rPr lang="en-US" sz="3200" dirty="0"/>
              <a:t> কম </a:t>
            </a:r>
            <a:r>
              <a:rPr lang="en-US" sz="3200" dirty="0" err="1"/>
              <a:t>হয়</a:t>
            </a:r>
            <a:endParaRPr lang="en-US" sz="3200" dirty="0"/>
          </a:p>
          <a:p>
            <a:pPr marL="457200" indent="-457200">
              <a:buFont typeface="Wingdings" panose="05000000000000000000" pitchFamily="2" charset="2"/>
              <a:buChar char="Ø"/>
            </a:pPr>
            <a:r>
              <a:rPr lang="en-US" sz="3200" dirty="0" err="1"/>
              <a:t>ডিম</a:t>
            </a:r>
            <a:r>
              <a:rPr lang="en-US" sz="3200" dirty="0"/>
              <a:t> ও </a:t>
            </a:r>
            <a:r>
              <a:rPr lang="en-US" sz="3200" dirty="0" err="1"/>
              <a:t>মাংসের</a:t>
            </a:r>
            <a:r>
              <a:rPr lang="en-US" sz="3200" dirty="0"/>
              <a:t> </a:t>
            </a:r>
            <a:r>
              <a:rPr lang="en-US" sz="3200" dirty="0" err="1"/>
              <a:t>গুণগত</a:t>
            </a:r>
            <a:r>
              <a:rPr lang="en-US" sz="3200" dirty="0"/>
              <a:t> </a:t>
            </a:r>
            <a:r>
              <a:rPr lang="en-US" sz="3200" dirty="0" err="1"/>
              <a:t>মান</a:t>
            </a:r>
            <a:r>
              <a:rPr lang="en-US" sz="3200" dirty="0"/>
              <a:t> </a:t>
            </a:r>
            <a:r>
              <a:rPr lang="en-US" sz="3200" dirty="0" err="1"/>
              <a:t>উন্নয়ন</a:t>
            </a:r>
            <a:r>
              <a:rPr lang="en-US" sz="3200" dirty="0"/>
              <a:t> </a:t>
            </a:r>
            <a:r>
              <a:rPr lang="en-US" sz="3200" dirty="0" err="1"/>
              <a:t>হয়</a:t>
            </a:r>
            <a:endParaRPr lang="en-US" sz="3200" dirty="0"/>
          </a:p>
          <a:p>
            <a:pPr marL="457200" indent="-457200">
              <a:buFont typeface="Wingdings" panose="05000000000000000000" pitchFamily="2" charset="2"/>
              <a:buChar char="Ø"/>
            </a:pPr>
            <a:r>
              <a:rPr lang="en-US" sz="3200" dirty="0" err="1"/>
              <a:t>শ্রমিক</a:t>
            </a:r>
            <a:r>
              <a:rPr lang="en-US" sz="3200" dirty="0"/>
              <a:t> ও </a:t>
            </a:r>
            <a:r>
              <a:rPr lang="en-US" sz="3200" dirty="0" err="1"/>
              <a:t>সম্পদের</a:t>
            </a:r>
            <a:r>
              <a:rPr lang="en-US" sz="3200" dirty="0"/>
              <a:t> </a:t>
            </a:r>
            <a:r>
              <a:rPr lang="en-US" sz="3200" dirty="0" err="1"/>
              <a:t>সুষ্ঠ</a:t>
            </a:r>
            <a:r>
              <a:rPr lang="en-US" sz="3200" dirty="0"/>
              <a:t> </a:t>
            </a:r>
            <a:r>
              <a:rPr lang="en-US" sz="3200" dirty="0" err="1"/>
              <a:t>ব্যাবহার</a:t>
            </a:r>
            <a:r>
              <a:rPr lang="en-US" sz="3200" dirty="0"/>
              <a:t> </a:t>
            </a:r>
            <a:r>
              <a:rPr lang="en-US" sz="3200" dirty="0" err="1"/>
              <a:t>হয়</a:t>
            </a:r>
            <a:endParaRPr lang="en-US" sz="3200" dirty="0"/>
          </a:p>
          <a:p>
            <a:pPr marL="457200" indent="-457200">
              <a:buFont typeface="Wingdings" panose="05000000000000000000" pitchFamily="2" charset="2"/>
              <a:buChar char="Ø"/>
            </a:pPr>
            <a:r>
              <a:rPr lang="en-US" sz="3200" dirty="0" err="1"/>
              <a:t>উৎপাদন</a:t>
            </a:r>
            <a:r>
              <a:rPr lang="en-US" sz="3200" dirty="0"/>
              <a:t> </a:t>
            </a:r>
            <a:r>
              <a:rPr lang="en-US" sz="3200" dirty="0" err="1"/>
              <a:t>বৃদ্ধি</a:t>
            </a:r>
            <a:r>
              <a:rPr lang="en-US" sz="3200" dirty="0"/>
              <a:t> </a:t>
            </a:r>
            <a:r>
              <a:rPr lang="en-US" sz="3200" dirty="0" err="1"/>
              <a:t>পায়</a:t>
            </a:r>
            <a:endParaRPr lang="bn-IN" sz="3200" dirty="0"/>
          </a:p>
        </p:txBody>
      </p:sp>
    </p:spTree>
    <p:extLst>
      <p:ext uri="{BB962C8B-B14F-4D97-AF65-F5344CB8AC3E}">
        <p14:creationId xmlns:p14="http://schemas.microsoft.com/office/powerpoint/2010/main" val="316014862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রোগ</a:t>
            </a:r>
            <a:r>
              <a:rPr lang="en-US" sz="4400" dirty="0"/>
              <a:t> </a:t>
            </a:r>
            <a:r>
              <a:rPr lang="en-US" sz="4400" dirty="0" err="1"/>
              <a:t>ব্যাবস্থাপনা</a:t>
            </a:r>
            <a:endParaRPr lang="en-US" dirty="0"/>
          </a:p>
        </p:txBody>
      </p:sp>
      <p:graphicFrame>
        <p:nvGraphicFramePr>
          <p:cNvPr id="3" name="Diagram 2">
            <a:extLst>
              <a:ext uri="{FF2B5EF4-FFF2-40B4-BE49-F238E27FC236}">
                <a16:creationId xmlns:a16="http://schemas.microsoft.com/office/drawing/2014/main" id="{AE2673CD-A9B8-24FA-198D-27BCE90953FC}"/>
              </a:ext>
            </a:extLst>
          </p:cNvPr>
          <p:cNvGraphicFramePr/>
          <p:nvPr>
            <p:extLst>
              <p:ext uri="{D42A27DB-BD31-4B8C-83A1-F6EECF244321}">
                <p14:modId xmlns:p14="http://schemas.microsoft.com/office/powerpoint/2010/main" val="2320646355"/>
              </p:ext>
            </p:extLst>
          </p:nvPr>
        </p:nvGraphicFramePr>
        <p:xfrm>
          <a:off x="475860" y="2183364"/>
          <a:ext cx="11131421" cy="43645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5572947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রানীক্ষেত</a:t>
            </a:r>
            <a:r>
              <a:rPr lang="en-US" sz="4400" dirty="0"/>
              <a:t> </a:t>
            </a:r>
            <a:r>
              <a:rPr lang="en-US" sz="4400" dirty="0" err="1"/>
              <a:t>রোগ</a:t>
            </a:r>
            <a:r>
              <a:rPr lang="en-US" sz="4400" dirty="0"/>
              <a:t> (New Castle Disease)</a:t>
            </a:r>
            <a:endParaRPr lang="en-US" dirty="0"/>
          </a:p>
        </p:txBody>
      </p:sp>
      <p:sp>
        <p:nvSpPr>
          <p:cNvPr id="4" name="TextBox 3">
            <a:extLst>
              <a:ext uri="{FF2B5EF4-FFF2-40B4-BE49-F238E27FC236}">
                <a16:creationId xmlns:a16="http://schemas.microsoft.com/office/drawing/2014/main" id="{1EF1D268-3F5A-0F88-FAAE-F048E70B0F1A}"/>
              </a:ext>
            </a:extLst>
          </p:cNvPr>
          <p:cNvSpPr txBox="1"/>
          <p:nvPr/>
        </p:nvSpPr>
        <p:spPr>
          <a:xfrm>
            <a:off x="197408" y="2094577"/>
            <a:ext cx="6800551" cy="4555093"/>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dirty="0" err="1">
                <a:solidFill>
                  <a:srgbClr val="FFFF00"/>
                </a:solidFill>
              </a:rPr>
              <a:t>রোগের</a:t>
            </a:r>
            <a:r>
              <a:rPr lang="en-US" dirty="0">
                <a:solidFill>
                  <a:srgbClr val="FFFF00"/>
                </a:solidFill>
              </a:rPr>
              <a:t> </a:t>
            </a:r>
            <a:r>
              <a:rPr lang="en-US" dirty="0" err="1">
                <a:solidFill>
                  <a:srgbClr val="FFFF00"/>
                </a:solidFill>
              </a:rPr>
              <a:t>কারণঃ</a:t>
            </a:r>
            <a:r>
              <a:rPr lang="en-US" dirty="0">
                <a:solidFill>
                  <a:srgbClr val="FFFF00"/>
                </a:solidFill>
              </a:rPr>
              <a:t> </a:t>
            </a:r>
            <a:r>
              <a:rPr lang="en-US" dirty="0"/>
              <a:t>New Caste Disease Virus </a:t>
            </a:r>
            <a:r>
              <a:rPr lang="en-US" dirty="0" err="1"/>
              <a:t>দ্বারা</a:t>
            </a:r>
            <a:r>
              <a:rPr lang="en-US" dirty="0"/>
              <a:t> </a:t>
            </a:r>
            <a:r>
              <a:rPr lang="en-US" dirty="0" err="1"/>
              <a:t>হয়</a:t>
            </a:r>
            <a:endParaRPr lang="en-US" dirty="0"/>
          </a:p>
          <a:p>
            <a:pPr marL="457200" indent="-457200">
              <a:buFont typeface="Wingdings" panose="05000000000000000000" pitchFamily="2" charset="2"/>
              <a:buChar char="Ø"/>
            </a:pPr>
            <a:r>
              <a:rPr lang="en-US" dirty="0" err="1">
                <a:solidFill>
                  <a:srgbClr val="FFFF00"/>
                </a:solidFill>
              </a:rPr>
              <a:t>লক্ষণঃ</a:t>
            </a:r>
            <a:endParaRPr lang="en-US" dirty="0">
              <a:solidFill>
                <a:srgbClr val="FFFF00"/>
              </a:solidFill>
            </a:endParaRPr>
          </a:p>
          <a:p>
            <a:pPr marL="914400" lvl="1" indent="-457200">
              <a:buFont typeface="Wingdings" panose="05000000000000000000" pitchFamily="2" charset="2"/>
              <a:buChar char="Ø"/>
            </a:pPr>
            <a:r>
              <a:rPr lang="en-US" dirty="0" err="1"/>
              <a:t>মুরগী</a:t>
            </a:r>
            <a:r>
              <a:rPr lang="en-US" dirty="0"/>
              <a:t> </a:t>
            </a:r>
            <a:r>
              <a:rPr lang="en-US" dirty="0" err="1"/>
              <a:t>নিরিবিলি</a:t>
            </a:r>
            <a:r>
              <a:rPr lang="en-US" dirty="0"/>
              <a:t> </a:t>
            </a:r>
            <a:r>
              <a:rPr lang="en-US" dirty="0" err="1"/>
              <a:t>স্থানে</a:t>
            </a:r>
            <a:r>
              <a:rPr lang="en-US" dirty="0"/>
              <a:t> </a:t>
            </a:r>
            <a:r>
              <a:rPr lang="en-US" dirty="0" err="1"/>
              <a:t>ঝিমায়</a:t>
            </a:r>
            <a:endParaRPr lang="en-US" dirty="0"/>
          </a:p>
          <a:p>
            <a:pPr marL="914400" lvl="1" indent="-457200">
              <a:buFont typeface="Wingdings" panose="05000000000000000000" pitchFamily="2" charset="2"/>
              <a:buChar char="Ø"/>
            </a:pPr>
            <a:r>
              <a:rPr lang="en-US" dirty="0" err="1"/>
              <a:t>সাদা</a:t>
            </a:r>
            <a:r>
              <a:rPr lang="en-US" dirty="0"/>
              <a:t> </a:t>
            </a:r>
            <a:r>
              <a:rPr lang="en-US" dirty="0" err="1"/>
              <a:t>চুনের</a:t>
            </a:r>
            <a:r>
              <a:rPr lang="en-US" dirty="0"/>
              <a:t> মত </a:t>
            </a:r>
            <a:r>
              <a:rPr lang="en-US" dirty="0" err="1"/>
              <a:t>মলত্যাগ</a:t>
            </a:r>
            <a:r>
              <a:rPr lang="en-US" dirty="0"/>
              <a:t> </a:t>
            </a:r>
            <a:r>
              <a:rPr lang="en-US" dirty="0" err="1"/>
              <a:t>করে</a:t>
            </a:r>
            <a:endParaRPr lang="en-US" dirty="0"/>
          </a:p>
          <a:p>
            <a:pPr marL="914400" lvl="1" indent="-457200">
              <a:buFont typeface="Wingdings" panose="05000000000000000000" pitchFamily="2" charset="2"/>
              <a:buChar char="Ø"/>
            </a:pPr>
            <a:r>
              <a:rPr lang="en-US" dirty="0" err="1"/>
              <a:t>শ্বাসনালী</a:t>
            </a:r>
            <a:r>
              <a:rPr lang="en-US" dirty="0"/>
              <a:t> </a:t>
            </a:r>
            <a:r>
              <a:rPr lang="en-US" dirty="0" err="1"/>
              <a:t>আক্রান্তের</a:t>
            </a:r>
            <a:r>
              <a:rPr lang="en-US" dirty="0"/>
              <a:t> </a:t>
            </a:r>
            <a:r>
              <a:rPr lang="en-US" dirty="0" err="1"/>
              <a:t>ফলে</a:t>
            </a:r>
            <a:r>
              <a:rPr lang="en-US" dirty="0"/>
              <a:t> </a:t>
            </a:r>
            <a:r>
              <a:rPr lang="en-US" dirty="0" err="1"/>
              <a:t>শ্বাসকষ্ট</a:t>
            </a:r>
            <a:r>
              <a:rPr lang="en-US" dirty="0"/>
              <a:t> </a:t>
            </a:r>
            <a:r>
              <a:rPr lang="en-US" dirty="0" err="1"/>
              <a:t>হয়</a:t>
            </a:r>
            <a:endParaRPr lang="en-US" dirty="0"/>
          </a:p>
          <a:p>
            <a:pPr marL="914400" lvl="1" indent="-457200">
              <a:buFont typeface="Wingdings" panose="05000000000000000000" pitchFamily="2" charset="2"/>
              <a:buChar char="Ø"/>
            </a:pPr>
            <a:r>
              <a:rPr lang="en-US" dirty="0" err="1"/>
              <a:t>নাক</a:t>
            </a:r>
            <a:r>
              <a:rPr lang="en-US" dirty="0"/>
              <a:t> </a:t>
            </a:r>
            <a:r>
              <a:rPr lang="en-US" dirty="0" err="1"/>
              <a:t>দিয়ে</a:t>
            </a:r>
            <a:r>
              <a:rPr lang="en-US" dirty="0"/>
              <a:t> </a:t>
            </a:r>
            <a:r>
              <a:rPr lang="en-US" dirty="0" err="1"/>
              <a:t>শ্লেষ্মা</a:t>
            </a:r>
            <a:r>
              <a:rPr lang="en-US" dirty="0"/>
              <a:t> </a:t>
            </a:r>
            <a:r>
              <a:rPr lang="en-US" dirty="0" err="1"/>
              <a:t>ঝরে</a:t>
            </a:r>
            <a:endParaRPr lang="en-US" dirty="0"/>
          </a:p>
          <a:p>
            <a:pPr marL="914400" lvl="1" indent="-457200">
              <a:buFont typeface="Wingdings" panose="05000000000000000000" pitchFamily="2" charset="2"/>
              <a:buChar char="Ø"/>
            </a:pPr>
            <a:r>
              <a:rPr lang="en-US" dirty="0" err="1"/>
              <a:t>চোখ</a:t>
            </a:r>
            <a:r>
              <a:rPr lang="en-US" dirty="0"/>
              <a:t> </a:t>
            </a:r>
            <a:r>
              <a:rPr lang="en-US" dirty="0" err="1"/>
              <a:t>ফুলে</a:t>
            </a:r>
            <a:r>
              <a:rPr lang="en-US" dirty="0"/>
              <a:t> </a:t>
            </a:r>
            <a:r>
              <a:rPr lang="en-US" dirty="0" err="1"/>
              <a:t>উঠে</a:t>
            </a:r>
            <a:endParaRPr lang="en-US" dirty="0"/>
          </a:p>
          <a:p>
            <a:pPr marL="914400" lvl="1" indent="-457200">
              <a:buFont typeface="Wingdings" panose="05000000000000000000" pitchFamily="2" charset="2"/>
              <a:buChar char="Ø"/>
            </a:pPr>
            <a:r>
              <a:rPr lang="en-US" dirty="0" err="1"/>
              <a:t>ঘাড়</a:t>
            </a:r>
            <a:r>
              <a:rPr lang="en-US" dirty="0"/>
              <a:t> </a:t>
            </a:r>
            <a:r>
              <a:rPr lang="en-US" dirty="0" err="1"/>
              <a:t>বাকা</a:t>
            </a:r>
            <a:r>
              <a:rPr lang="en-US" dirty="0"/>
              <a:t> </a:t>
            </a:r>
            <a:r>
              <a:rPr lang="en-US" dirty="0" err="1"/>
              <a:t>হয়ে</a:t>
            </a:r>
            <a:r>
              <a:rPr lang="en-US" dirty="0"/>
              <a:t> </a:t>
            </a:r>
            <a:r>
              <a:rPr lang="en-US" dirty="0" err="1"/>
              <a:t>যায়</a:t>
            </a:r>
            <a:endParaRPr lang="en-US" dirty="0"/>
          </a:p>
          <a:p>
            <a:pPr marL="914400" lvl="1" indent="-457200">
              <a:buFont typeface="Wingdings" panose="05000000000000000000" pitchFamily="2" charset="2"/>
              <a:buChar char="Ø"/>
            </a:pPr>
            <a:r>
              <a:rPr lang="en-US" dirty="0" err="1"/>
              <a:t>মুরগী</a:t>
            </a:r>
            <a:r>
              <a:rPr lang="en-US" dirty="0"/>
              <a:t> </a:t>
            </a:r>
            <a:r>
              <a:rPr lang="en-US" dirty="0" err="1"/>
              <a:t>হঠাত</a:t>
            </a:r>
            <a:r>
              <a:rPr lang="en-US" dirty="0"/>
              <a:t> </a:t>
            </a:r>
            <a:r>
              <a:rPr lang="en-US" dirty="0" err="1"/>
              <a:t>করে</a:t>
            </a:r>
            <a:r>
              <a:rPr lang="en-US" dirty="0"/>
              <a:t> </a:t>
            </a:r>
            <a:r>
              <a:rPr lang="en-US" dirty="0" err="1"/>
              <a:t>মারা</a:t>
            </a:r>
            <a:r>
              <a:rPr lang="en-US" dirty="0"/>
              <a:t> </a:t>
            </a:r>
            <a:r>
              <a:rPr lang="en-US" dirty="0" err="1"/>
              <a:t>যায়</a:t>
            </a:r>
            <a:endParaRPr lang="en-US" dirty="0"/>
          </a:p>
          <a:p>
            <a:pPr marL="457200" indent="-457200">
              <a:buFont typeface="Wingdings" panose="05000000000000000000" pitchFamily="2" charset="2"/>
              <a:buChar char="Ø"/>
            </a:pPr>
            <a:r>
              <a:rPr lang="en-US" dirty="0" err="1">
                <a:solidFill>
                  <a:srgbClr val="FFFF00"/>
                </a:solidFill>
              </a:rPr>
              <a:t>প্রতিকারঃ</a:t>
            </a:r>
            <a:endParaRPr lang="en-US" dirty="0">
              <a:solidFill>
                <a:srgbClr val="FFFF00"/>
              </a:solidFill>
            </a:endParaRPr>
          </a:p>
          <a:p>
            <a:pPr marL="914400" lvl="1" indent="-457200">
              <a:buFont typeface="Wingdings" panose="05000000000000000000" pitchFamily="2" charset="2"/>
              <a:buChar char="Ø"/>
            </a:pPr>
            <a:r>
              <a:rPr lang="en-US" dirty="0" err="1"/>
              <a:t>ভাইরাস</a:t>
            </a:r>
            <a:r>
              <a:rPr lang="en-US" dirty="0"/>
              <a:t> </a:t>
            </a:r>
            <a:r>
              <a:rPr lang="en-US" dirty="0" err="1"/>
              <a:t>জনিত</a:t>
            </a:r>
            <a:r>
              <a:rPr lang="en-US" dirty="0"/>
              <a:t> </a:t>
            </a:r>
            <a:r>
              <a:rPr lang="en-US" dirty="0" err="1"/>
              <a:t>রোগের</a:t>
            </a:r>
            <a:r>
              <a:rPr lang="en-US" dirty="0"/>
              <a:t> </a:t>
            </a:r>
            <a:r>
              <a:rPr lang="en-US" dirty="0" err="1"/>
              <a:t>চিকিৎসা</a:t>
            </a:r>
            <a:r>
              <a:rPr lang="en-US" dirty="0"/>
              <a:t> </a:t>
            </a:r>
            <a:r>
              <a:rPr lang="en-US" dirty="0" err="1"/>
              <a:t>নেই</a:t>
            </a:r>
            <a:r>
              <a:rPr lang="en-US" dirty="0"/>
              <a:t>, </a:t>
            </a:r>
            <a:r>
              <a:rPr lang="en-US" dirty="0" err="1"/>
              <a:t>তাই</a:t>
            </a:r>
            <a:r>
              <a:rPr lang="en-US" dirty="0"/>
              <a:t> </a:t>
            </a:r>
            <a:r>
              <a:rPr lang="en-US" dirty="0" err="1"/>
              <a:t>প্রতিকার</a:t>
            </a:r>
            <a:r>
              <a:rPr lang="en-US" dirty="0"/>
              <a:t> </a:t>
            </a:r>
            <a:r>
              <a:rPr lang="en-US" dirty="0" err="1"/>
              <a:t>নেই</a:t>
            </a:r>
            <a:r>
              <a:rPr lang="en-US" dirty="0"/>
              <a:t> , </a:t>
            </a:r>
            <a:r>
              <a:rPr lang="en-US" dirty="0" err="1"/>
              <a:t>প্রতিরোধ</a:t>
            </a:r>
            <a:r>
              <a:rPr lang="en-US" dirty="0"/>
              <a:t> </a:t>
            </a:r>
            <a:r>
              <a:rPr lang="en-US" dirty="0" err="1"/>
              <a:t>করতে</a:t>
            </a:r>
            <a:r>
              <a:rPr lang="en-US" dirty="0"/>
              <a:t> </a:t>
            </a:r>
            <a:r>
              <a:rPr lang="en-US" dirty="0" err="1"/>
              <a:t>হবে</a:t>
            </a:r>
            <a:r>
              <a:rPr lang="en-US" dirty="0"/>
              <a:t> </a:t>
            </a:r>
            <a:r>
              <a:rPr lang="en-US" dirty="0" err="1"/>
              <a:t>আগেই</a:t>
            </a:r>
            <a:r>
              <a:rPr lang="en-US" dirty="0"/>
              <a:t>।</a:t>
            </a:r>
          </a:p>
          <a:p>
            <a:pPr marL="914400" lvl="1" indent="-457200">
              <a:buFont typeface="Wingdings" panose="05000000000000000000" pitchFamily="2" charset="2"/>
              <a:buChar char="Ø"/>
            </a:pPr>
            <a:r>
              <a:rPr lang="en-US" dirty="0" err="1"/>
              <a:t>সুস্থ</a:t>
            </a:r>
            <a:r>
              <a:rPr lang="en-US" dirty="0"/>
              <a:t> </a:t>
            </a:r>
            <a:r>
              <a:rPr lang="en-US" dirty="0" err="1"/>
              <a:t>মুরগী</a:t>
            </a:r>
            <a:r>
              <a:rPr lang="en-US" dirty="0"/>
              <a:t> </a:t>
            </a:r>
            <a:r>
              <a:rPr lang="en-US" dirty="0" err="1"/>
              <a:t>থেকে</a:t>
            </a:r>
            <a:r>
              <a:rPr lang="en-US" dirty="0"/>
              <a:t> </a:t>
            </a:r>
            <a:r>
              <a:rPr lang="en-US" dirty="0" err="1"/>
              <a:t>অসুস্থ্য</a:t>
            </a:r>
            <a:r>
              <a:rPr lang="en-US" dirty="0"/>
              <a:t> </a:t>
            </a:r>
            <a:r>
              <a:rPr lang="en-US" dirty="0" err="1"/>
              <a:t>মুরগী</a:t>
            </a:r>
            <a:r>
              <a:rPr lang="en-US" dirty="0"/>
              <a:t> </a:t>
            </a:r>
            <a:r>
              <a:rPr lang="en-US" dirty="0" err="1"/>
              <a:t>পৃথক</a:t>
            </a:r>
            <a:r>
              <a:rPr lang="en-US" dirty="0"/>
              <a:t> </a:t>
            </a:r>
            <a:r>
              <a:rPr lang="en-US" dirty="0" err="1"/>
              <a:t>করা</a:t>
            </a:r>
            <a:r>
              <a:rPr lang="en-US" dirty="0"/>
              <a:t>।</a:t>
            </a:r>
          </a:p>
          <a:p>
            <a:pPr marL="914400" lvl="1" indent="-457200">
              <a:buFont typeface="Wingdings" panose="05000000000000000000" pitchFamily="2" charset="2"/>
              <a:buChar char="Ø"/>
            </a:pPr>
            <a:r>
              <a:rPr lang="en-US" dirty="0" err="1"/>
              <a:t>মৃত</a:t>
            </a:r>
            <a:r>
              <a:rPr lang="en-US" dirty="0"/>
              <a:t> </a:t>
            </a:r>
            <a:r>
              <a:rPr lang="en-US" dirty="0" err="1"/>
              <a:t>মুরগী</a:t>
            </a:r>
            <a:r>
              <a:rPr lang="en-US" dirty="0"/>
              <a:t> ও </a:t>
            </a:r>
            <a:r>
              <a:rPr lang="en-US" dirty="0" err="1"/>
              <a:t>তার</a:t>
            </a:r>
            <a:r>
              <a:rPr lang="en-US" dirty="0"/>
              <a:t> </a:t>
            </a:r>
            <a:r>
              <a:rPr lang="en-US" dirty="0" err="1"/>
              <a:t>মলত্যাগ</a:t>
            </a:r>
            <a:r>
              <a:rPr lang="en-US" dirty="0"/>
              <a:t> </a:t>
            </a:r>
            <a:r>
              <a:rPr lang="en-US" dirty="0" err="1"/>
              <a:t>মাটিতে</a:t>
            </a:r>
            <a:r>
              <a:rPr lang="en-US" dirty="0"/>
              <a:t> </a:t>
            </a:r>
            <a:r>
              <a:rPr lang="en-US" dirty="0" err="1"/>
              <a:t>পুতে</a:t>
            </a:r>
            <a:r>
              <a:rPr lang="en-US" dirty="0"/>
              <a:t> </a:t>
            </a:r>
            <a:r>
              <a:rPr lang="en-US" dirty="0" err="1"/>
              <a:t>ফেলা</a:t>
            </a:r>
            <a:endParaRPr lang="en-US" dirty="0"/>
          </a:p>
          <a:p>
            <a:pPr marL="914400" lvl="1" indent="-457200">
              <a:buFont typeface="Wingdings" panose="05000000000000000000" pitchFamily="2" charset="2"/>
              <a:buChar char="Ø"/>
            </a:pPr>
            <a:r>
              <a:rPr lang="en-US" dirty="0" err="1">
                <a:solidFill>
                  <a:schemeClr val="accent2">
                    <a:lumMod val="60000"/>
                    <a:lumOff val="40000"/>
                  </a:schemeClr>
                </a:solidFill>
              </a:rPr>
              <a:t>বাচ্চা</a:t>
            </a:r>
            <a:r>
              <a:rPr lang="en-US" dirty="0">
                <a:solidFill>
                  <a:schemeClr val="accent2">
                    <a:lumMod val="60000"/>
                    <a:lumOff val="40000"/>
                  </a:schemeClr>
                </a:solidFill>
              </a:rPr>
              <a:t> </a:t>
            </a:r>
            <a:r>
              <a:rPr lang="en-US" dirty="0" err="1">
                <a:solidFill>
                  <a:schemeClr val="accent2">
                    <a:lumMod val="60000"/>
                    <a:lumOff val="40000"/>
                  </a:schemeClr>
                </a:solidFill>
              </a:rPr>
              <a:t>মুরগীকে</a:t>
            </a:r>
            <a:r>
              <a:rPr lang="en-US" dirty="0">
                <a:solidFill>
                  <a:schemeClr val="accent2">
                    <a:lumMod val="60000"/>
                    <a:lumOff val="40000"/>
                  </a:schemeClr>
                </a:solidFill>
              </a:rPr>
              <a:t> BCRDV ও </a:t>
            </a:r>
            <a:r>
              <a:rPr lang="en-US" dirty="0" err="1">
                <a:solidFill>
                  <a:schemeClr val="accent2">
                    <a:lumMod val="60000"/>
                    <a:lumOff val="40000"/>
                  </a:schemeClr>
                </a:solidFill>
              </a:rPr>
              <a:t>বড়</a:t>
            </a:r>
            <a:r>
              <a:rPr lang="en-US" dirty="0">
                <a:solidFill>
                  <a:schemeClr val="accent2">
                    <a:lumMod val="60000"/>
                    <a:lumOff val="40000"/>
                  </a:schemeClr>
                </a:solidFill>
              </a:rPr>
              <a:t> </a:t>
            </a:r>
            <a:r>
              <a:rPr lang="en-US" dirty="0" err="1">
                <a:solidFill>
                  <a:schemeClr val="accent2">
                    <a:lumMod val="60000"/>
                    <a:lumOff val="40000"/>
                  </a:schemeClr>
                </a:solidFill>
              </a:rPr>
              <a:t>মুরগীকে</a:t>
            </a:r>
            <a:r>
              <a:rPr lang="en-US" dirty="0">
                <a:solidFill>
                  <a:schemeClr val="accent2">
                    <a:lumMod val="60000"/>
                    <a:lumOff val="40000"/>
                  </a:schemeClr>
                </a:solidFill>
              </a:rPr>
              <a:t> RDV </a:t>
            </a:r>
            <a:r>
              <a:rPr lang="en-US" dirty="0" err="1">
                <a:solidFill>
                  <a:schemeClr val="accent2">
                    <a:lumMod val="60000"/>
                    <a:lumOff val="40000"/>
                  </a:schemeClr>
                </a:solidFill>
              </a:rPr>
              <a:t>টিকা</a:t>
            </a:r>
            <a:r>
              <a:rPr lang="en-US" dirty="0">
                <a:solidFill>
                  <a:schemeClr val="accent2">
                    <a:lumMod val="60000"/>
                    <a:lumOff val="40000"/>
                  </a:schemeClr>
                </a:solidFill>
              </a:rPr>
              <a:t> </a:t>
            </a:r>
            <a:r>
              <a:rPr lang="en-US" dirty="0" err="1">
                <a:solidFill>
                  <a:schemeClr val="accent2">
                    <a:lumMod val="60000"/>
                    <a:lumOff val="40000"/>
                  </a:schemeClr>
                </a:solidFill>
              </a:rPr>
              <a:t>দেয়া</a:t>
            </a:r>
            <a:endParaRPr lang="en-US" dirty="0">
              <a:solidFill>
                <a:schemeClr val="accent2">
                  <a:lumMod val="60000"/>
                  <a:lumOff val="40000"/>
                </a:schemeClr>
              </a:solidFill>
            </a:endParaRPr>
          </a:p>
        </p:txBody>
      </p:sp>
      <p:pic>
        <p:nvPicPr>
          <p:cNvPr id="2050" name="Picture 2" descr="Ranikhet Disease (RD) in Layers and ...">
            <a:extLst>
              <a:ext uri="{FF2B5EF4-FFF2-40B4-BE49-F238E27FC236}">
                <a16:creationId xmlns:a16="http://schemas.microsoft.com/office/drawing/2014/main" id="{908E64F5-77AF-FBE5-49A2-A91D72A0CF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4432" y="2227685"/>
            <a:ext cx="2228850" cy="20478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Ranikhet Disease">
            <a:extLst>
              <a:ext uri="{FF2B5EF4-FFF2-40B4-BE49-F238E27FC236}">
                <a16:creationId xmlns:a16="http://schemas.microsoft.com/office/drawing/2014/main" id="{A12C20EF-6558-5FAB-D0F9-BD2CDEE57A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8434" y="4372123"/>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Newcastle/Ranikhet Disease Management ...">
            <a:extLst>
              <a:ext uri="{FF2B5EF4-FFF2-40B4-BE49-F238E27FC236}">
                <a16:creationId xmlns:a16="http://schemas.microsoft.com/office/drawing/2014/main" id="{FE019E05-57D3-45D6-D33B-A069A87AFC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17184" y="2227685"/>
            <a:ext cx="3077408" cy="204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040907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বার্ড</a:t>
            </a:r>
            <a:r>
              <a:rPr lang="en-US" sz="4400" dirty="0"/>
              <a:t> </a:t>
            </a:r>
            <a:r>
              <a:rPr lang="en-US" sz="4400" dirty="0" err="1"/>
              <a:t>ফ্ল</a:t>
            </a:r>
            <a:r>
              <a:rPr lang="en-US" sz="4400" dirty="0"/>
              <a:t> </a:t>
            </a:r>
            <a:r>
              <a:rPr lang="en-US" sz="4400" dirty="0" err="1"/>
              <a:t>রোগ</a:t>
            </a:r>
            <a:r>
              <a:rPr lang="en-US" sz="4400" dirty="0"/>
              <a:t> (Bird Flue)</a:t>
            </a:r>
            <a:endParaRPr lang="en-US" dirty="0"/>
          </a:p>
        </p:txBody>
      </p:sp>
      <p:sp>
        <p:nvSpPr>
          <p:cNvPr id="4" name="TextBox 3">
            <a:extLst>
              <a:ext uri="{FF2B5EF4-FFF2-40B4-BE49-F238E27FC236}">
                <a16:creationId xmlns:a16="http://schemas.microsoft.com/office/drawing/2014/main" id="{1EF1D268-3F5A-0F88-FAAE-F048E70B0F1A}"/>
              </a:ext>
            </a:extLst>
          </p:cNvPr>
          <p:cNvSpPr txBox="1"/>
          <p:nvPr/>
        </p:nvSpPr>
        <p:spPr>
          <a:xfrm>
            <a:off x="197408" y="2094577"/>
            <a:ext cx="6800551" cy="4278094"/>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dirty="0" err="1">
                <a:solidFill>
                  <a:srgbClr val="FFFF00"/>
                </a:solidFill>
              </a:rPr>
              <a:t>রোগের</a:t>
            </a:r>
            <a:r>
              <a:rPr lang="en-US" dirty="0">
                <a:solidFill>
                  <a:srgbClr val="FFFF00"/>
                </a:solidFill>
              </a:rPr>
              <a:t> </a:t>
            </a:r>
            <a:r>
              <a:rPr lang="en-US" dirty="0" err="1">
                <a:solidFill>
                  <a:srgbClr val="FFFF00"/>
                </a:solidFill>
              </a:rPr>
              <a:t>কারণঃ</a:t>
            </a:r>
            <a:r>
              <a:rPr lang="en-US" dirty="0">
                <a:solidFill>
                  <a:srgbClr val="FFFF00"/>
                </a:solidFill>
              </a:rPr>
              <a:t> </a:t>
            </a:r>
            <a:r>
              <a:rPr lang="en-US" dirty="0"/>
              <a:t>Avian Influenza Virus </a:t>
            </a:r>
            <a:r>
              <a:rPr lang="en-US" dirty="0" err="1"/>
              <a:t>দ্বারা</a:t>
            </a:r>
            <a:r>
              <a:rPr lang="en-US" dirty="0"/>
              <a:t> </a:t>
            </a:r>
            <a:r>
              <a:rPr lang="en-US" dirty="0" err="1"/>
              <a:t>হয়</a:t>
            </a:r>
            <a:endParaRPr lang="en-US" dirty="0"/>
          </a:p>
          <a:p>
            <a:pPr marL="457200" indent="-457200">
              <a:buFont typeface="Wingdings" panose="05000000000000000000" pitchFamily="2" charset="2"/>
              <a:buChar char="Ø"/>
            </a:pPr>
            <a:r>
              <a:rPr lang="en-US" dirty="0" err="1">
                <a:solidFill>
                  <a:srgbClr val="FFFF00"/>
                </a:solidFill>
              </a:rPr>
              <a:t>লক্ষণঃ</a:t>
            </a:r>
            <a:endParaRPr lang="en-US" dirty="0">
              <a:solidFill>
                <a:srgbClr val="FFFF00"/>
              </a:solidFill>
            </a:endParaRPr>
          </a:p>
          <a:p>
            <a:pPr marL="914400" lvl="1" indent="-457200">
              <a:buFont typeface="Wingdings" panose="05000000000000000000" pitchFamily="2" charset="2"/>
              <a:buChar char="Ø"/>
            </a:pPr>
            <a:r>
              <a:rPr lang="en-US" dirty="0" err="1"/>
              <a:t>মুরগীর</a:t>
            </a:r>
            <a:r>
              <a:rPr lang="en-US" dirty="0"/>
              <a:t> </a:t>
            </a:r>
            <a:r>
              <a:rPr lang="en-US" dirty="0" err="1"/>
              <a:t>পালক</a:t>
            </a:r>
            <a:r>
              <a:rPr lang="en-US" dirty="0"/>
              <a:t> </a:t>
            </a:r>
            <a:r>
              <a:rPr lang="en-US" dirty="0" err="1"/>
              <a:t>এলোমেলো</a:t>
            </a:r>
            <a:r>
              <a:rPr lang="en-US" dirty="0"/>
              <a:t> </a:t>
            </a:r>
            <a:r>
              <a:rPr lang="en-US" dirty="0" err="1"/>
              <a:t>থাকে</a:t>
            </a:r>
            <a:endParaRPr lang="en-US" dirty="0"/>
          </a:p>
          <a:p>
            <a:pPr marL="914400" lvl="1" indent="-457200">
              <a:buFont typeface="Wingdings" panose="05000000000000000000" pitchFamily="2" charset="2"/>
              <a:buChar char="Ø"/>
            </a:pPr>
            <a:r>
              <a:rPr lang="en-US" dirty="0" err="1"/>
              <a:t>চোখ</a:t>
            </a:r>
            <a:r>
              <a:rPr lang="en-US" dirty="0"/>
              <a:t> </a:t>
            </a:r>
            <a:r>
              <a:rPr lang="en-US" dirty="0" err="1"/>
              <a:t>লাল</a:t>
            </a:r>
            <a:r>
              <a:rPr lang="en-US" dirty="0"/>
              <a:t> </a:t>
            </a:r>
            <a:r>
              <a:rPr lang="en-US" dirty="0" err="1"/>
              <a:t>হয়ে</a:t>
            </a:r>
            <a:r>
              <a:rPr lang="en-US" dirty="0"/>
              <a:t> </a:t>
            </a:r>
            <a:r>
              <a:rPr lang="en-US" dirty="0" err="1"/>
              <a:t>যায়</a:t>
            </a:r>
            <a:r>
              <a:rPr lang="en-US" dirty="0"/>
              <a:t>, </a:t>
            </a:r>
            <a:r>
              <a:rPr lang="en-US" dirty="0" err="1"/>
              <a:t>চারদিকে</a:t>
            </a:r>
            <a:r>
              <a:rPr lang="en-US" dirty="0"/>
              <a:t> </a:t>
            </a:r>
            <a:r>
              <a:rPr lang="en-US" dirty="0" err="1"/>
              <a:t>ফুলে</a:t>
            </a:r>
            <a:r>
              <a:rPr lang="en-US" dirty="0"/>
              <a:t> </a:t>
            </a:r>
            <a:r>
              <a:rPr lang="en-US" dirty="0" err="1"/>
              <a:t>যায়</a:t>
            </a:r>
            <a:r>
              <a:rPr lang="en-US" dirty="0"/>
              <a:t>, </a:t>
            </a:r>
            <a:r>
              <a:rPr lang="en-US" dirty="0" err="1"/>
              <a:t>চোখ</a:t>
            </a:r>
            <a:r>
              <a:rPr lang="en-US" dirty="0"/>
              <a:t> </a:t>
            </a:r>
            <a:r>
              <a:rPr lang="en-US" dirty="0" err="1"/>
              <a:t>বন্ধ</a:t>
            </a:r>
            <a:r>
              <a:rPr lang="en-US" dirty="0"/>
              <a:t> </a:t>
            </a:r>
            <a:r>
              <a:rPr lang="en-US" dirty="0" err="1"/>
              <a:t>হয়ে</a:t>
            </a:r>
            <a:r>
              <a:rPr lang="en-US" dirty="0"/>
              <a:t> </a:t>
            </a:r>
            <a:r>
              <a:rPr lang="en-US" dirty="0" err="1"/>
              <a:t>যায়</a:t>
            </a:r>
            <a:endParaRPr lang="en-US" dirty="0"/>
          </a:p>
          <a:p>
            <a:pPr marL="914400" lvl="1" indent="-457200">
              <a:buFont typeface="Wingdings" panose="05000000000000000000" pitchFamily="2" charset="2"/>
              <a:buChar char="Ø"/>
            </a:pPr>
            <a:r>
              <a:rPr lang="en-US" dirty="0" err="1"/>
              <a:t>মাথা</a:t>
            </a:r>
            <a:r>
              <a:rPr lang="en-US" dirty="0"/>
              <a:t>, </a:t>
            </a:r>
            <a:r>
              <a:rPr lang="en-US" dirty="0" err="1"/>
              <a:t>মাথার</a:t>
            </a:r>
            <a:r>
              <a:rPr lang="en-US" dirty="0"/>
              <a:t> </a:t>
            </a:r>
            <a:r>
              <a:rPr lang="en-US" dirty="0" err="1"/>
              <a:t>ঝুটি</a:t>
            </a:r>
            <a:r>
              <a:rPr lang="en-US" dirty="0"/>
              <a:t>, </a:t>
            </a:r>
            <a:r>
              <a:rPr lang="en-US" dirty="0" err="1"/>
              <a:t>কানের</a:t>
            </a:r>
            <a:r>
              <a:rPr lang="en-US" dirty="0"/>
              <a:t> </a:t>
            </a:r>
            <a:r>
              <a:rPr lang="en-US" dirty="0" err="1"/>
              <a:t>লতিতে</a:t>
            </a:r>
            <a:r>
              <a:rPr lang="en-US" dirty="0"/>
              <a:t> </a:t>
            </a:r>
            <a:r>
              <a:rPr lang="en-US" dirty="0" err="1"/>
              <a:t>পানি</a:t>
            </a:r>
            <a:r>
              <a:rPr lang="en-US" dirty="0"/>
              <a:t> </a:t>
            </a:r>
            <a:r>
              <a:rPr lang="en-US" dirty="0" err="1"/>
              <a:t>জমে</a:t>
            </a:r>
            <a:r>
              <a:rPr lang="en-US" dirty="0"/>
              <a:t> </a:t>
            </a:r>
            <a:r>
              <a:rPr lang="en-US" dirty="0" err="1"/>
              <a:t>ফুলে</a:t>
            </a:r>
            <a:r>
              <a:rPr lang="en-US" dirty="0"/>
              <a:t> </a:t>
            </a:r>
            <a:r>
              <a:rPr lang="en-US" dirty="0" err="1"/>
              <a:t>উঠে</a:t>
            </a:r>
            <a:endParaRPr lang="en-US" dirty="0"/>
          </a:p>
          <a:p>
            <a:pPr marL="914400" lvl="1" indent="-457200">
              <a:buFont typeface="Wingdings" panose="05000000000000000000" pitchFamily="2" charset="2"/>
              <a:buChar char="Ø"/>
            </a:pPr>
            <a:r>
              <a:rPr lang="en-US" dirty="0" err="1"/>
              <a:t>নাক</a:t>
            </a:r>
            <a:r>
              <a:rPr lang="en-US" dirty="0"/>
              <a:t> ও </a:t>
            </a:r>
            <a:r>
              <a:rPr lang="en-US" dirty="0" err="1"/>
              <a:t>মুখ</a:t>
            </a:r>
            <a:r>
              <a:rPr lang="en-US" dirty="0"/>
              <a:t> </a:t>
            </a:r>
            <a:r>
              <a:rPr lang="en-US" dirty="0" err="1"/>
              <a:t>দিয়ে</a:t>
            </a:r>
            <a:r>
              <a:rPr lang="en-US" dirty="0"/>
              <a:t> </a:t>
            </a:r>
            <a:r>
              <a:rPr lang="en-US" dirty="0" err="1"/>
              <a:t>পানি</a:t>
            </a:r>
            <a:r>
              <a:rPr lang="en-US" dirty="0"/>
              <a:t> </a:t>
            </a:r>
            <a:r>
              <a:rPr lang="en-US" dirty="0" err="1"/>
              <a:t>ঝরে</a:t>
            </a:r>
            <a:endParaRPr lang="en-US" dirty="0"/>
          </a:p>
          <a:p>
            <a:pPr marL="914400" lvl="1" indent="-457200">
              <a:buFont typeface="Wingdings" panose="05000000000000000000" pitchFamily="2" charset="2"/>
              <a:buChar char="Ø"/>
            </a:pPr>
            <a:r>
              <a:rPr lang="en-US" dirty="0" err="1"/>
              <a:t>পায়ের</a:t>
            </a:r>
            <a:r>
              <a:rPr lang="en-US" dirty="0"/>
              <a:t> </a:t>
            </a:r>
            <a:r>
              <a:rPr lang="en-US" dirty="0" err="1"/>
              <a:t>পাতায়</a:t>
            </a:r>
            <a:r>
              <a:rPr lang="en-US" dirty="0"/>
              <a:t> </a:t>
            </a:r>
            <a:r>
              <a:rPr lang="en-US" dirty="0" err="1"/>
              <a:t>রক্ত</a:t>
            </a:r>
            <a:r>
              <a:rPr lang="en-US" dirty="0"/>
              <a:t> </a:t>
            </a:r>
            <a:r>
              <a:rPr lang="en-US" dirty="0" err="1"/>
              <a:t>জমে</a:t>
            </a:r>
            <a:r>
              <a:rPr lang="en-US" dirty="0"/>
              <a:t> </a:t>
            </a:r>
          </a:p>
          <a:p>
            <a:pPr marL="457200" indent="-457200">
              <a:buFont typeface="Wingdings" panose="05000000000000000000" pitchFamily="2" charset="2"/>
              <a:buChar char="Ø"/>
            </a:pPr>
            <a:r>
              <a:rPr lang="en-US" dirty="0" err="1">
                <a:solidFill>
                  <a:srgbClr val="FFFF00"/>
                </a:solidFill>
              </a:rPr>
              <a:t>প্রতিকারঃ</a:t>
            </a:r>
            <a:endParaRPr lang="en-US" dirty="0">
              <a:solidFill>
                <a:srgbClr val="FFFF00"/>
              </a:solidFill>
            </a:endParaRPr>
          </a:p>
          <a:p>
            <a:pPr marL="914400" lvl="1" indent="-457200">
              <a:buFont typeface="Wingdings" panose="05000000000000000000" pitchFamily="2" charset="2"/>
              <a:buChar char="Ø"/>
            </a:pPr>
            <a:r>
              <a:rPr lang="en-US" dirty="0" err="1"/>
              <a:t>ভাইরাস</a:t>
            </a:r>
            <a:r>
              <a:rPr lang="en-US" dirty="0"/>
              <a:t> </a:t>
            </a:r>
            <a:r>
              <a:rPr lang="en-US" dirty="0" err="1"/>
              <a:t>জনিত</a:t>
            </a:r>
            <a:r>
              <a:rPr lang="en-US" dirty="0"/>
              <a:t> </a:t>
            </a:r>
            <a:r>
              <a:rPr lang="en-US" dirty="0" err="1"/>
              <a:t>রোগের</a:t>
            </a:r>
            <a:r>
              <a:rPr lang="en-US" dirty="0"/>
              <a:t> </a:t>
            </a:r>
            <a:r>
              <a:rPr lang="en-US" dirty="0" err="1"/>
              <a:t>চিকিৎসা</a:t>
            </a:r>
            <a:r>
              <a:rPr lang="en-US" dirty="0"/>
              <a:t> </a:t>
            </a:r>
            <a:r>
              <a:rPr lang="en-US" dirty="0" err="1"/>
              <a:t>নেই</a:t>
            </a:r>
            <a:r>
              <a:rPr lang="en-US" dirty="0"/>
              <a:t>, </a:t>
            </a:r>
            <a:r>
              <a:rPr lang="en-US" dirty="0" err="1"/>
              <a:t>তাই</a:t>
            </a:r>
            <a:r>
              <a:rPr lang="en-US" dirty="0"/>
              <a:t> </a:t>
            </a:r>
            <a:r>
              <a:rPr lang="en-US" dirty="0" err="1"/>
              <a:t>প্রতিকার</a:t>
            </a:r>
            <a:r>
              <a:rPr lang="en-US" dirty="0"/>
              <a:t> </a:t>
            </a:r>
            <a:r>
              <a:rPr lang="en-US" dirty="0" err="1"/>
              <a:t>নেই</a:t>
            </a:r>
            <a:r>
              <a:rPr lang="en-US" dirty="0"/>
              <a:t> , </a:t>
            </a:r>
            <a:r>
              <a:rPr lang="en-US" dirty="0" err="1"/>
              <a:t>প্রতিরোধ</a:t>
            </a:r>
            <a:r>
              <a:rPr lang="en-US" dirty="0"/>
              <a:t> </a:t>
            </a:r>
            <a:r>
              <a:rPr lang="en-US" dirty="0" err="1"/>
              <a:t>করতে</a:t>
            </a:r>
            <a:r>
              <a:rPr lang="en-US" dirty="0"/>
              <a:t> </a:t>
            </a:r>
            <a:r>
              <a:rPr lang="en-US" dirty="0" err="1"/>
              <a:t>হবে</a:t>
            </a:r>
            <a:r>
              <a:rPr lang="en-US" dirty="0"/>
              <a:t> </a:t>
            </a:r>
            <a:r>
              <a:rPr lang="en-US" dirty="0" err="1"/>
              <a:t>আগেই</a:t>
            </a:r>
            <a:r>
              <a:rPr lang="en-US" dirty="0"/>
              <a:t>।</a:t>
            </a:r>
          </a:p>
          <a:p>
            <a:pPr marL="914400" lvl="1" indent="-457200">
              <a:buFont typeface="Wingdings" panose="05000000000000000000" pitchFamily="2" charset="2"/>
              <a:buChar char="Ø"/>
            </a:pPr>
            <a:r>
              <a:rPr lang="en-US" dirty="0" err="1"/>
              <a:t>স্বাস্থ্যসম্মত</a:t>
            </a:r>
            <a:r>
              <a:rPr lang="en-US" dirty="0"/>
              <a:t> </a:t>
            </a:r>
            <a:r>
              <a:rPr lang="en-US" dirty="0" err="1"/>
              <a:t>পালন</a:t>
            </a:r>
            <a:r>
              <a:rPr lang="en-US" dirty="0"/>
              <a:t> </a:t>
            </a:r>
            <a:r>
              <a:rPr lang="en-US" dirty="0" err="1"/>
              <a:t>ব্যাবস্থা</a:t>
            </a:r>
            <a:r>
              <a:rPr lang="en-US" dirty="0"/>
              <a:t> </a:t>
            </a:r>
            <a:r>
              <a:rPr lang="en-US" dirty="0" err="1"/>
              <a:t>মেনে</a:t>
            </a:r>
            <a:r>
              <a:rPr lang="en-US" dirty="0"/>
              <a:t> </a:t>
            </a:r>
            <a:r>
              <a:rPr lang="en-US" dirty="0" err="1"/>
              <a:t>চলা</a:t>
            </a:r>
            <a:endParaRPr lang="en-US" dirty="0"/>
          </a:p>
          <a:p>
            <a:pPr marL="914400" lvl="1" indent="-457200">
              <a:buFont typeface="Wingdings" panose="05000000000000000000" pitchFamily="2" charset="2"/>
              <a:buChar char="Ø"/>
            </a:pPr>
            <a:r>
              <a:rPr lang="en-US" dirty="0" err="1"/>
              <a:t>জঈব</a:t>
            </a:r>
            <a:r>
              <a:rPr lang="en-US" dirty="0"/>
              <a:t> </a:t>
            </a:r>
            <a:r>
              <a:rPr lang="en-US" dirty="0" err="1"/>
              <a:t>প্রতিরোধ</a:t>
            </a:r>
            <a:r>
              <a:rPr lang="en-US" dirty="0"/>
              <a:t> </a:t>
            </a:r>
            <a:r>
              <a:rPr lang="en-US" dirty="0" err="1"/>
              <a:t>গড়ে</a:t>
            </a:r>
            <a:r>
              <a:rPr lang="en-US" dirty="0"/>
              <a:t> </a:t>
            </a:r>
            <a:r>
              <a:rPr lang="en-US" dirty="0" err="1"/>
              <a:t>তোলা</a:t>
            </a:r>
            <a:endParaRPr lang="en-US" dirty="0"/>
          </a:p>
          <a:p>
            <a:pPr marL="914400" lvl="1" indent="-457200">
              <a:buFont typeface="Wingdings" panose="05000000000000000000" pitchFamily="2" charset="2"/>
              <a:buChar char="Ø"/>
            </a:pPr>
            <a:r>
              <a:rPr lang="en-US" dirty="0" err="1"/>
              <a:t>সময়মত</a:t>
            </a:r>
            <a:r>
              <a:rPr lang="en-US" dirty="0"/>
              <a:t> Bird Flue Vaccine </a:t>
            </a:r>
            <a:r>
              <a:rPr lang="en-US" dirty="0" err="1"/>
              <a:t>টিকা</a:t>
            </a:r>
            <a:r>
              <a:rPr lang="en-US" dirty="0"/>
              <a:t> </a:t>
            </a:r>
            <a:r>
              <a:rPr lang="en-US" dirty="0" err="1"/>
              <a:t>দেয়া</a:t>
            </a:r>
            <a:endParaRPr lang="en-US" dirty="0"/>
          </a:p>
          <a:p>
            <a:pPr lvl="1"/>
            <a:endParaRPr lang="en-US" dirty="0">
              <a:solidFill>
                <a:schemeClr val="accent2">
                  <a:lumMod val="60000"/>
                  <a:lumOff val="40000"/>
                </a:schemeClr>
              </a:solidFill>
            </a:endParaRPr>
          </a:p>
        </p:txBody>
      </p:sp>
      <p:pic>
        <p:nvPicPr>
          <p:cNvPr id="3074" name="Picture 2" descr="Avian Influenza in Poultry | The ...">
            <a:extLst>
              <a:ext uri="{FF2B5EF4-FFF2-40B4-BE49-F238E27FC236}">
                <a16:creationId xmlns:a16="http://schemas.microsoft.com/office/drawing/2014/main" id="{6E94C375-F883-C093-A06C-5CEBF7D857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9585" y="2057072"/>
            <a:ext cx="1945523" cy="250559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Chicken Flu: Over 816 Royalty-Free ...">
            <a:extLst>
              <a:ext uri="{FF2B5EF4-FFF2-40B4-BE49-F238E27FC236}">
                <a16:creationId xmlns:a16="http://schemas.microsoft.com/office/drawing/2014/main" id="{4EDF2F69-CC27-97B8-91D4-870926DB80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23922" y="4814393"/>
            <a:ext cx="2638425" cy="173355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Avian Flu in Birds? - My Pet Chicken">
            <a:extLst>
              <a:ext uri="{FF2B5EF4-FFF2-40B4-BE49-F238E27FC236}">
                <a16:creationId xmlns:a16="http://schemas.microsoft.com/office/drawing/2014/main" id="{235B5186-10B3-E1A3-5CF5-4EEE4D8F97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7799" y="2023640"/>
            <a:ext cx="2539029" cy="25390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038072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গামবারো</a:t>
            </a:r>
            <a:r>
              <a:rPr lang="en-US" sz="4400" dirty="0"/>
              <a:t> </a:t>
            </a:r>
            <a:r>
              <a:rPr lang="en-US" sz="4400" dirty="0" err="1"/>
              <a:t>রোগ</a:t>
            </a:r>
            <a:r>
              <a:rPr lang="en-US" sz="4400" dirty="0"/>
              <a:t> (</a:t>
            </a:r>
            <a:r>
              <a:rPr lang="en-US" sz="4400" dirty="0" err="1"/>
              <a:t>Gumboro</a:t>
            </a:r>
            <a:r>
              <a:rPr lang="en-US" sz="4400" dirty="0"/>
              <a:t> Disease)</a:t>
            </a:r>
            <a:endParaRPr lang="en-US" dirty="0"/>
          </a:p>
        </p:txBody>
      </p:sp>
      <p:sp>
        <p:nvSpPr>
          <p:cNvPr id="4" name="TextBox 3">
            <a:extLst>
              <a:ext uri="{FF2B5EF4-FFF2-40B4-BE49-F238E27FC236}">
                <a16:creationId xmlns:a16="http://schemas.microsoft.com/office/drawing/2014/main" id="{1EF1D268-3F5A-0F88-FAAE-F048E70B0F1A}"/>
              </a:ext>
            </a:extLst>
          </p:cNvPr>
          <p:cNvSpPr txBox="1"/>
          <p:nvPr/>
        </p:nvSpPr>
        <p:spPr>
          <a:xfrm>
            <a:off x="197408" y="2094577"/>
            <a:ext cx="6800551" cy="5109091"/>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dirty="0" err="1">
                <a:solidFill>
                  <a:srgbClr val="FFFF00"/>
                </a:solidFill>
              </a:rPr>
              <a:t>রোগের</a:t>
            </a:r>
            <a:r>
              <a:rPr lang="en-US" dirty="0">
                <a:solidFill>
                  <a:srgbClr val="FFFF00"/>
                </a:solidFill>
              </a:rPr>
              <a:t> </a:t>
            </a:r>
            <a:r>
              <a:rPr lang="en-US" dirty="0" err="1">
                <a:solidFill>
                  <a:srgbClr val="FFFF00"/>
                </a:solidFill>
              </a:rPr>
              <a:t>কারণঃ</a:t>
            </a:r>
            <a:r>
              <a:rPr lang="en-US" dirty="0">
                <a:solidFill>
                  <a:srgbClr val="FFFF00"/>
                </a:solidFill>
              </a:rPr>
              <a:t> </a:t>
            </a:r>
            <a:r>
              <a:rPr lang="en-US" dirty="0" err="1"/>
              <a:t>Birna</a:t>
            </a:r>
            <a:r>
              <a:rPr lang="en-US" dirty="0"/>
              <a:t> Virus </a:t>
            </a:r>
            <a:r>
              <a:rPr lang="en-US" dirty="0" err="1"/>
              <a:t>দ্বারা</a:t>
            </a:r>
            <a:r>
              <a:rPr lang="en-US" dirty="0"/>
              <a:t> </a:t>
            </a:r>
            <a:r>
              <a:rPr lang="en-US" dirty="0" err="1"/>
              <a:t>হয়</a:t>
            </a:r>
            <a:endParaRPr lang="en-US" dirty="0"/>
          </a:p>
          <a:p>
            <a:pPr marL="457200" indent="-457200">
              <a:buFont typeface="Wingdings" panose="05000000000000000000" pitchFamily="2" charset="2"/>
              <a:buChar char="Ø"/>
            </a:pPr>
            <a:r>
              <a:rPr lang="en-US" dirty="0" err="1">
                <a:solidFill>
                  <a:srgbClr val="FFFF00"/>
                </a:solidFill>
              </a:rPr>
              <a:t>লক্ষণঃ</a:t>
            </a:r>
            <a:endParaRPr lang="en-US" dirty="0">
              <a:solidFill>
                <a:srgbClr val="FFFF00"/>
              </a:solidFill>
            </a:endParaRPr>
          </a:p>
          <a:p>
            <a:pPr marL="914400" lvl="1" indent="-457200">
              <a:buFont typeface="Wingdings" panose="05000000000000000000" pitchFamily="2" charset="2"/>
              <a:buChar char="Ø"/>
            </a:pPr>
            <a:r>
              <a:rPr lang="en-US" dirty="0" err="1"/>
              <a:t>মুরগীর</a:t>
            </a:r>
            <a:r>
              <a:rPr lang="en-US" dirty="0"/>
              <a:t> </a:t>
            </a:r>
            <a:r>
              <a:rPr lang="en-US" dirty="0" err="1"/>
              <a:t>পালক</a:t>
            </a:r>
            <a:r>
              <a:rPr lang="en-US" dirty="0"/>
              <a:t> </a:t>
            </a:r>
            <a:r>
              <a:rPr lang="en-US" dirty="0" err="1"/>
              <a:t>এলোমেলো</a:t>
            </a:r>
            <a:r>
              <a:rPr lang="en-US" dirty="0"/>
              <a:t> </a:t>
            </a:r>
            <a:r>
              <a:rPr lang="en-US" dirty="0" err="1"/>
              <a:t>হয়</a:t>
            </a:r>
            <a:endParaRPr lang="en-US" dirty="0"/>
          </a:p>
          <a:p>
            <a:pPr marL="914400" lvl="1" indent="-457200">
              <a:buFont typeface="Wingdings" panose="05000000000000000000" pitchFamily="2" charset="2"/>
              <a:buChar char="Ø"/>
            </a:pPr>
            <a:r>
              <a:rPr lang="en-US" dirty="0" err="1"/>
              <a:t>দুর্ঘন্ধযুক্ত</a:t>
            </a:r>
            <a:r>
              <a:rPr lang="en-US" dirty="0"/>
              <a:t> </a:t>
            </a:r>
            <a:r>
              <a:rPr lang="en-US" dirty="0" err="1"/>
              <a:t>মলত্যাগ</a:t>
            </a:r>
            <a:r>
              <a:rPr lang="en-US" dirty="0"/>
              <a:t> </a:t>
            </a:r>
            <a:r>
              <a:rPr lang="en-US" dirty="0" err="1"/>
              <a:t>করে</a:t>
            </a:r>
            <a:endParaRPr lang="en-US" dirty="0"/>
          </a:p>
          <a:p>
            <a:pPr marL="914400" lvl="1" indent="-457200">
              <a:buFont typeface="Wingdings" panose="05000000000000000000" pitchFamily="2" charset="2"/>
              <a:buChar char="Ø"/>
            </a:pPr>
            <a:r>
              <a:rPr lang="en-US" dirty="0" err="1"/>
              <a:t>শরীরের</a:t>
            </a:r>
            <a:r>
              <a:rPr lang="en-US" dirty="0"/>
              <a:t> </a:t>
            </a:r>
            <a:r>
              <a:rPr lang="en-US" dirty="0" err="1"/>
              <a:t>তাপমাত্রা</a:t>
            </a:r>
            <a:r>
              <a:rPr lang="en-US" dirty="0"/>
              <a:t> </a:t>
            </a:r>
            <a:r>
              <a:rPr lang="en-US" dirty="0" err="1"/>
              <a:t>অনেক</a:t>
            </a:r>
            <a:r>
              <a:rPr lang="en-US" dirty="0"/>
              <a:t> </a:t>
            </a:r>
            <a:r>
              <a:rPr lang="en-US" dirty="0" err="1"/>
              <a:t>বেড়ে</a:t>
            </a:r>
            <a:r>
              <a:rPr lang="en-US" dirty="0"/>
              <a:t> </a:t>
            </a:r>
            <a:r>
              <a:rPr lang="en-US" dirty="0" err="1"/>
              <a:t>যায়</a:t>
            </a:r>
            <a:endParaRPr lang="en-US" dirty="0"/>
          </a:p>
          <a:p>
            <a:pPr marL="914400" lvl="1" indent="-457200">
              <a:buFont typeface="Wingdings" panose="05000000000000000000" pitchFamily="2" charset="2"/>
              <a:buChar char="Ø"/>
            </a:pPr>
            <a:r>
              <a:rPr lang="en-US" dirty="0" err="1"/>
              <a:t>বাচ্চাগুলা</a:t>
            </a:r>
            <a:r>
              <a:rPr lang="en-US" dirty="0"/>
              <a:t> </a:t>
            </a:r>
            <a:r>
              <a:rPr lang="en-US" dirty="0" err="1"/>
              <a:t>ঘরের</a:t>
            </a:r>
            <a:r>
              <a:rPr lang="en-US" dirty="0"/>
              <a:t> </a:t>
            </a:r>
            <a:r>
              <a:rPr lang="en-US" dirty="0" err="1"/>
              <a:t>কোনে</a:t>
            </a:r>
            <a:r>
              <a:rPr lang="en-US" dirty="0"/>
              <a:t> </a:t>
            </a:r>
            <a:r>
              <a:rPr lang="en-US" dirty="0" err="1"/>
              <a:t>একসাথে</a:t>
            </a:r>
            <a:r>
              <a:rPr lang="en-US" dirty="0"/>
              <a:t> </a:t>
            </a:r>
            <a:r>
              <a:rPr lang="en-US" dirty="0" err="1"/>
              <a:t>ঝিমায়</a:t>
            </a:r>
            <a:endParaRPr lang="en-US" dirty="0"/>
          </a:p>
          <a:p>
            <a:pPr marL="914400" lvl="1" indent="-457200">
              <a:buFont typeface="Wingdings" panose="05000000000000000000" pitchFamily="2" charset="2"/>
              <a:buChar char="Ø"/>
            </a:pPr>
            <a:r>
              <a:rPr lang="en-US" dirty="0" err="1"/>
              <a:t>পায়ের</a:t>
            </a:r>
            <a:r>
              <a:rPr lang="en-US" dirty="0"/>
              <a:t> </a:t>
            </a:r>
            <a:r>
              <a:rPr lang="en-US" dirty="0" err="1"/>
              <a:t>গিট</a:t>
            </a:r>
            <a:r>
              <a:rPr lang="en-US" dirty="0"/>
              <a:t> </a:t>
            </a:r>
            <a:r>
              <a:rPr lang="en-US" dirty="0" err="1"/>
              <a:t>ফুলে</a:t>
            </a:r>
            <a:r>
              <a:rPr lang="en-US" dirty="0"/>
              <a:t> </a:t>
            </a:r>
            <a:r>
              <a:rPr lang="en-US" dirty="0" err="1"/>
              <a:t>যায়</a:t>
            </a:r>
            <a:endParaRPr lang="en-US" dirty="0"/>
          </a:p>
          <a:p>
            <a:pPr marL="914400" lvl="1" indent="-457200">
              <a:buFont typeface="Wingdings" panose="05000000000000000000" pitchFamily="2" charset="2"/>
              <a:buChar char="Ø"/>
            </a:pPr>
            <a:r>
              <a:rPr lang="en-US" dirty="0" err="1"/>
              <a:t>পানিতৃস্না</a:t>
            </a:r>
            <a:r>
              <a:rPr lang="en-US" dirty="0"/>
              <a:t> </a:t>
            </a:r>
            <a:r>
              <a:rPr lang="en-US" dirty="0" err="1"/>
              <a:t>বাড়ে</a:t>
            </a:r>
            <a:r>
              <a:rPr lang="en-US" dirty="0"/>
              <a:t>, </a:t>
            </a:r>
            <a:r>
              <a:rPr lang="en-US" dirty="0" err="1"/>
              <a:t>অরুচি</a:t>
            </a:r>
            <a:r>
              <a:rPr lang="en-US" dirty="0"/>
              <a:t> </a:t>
            </a:r>
            <a:r>
              <a:rPr lang="en-US" dirty="0" err="1"/>
              <a:t>হয়</a:t>
            </a:r>
            <a:endParaRPr lang="en-US" dirty="0"/>
          </a:p>
          <a:p>
            <a:pPr marL="914400" lvl="1" indent="-457200">
              <a:buFont typeface="Wingdings" panose="05000000000000000000" pitchFamily="2" charset="2"/>
              <a:buChar char="Ø"/>
            </a:pPr>
            <a:r>
              <a:rPr lang="en-US" dirty="0" err="1"/>
              <a:t>পায়ুপথ</a:t>
            </a:r>
            <a:r>
              <a:rPr lang="en-US" dirty="0"/>
              <a:t> </a:t>
            </a:r>
            <a:r>
              <a:rPr lang="en-US" dirty="0" err="1"/>
              <a:t>সবসময়</a:t>
            </a:r>
            <a:r>
              <a:rPr lang="en-US" dirty="0"/>
              <a:t> </a:t>
            </a:r>
            <a:r>
              <a:rPr lang="en-US" dirty="0" err="1"/>
              <a:t>ভেজা</a:t>
            </a:r>
            <a:r>
              <a:rPr lang="en-US" dirty="0"/>
              <a:t> </a:t>
            </a:r>
            <a:r>
              <a:rPr lang="en-US" dirty="0" err="1"/>
              <a:t>থাকে</a:t>
            </a:r>
            <a:endParaRPr lang="en-US" dirty="0"/>
          </a:p>
          <a:p>
            <a:pPr marL="914400" lvl="1" indent="-457200">
              <a:buFont typeface="Wingdings" panose="05000000000000000000" pitchFamily="2" charset="2"/>
              <a:buChar char="Ø"/>
            </a:pPr>
            <a:r>
              <a:rPr lang="en-US" dirty="0" err="1"/>
              <a:t>পানিশুন্যতায়</a:t>
            </a:r>
            <a:r>
              <a:rPr lang="en-US" dirty="0"/>
              <a:t> </a:t>
            </a:r>
            <a:r>
              <a:rPr lang="en-US" dirty="0" err="1"/>
              <a:t>মারা</a:t>
            </a:r>
            <a:r>
              <a:rPr lang="en-US" dirty="0"/>
              <a:t> </a:t>
            </a:r>
            <a:r>
              <a:rPr lang="en-US" dirty="0" err="1"/>
              <a:t>যায়</a:t>
            </a:r>
            <a:endParaRPr lang="en-US" dirty="0"/>
          </a:p>
          <a:p>
            <a:pPr marL="457200" indent="-457200">
              <a:buFont typeface="Wingdings" panose="05000000000000000000" pitchFamily="2" charset="2"/>
              <a:buChar char="Ø"/>
            </a:pPr>
            <a:r>
              <a:rPr lang="en-US" dirty="0" err="1">
                <a:solidFill>
                  <a:srgbClr val="FFFF00"/>
                </a:solidFill>
              </a:rPr>
              <a:t>প্রতিকারঃ</a:t>
            </a:r>
            <a:endParaRPr lang="en-US" dirty="0">
              <a:solidFill>
                <a:srgbClr val="FFFF00"/>
              </a:solidFill>
            </a:endParaRPr>
          </a:p>
          <a:p>
            <a:pPr marL="914400" lvl="1" indent="-457200">
              <a:buFont typeface="Wingdings" panose="05000000000000000000" pitchFamily="2" charset="2"/>
              <a:buChar char="Ø"/>
            </a:pPr>
            <a:r>
              <a:rPr lang="en-US" dirty="0" err="1"/>
              <a:t>ভাইরাস</a:t>
            </a:r>
            <a:r>
              <a:rPr lang="en-US" dirty="0"/>
              <a:t> </a:t>
            </a:r>
            <a:r>
              <a:rPr lang="en-US" dirty="0" err="1"/>
              <a:t>জনিত</a:t>
            </a:r>
            <a:r>
              <a:rPr lang="en-US" dirty="0"/>
              <a:t> </a:t>
            </a:r>
            <a:r>
              <a:rPr lang="en-US" dirty="0" err="1"/>
              <a:t>রোগের</a:t>
            </a:r>
            <a:r>
              <a:rPr lang="en-US" dirty="0"/>
              <a:t> </a:t>
            </a:r>
            <a:r>
              <a:rPr lang="en-US" dirty="0" err="1"/>
              <a:t>চিকিৎসা</a:t>
            </a:r>
            <a:r>
              <a:rPr lang="en-US" dirty="0"/>
              <a:t> </a:t>
            </a:r>
            <a:r>
              <a:rPr lang="en-US" dirty="0" err="1"/>
              <a:t>নেই</a:t>
            </a:r>
            <a:r>
              <a:rPr lang="en-US" dirty="0"/>
              <a:t>, </a:t>
            </a:r>
            <a:r>
              <a:rPr lang="en-US" dirty="0" err="1"/>
              <a:t>তাই</a:t>
            </a:r>
            <a:r>
              <a:rPr lang="en-US" dirty="0"/>
              <a:t> </a:t>
            </a:r>
            <a:r>
              <a:rPr lang="en-US" dirty="0" err="1"/>
              <a:t>প্রতিকার</a:t>
            </a:r>
            <a:r>
              <a:rPr lang="en-US" dirty="0"/>
              <a:t> </a:t>
            </a:r>
            <a:r>
              <a:rPr lang="en-US" dirty="0" err="1"/>
              <a:t>নেই</a:t>
            </a:r>
            <a:r>
              <a:rPr lang="en-US" dirty="0"/>
              <a:t> , </a:t>
            </a:r>
            <a:r>
              <a:rPr lang="en-US" dirty="0" err="1"/>
              <a:t>প্রতিরোধ</a:t>
            </a:r>
            <a:r>
              <a:rPr lang="en-US" dirty="0"/>
              <a:t> </a:t>
            </a:r>
            <a:r>
              <a:rPr lang="en-US" dirty="0" err="1"/>
              <a:t>করতে</a:t>
            </a:r>
            <a:r>
              <a:rPr lang="en-US" dirty="0"/>
              <a:t> </a:t>
            </a:r>
            <a:r>
              <a:rPr lang="en-US" dirty="0" err="1"/>
              <a:t>হবে</a:t>
            </a:r>
            <a:r>
              <a:rPr lang="en-US" dirty="0"/>
              <a:t> </a:t>
            </a:r>
            <a:r>
              <a:rPr lang="en-US" dirty="0" err="1"/>
              <a:t>আগেই</a:t>
            </a:r>
            <a:r>
              <a:rPr lang="en-US" dirty="0"/>
              <a:t>।</a:t>
            </a:r>
          </a:p>
          <a:p>
            <a:pPr marL="914400" lvl="1" indent="-457200">
              <a:buFont typeface="Wingdings" panose="05000000000000000000" pitchFamily="2" charset="2"/>
              <a:buChar char="Ø"/>
            </a:pPr>
            <a:r>
              <a:rPr lang="en-US" dirty="0" err="1"/>
              <a:t>জৈব</a:t>
            </a:r>
            <a:r>
              <a:rPr lang="en-US" dirty="0"/>
              <a:t> </a:t>
            </a:r>
            <a:r>
              <a:rPr lang="en-US" dirty="0" err="1"/>
              <a:t>নিরাপত্তা</a:t>
            </a:r>
            <a:r>
              <a:rPr lang="en-US" dirty="0"/>
              <a:t> </a:t>
            </a:r>
            <a:r>
              <a:rPr lang="en-US" dirty="0" err="1"/>
              <a:t>গড়ে</a:t>
            </a:r>
            <a:r>
              <a:rPr lang="en-US" dirty="0"/>
              <a:t> </a:t>
            </a:r>
            <a:r>
              <a:rPr lang="en-US" dirty="0" err="1"/>
              <a:t>তোলা</a:t>
            </a:r>
            <a:endParaRPr lang="en-US" dirty="0"/>
          </a:p>
          <a:p>
            <a:pPr marL="914400" lvl="1" indent="-457200">
              <a:buFont typeface="Wingdings" panose="05000000000000000000" pitchFamily="2" charset="2"/>
              <a:buChar char="Ø"/>
            </a:pPr>
            <a:r>
              <a:rPr lang="en-US" dirty="0" err="1"/>
              <a:t>মৃত</a:t>
            </a:r>
            <a:r>
              <a:rPr lang="en-US" dirty="0"/>
              <a:t> </a:t>
            </a:r>
            <a:r>
              <a:rPr lang="en-US" dirty="0" err="1"/>
              <a:t>মুরগী</a:t>
            </a:r>
            <a:r>
              <a:rPr lang="en-US" dirty="0"/>
              <a:t> </a:t>
            </a:r>
            <a:r>
              <a:rPr lang="en-US" dirty="0" err="1"/>
              <a:t>মাটিতে</a:t>
            </a:r>
            <a:r>
              <a:rPr lang="en-US" dirty="0"/>
              <a:t> </a:t>
            </a:r>
            <a:r>
              <a:rPr lang="en-US" dirty="0" err="1"/>
              <a:t>পুতে</a:t>
            </a:r>
            <a:r>
              <a:rPr lang="en-US" dirty="0"/>
              <a:t> </a:t>
            </a:r>
            <a:r>
              <a:rPr lang="en-US" dirty="0" err="1"/>
              <a:t>ফেলা</a:t>
            </a:r>
            <a:endParaRPr lang="en-US" dirty="0"/>
          </a:p>
          <a:p>
            <a:pPr marL="914400" lvl="1" indent="-457200">
              <a:buFont typeface="Wingdings" panose="05000000000000000000" pitchFamily="2" charset="2"/>
              <a:buChar char="Ø"/>
            </a:pPr>
            <a:r>
              <a:rPr lang="en-US" dirty="0" err="1"/>
              <a:t>সময়মত</a:t>
            </a:r>
            <a:r>
              <a:rPr lang="en-US" dirty="0"/>
              <a:t> </a:t>
            </a:r>
            <a:r>
              <a:rPr lang="en-US" dirty="0" err="1"/>
              <a:t>টিকা</a:t>
            </a:r>
            <a:r>
              <a:rPr lang="en-US" dirty="0"/>
              <a:t> </a:t>
            </a:r>
            <a:r>
              <a:rPr lang="en-US" dirty="0" err="1"/>
              <a:t>দেয়া</a:t>
            </a:r>
            <a:endParaRPr lang="en-US" dirty="0"/>
          </a:p>
          <a:p>
            <a:pPr lvl="1"/>
            <a:endParaRPr lang="en-US" dirty="0">
              <a:solidFill>
                <a:schemeClr val="accent2">
                  <a:lumMod val="60000"/>
                  <a:lumOff val="40000"/>
                </a:schemeClr>
              </a:solidFill>
            </a:endParaRPr>
          </a:p>
        </p:txBody>
      </p:sp>
      <p:pic>
        <p:nvPicPr>
          <p:cNvPr id="4098" name="Picture 2" descr="Infectious Bursal Disease (Gumboro) in ...">
            <a:extLst>
              <a:ext uri="{FF2B5EF4-FFF2-40B4-BE49-F238E27FC236}">
                <a16:creationId xmlns:a16="http://schemas.microsoft.com/office/drawing/2014/main" id="{42D376E4-B3D6-D3BA-2D37-5BFE7DDC2C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4715" y="2678566"/>
            <a:ext cx="2590800" cy="17621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ontrol Gumboro disease in poultry farms">
            <a:extLst>
              <a:ext uri="{FF2B5EF4-FFF2-40B4-BE49-F238E27FC236}">
                <a16:creationId xmlns:a16="http://schemas.microsoft.com/office/drawing/2014/main" id="{A0A79A37-9405-EA74-D79B-373E118F6F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4715" y="4569388"/>
            <a:ext cx="2647950" cy="168592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Infectious Bursal Disease ...">
            <a:extLst>
              <a:ext uri="{FF2B5EF4-FFF2-40B4-BE49-F238E27FC236}">
                <a16:creationId xmlns:a16="http://schemas.microsoft.com/office/drawing/2014/main" id="{7F1D4C0A-7EDC-DC64-1F37-7E31CB192C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36398" y="2678566"/>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266079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বসন্ত</a:t>
            </a:r>
            <a:r>
              <a:rPr lang="en-US" sz="4400" dirty="0"/>
              <a:t> </a:t>
            </a:r>
            <a:r>
              <a:rPr lang="en-US" sz="4400" dirty="0" err="1"/>
              <a:t>রোগ</a:t>
            </a:r>
            <a:r>
              <a:rPr lang="en-US" sz="4400" dirty="0"/>
              <a:t> (Chicken Pox Disease)</a:t>
            </a:r>
            <a:endParaRPr lang="en-US" dirty="0"/>
          </a:p>
        </p:txBody>
      </p:sp>
      <p:sp>
        <p:nvSpPr>
          <p:cNvPr id="4" name="TextBox 3">
            <a:extLst>
              <a:ext uri="{FF2B5EF4-FFF2-40B4-BE49-F238E27FC236}">
                <a16:creationId xmlns:a16="http://schemas.microsoft.com/office/drawing/2014/main" id="{1EF1D268-3F5A-0F88-FAAE-F048E70B0F1A}"/>
              </a:ext>
            </a:extLst>
          </p:cNvPr>
          <p:cNvSpPr txBox="1"/>
          <p:nvPr/>
        </p:nvSpPr>
        <p:spPr>
          <a:xfrm>
            <a:off x="197408" y="2094577"/>
            <a:ext cx="6800551" cy="4278094"/>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dirty="0" err="1">
                <a:solidFill>
                  <a:srgbClr val="FFFF00"/>
                </a:solidFill>
              </a:rPr>
              <a:t>রোগের</a:t>
            </a:r>
            <a:r>
              <a:rPr lang="en-US" dirty="0">
                <a:solidFill>
                  <a:srgbClr val="FFFF00"/>
                </a:solidFill>
              </a:rPr>
              <a:t> </a:t>
            </a:r>
            <a:r>
              <a:rPr lang="en-US" dirty="0" err="1">
                <a:solidFill>
                  <a:srgbClr val="FFFF00"/>
                </a:solidFill>
              </a:rPr>
              <a:t>কারণঃ</a:t>
            </a:r>
            <a:r>
              <a:rPr lang="en-US" dirty="0">
                <a:solidFill>
                  <a:srgbClr val="FFFF00"/>
                </a:solidFill>
              </a:rPr>
              <a:t> </a:t>
            </a:r>
            <a:r>
              <a:rPr lang="en-US" dirty="0"/>
              <a:t>Fowl Pox Virus </a:t>
            </a:r>
            <a:r>
              <a:rPr lang="en-US" dirty="0" err="1"/>
              <a:t>দ্বারা</a:t>
            </a:r>
            <a:r>
              <a:rPr lang="en-US" dirty="0"/>
              <a:t> </a:t>
            </a:r>
            <a:r>
              <a:rPr lang="en-US" dirty="0" err="1"/>
              <a:t>হয়</a:t>
            </a:r>
            <a:endParaRPr lang="en-US" dirty="0"/>
          </a:p>
          <a:p>
            <a:pPr marL="457200" indent="-457200">
              <a:buFont typeface="Wingdings" panose="05000000000000000000" pitchFamily="2" charset="2"/>
              <a:buChar char="Ø"/>
            </a:pPr>
            <a:r>
              <a:rPr lang="en-US" dirty="0" err="1">
                <a:solidFill>
                  <a:srgbClr val="FFFF00"/>
                </a:solidFill>
              </a:rPr>
              <a:t>লক্ষণঃ</a:t>
            </a:r>
            <a:endParaRPr lang="en-US" dirty="0">
              <a:solidFill>
                <a:srgbClr val="FFFF00"/>
              </a:solidFill>
            </a:endParaRPr>
          </a:p>
          <a:p>
            <a:pPr marL="914400" lvl="1" indent="-457200">
              <a:buFont typeface="Wingdings" panose="05000000000000000000" pitchFamily="2" charset="2"/>
              <a:buChar char="Ø"/>
            </a:pPr>
            <a:r>
              <a:rPr lang="en-US" dirty="0" err="1"/>
              <a:t>মুরগীর</a:t>
            </a:r>
            <a:r>
              <a:rPr lang="en-US" dirty="0"/>
              <a:t> </a:t>
            </a:r>
            <a:r>
              <a:rPr lang="en-US" dirty="0" err="1"/>
              <a:t>মাথার</a:t>
            </a:r>
            <a:r>
              <a:rPr lang="en-US" dirty="0"/>
              <a:t> </a:t>
            </a:r>
            <a:r>
              <a:rPr lang="en-US" dirty="0" err="1"/>
              <a:t>ঝুটির</a:t>
            </a:r>
            <a:r>
              <a:rPr lang="en-US" dirty="0"/>
              <a:t> </a:t>
            </a:r>
            <a:r>
              <a:rPr lang="en-US" dirty="0" err="1"/>
              <a:t>কাছে</a:t>
            </a:r>
            <a:r>
              <a:rPr lang="en-US" dirty="0"/>
              <a:t> </a:t>
            </a:r>
            <a:r>
              <a:rPr lang="en-US" dirty="0" err="1"/>
              <a:t>গুটি</a:t>
            </a:r>
            <a:r>
              <a:rPr lang="en-US" dirty="0"/>
              <a:t> </a:t>
            </a:r>
            <a:r>
              <a:rPr lang="en-US" dirty="0" err="1"/>
              <a:t>গুটি</a:t>
            </a:r>
            <a:r>
              <a:rPr lang="en-US" dirty="0"/>
              <a:t> </a:t>
            </a:r>
            <a:r>
              <a:rPr lang="en-US" dirty="0" err="1"/>
              <a:t>হয়</a:t>
            </a:r>
            <a:endParaRPr lang="en-US" dirty="0"/>
          </a:p>
          <a:p>
            <a:pPr marL="914400" lvl="1" indent="-457200">
              <a:buFont typeface="Wingdings" panose="05000000000000000000" pitchFamily="2" charset="2"/>
              <a:buChar char="Ø"/>
            </a:pPr>
            <a:r>
              <a:rPr lang="en-US" dirty="0" err="1"/>
              <a:t>চোখের</a:t>
            </a:r>
            <a:r>
              <a:rPr lang="en-US" dirty="0"/>
              <a:t> </a:t>
            </a:r>
            <a:r>
              <a:rPr lang="en-US" dirty="0" err="1"/>
              <a:t>পাশে</a:t>
            </a:r>
            <a:r>
              <a:rPr lang="en-US" dirty="0"/>
              <a:t> </a:t>
            </a:r>
            <a:r>
              <a:rPr lang="en-US" dirty="0" err="1"/>
              <a:t>গুটি</a:t>
            </a:r>
            <a:r>
              <a:rPr lang="en-US" dirty="0"/>
              <a:t> </a:t>
            </a:r>
            <a:r>
              <a:rPr lang="en-US" dirty="0" err="1"/>
              <a:t>হওয়ায়</a:t>
            </a:r>
            <a:r>
              <a:rPr lang="en-US" dirty="0"/>
              <a:t>, </a:t>
            </a:r>
            <a:r>
              <a:rPr lang="en-US" dirty="0" err="1"/>
              <a:t>চোখ</a:t>
            </a:r>
            <a:r>
              <a:rPr lang="en-US" dirty="0"/>
              <a:t> </a:t>
            </a:r>
            <a:r>
              <a:rPr lang="en-US" dirty="0" err="1"/>
              <a:t>বন্ধ</a:t>
            </a:r>
            <a:r>
              <a:rPr lang="en-US" dirty="0"/>
              <a:t> </a:t>
            </a:r>
            <a:r>
              <a:rPr lang="en-US" dirty="0" err="1"/>
              <a:t>হবার</a:t>
            </a:r>
            <a:r>
              <a:rPr lang="en-US" dirty="0"/>
              <a:t> </a:t>
            </a:r>
            <a:r>
              <a:rPr lang="en-US" dirty="0" err="1"/>
              <a:t>উপক্রম</a:t>
            </a:r>
            <a:r>
              <a:rPr lang="en-US" dirty="0"/>
              <a:t> </a:t>
            </a:r>
            <a:r>
              <a:rPr lang="en-US" dirty="0" err="1"/>
              <a:t>হয়</a:t>
            </a:r>
            <a:endParaRPr lang="en-US" dirty="0"/>
          </a:p>
          <a:p>
            <a:pPr marL="914400" lvl="1" indent="-457200">
              <a:buFont typeface="Wingdings" panose="05000000000000000000" pitchFamily="2" charset="2"/>
              <a:buChar char="Ø"/>
            </a:pPr>
            <a:r>
              <a:rPr lang="en-US" dirty="0" err="1"/>
              <a:t>গুটি</a:t>
            </a:r>
            <a:r>
              <a:rPr lang="en-US" dirty="0"/>
              <a:t> </a:t>
            </a:r>
            <a:r>
              <a:rPr lang="en-US" dirty="0" err="1"/>
              <a:t>লাল</a:t>
            </a:r>
            <a:r>
              <a:rPr lang="en-US" dirty="0"/>
              <a:t> </a:t>
            </a:r>
            <a:r>
              <a:rPr lang="en-US" dirty="0" err="1"/>
              <a:t>থেকে</a:t>
            </a:r>
            <a:r>
              <a:rPr lang="en-US" dirty="0"/>
              <a:t> </a:t>
            </a:r>
            <a:r>
              <a:rPr lang="en-US" dirty="0" err="1"/>
              <a:t>কালো</a:t>
            </a:r>
            <a:r>
              <a:rPr lang="en-US" dirty="0"/>
              <a:t> </a:t>
            </a:r>
            <a:r>
              <a:rPr lang="en-US" dirty="0" err="1"/>
              <a:t>বর্ণ</a:t>
            </a:r>
            <a:r>
              <a:rPr lang="en-US" dirty="0"/>
              <a:t> </a:t>
            </a:r>
            <a:r>
              <a:rPr lang="en-US" dirty="0" err="1"/>
              <a:t>ধারণ</a:t>
            </a:r>
            <a:r>
              <a:rPr lang="en-US" dirty="0"/>
              <a:t> </a:t>
            </a:r>
            <a:r>
              <a:rPr lang="en-US" dirty="0" err="1"/>
              <a:t>করে</a:t>
            </a:r>
            <a:endParaRPr lang="en-US" dirty="0"/>
          </a:p>
          <a:p>
            <a:pPr marL="914400" lvl="1" indent="-457200">
              <a:buFont typeface="Wingdings" panose="05000000000000000000" pitchFamily="2" charset="2"/>
              <a:buChar char="Ø"/>
            </a:pPr>
            <a:r>
              <a:rPr lang="en-US" dirty="0" err="1"/>
              <a:t>চোখ</a:t>
            </a:r>
            <a:r>
              <a:rPr lang="en-US" dirty="0"/>
              <a:t> ও </a:t>
            </a:r>
            <a:r>
              <a:rPr lang="en-US" dirty="0" err="1"/>
              <a:t>নাক</a:t>
            </a:r>
            <a:r>
              <a:rPr lang="en-US" dirty="0"/>
              <a:t> </a:t>
            </a:r>
            <a:r>
              <a:rPr lang="en-US" dirty="0" err="1"/>
              <a:t>দিয়ে</a:t>
            </a:r>
            <a:r>
              <a:rPr lang="en-US" dirty="0"/>
              <a:t> </a:t>
            </a:r>
            <a:r>
              <a:rPr lang="en-US" dirty="0" err="1"/>
              <a:t>তরল</a:t>
            </a:r>
            <a:r>
              <a:rPr lang="en-US" dirty="0"/>
              <a:t> </a:t>
            </a:r>
            <a:r>
              <a:rPr lang="en-US" dirty="0" err="1"/>
              <a:t>লালা</a:t>
            </a:r>
            <a:r>
              <a:rPr lang="en-US" dirty="0"/>
              <a:t> </a:t>
            </a:r>
            <a:r>
              <a:rPr lang="en-US" dirty="0" err="1"/>
              <a:t>নিসৃত</a:t>
            </a:r>
            <a:r>
              <a:rPr lang="en-US" dirty="0"/>
              <a:t> </a:t>
            </a:r>
            <a:r>
              <a:rPr lang="en-US" dirty="0" err="1"/>
              <a:t>হয়</a:t>
            </a:r>
            <a:endParaRPr lang="en-US" dirty="0"/>
          </a:p>
          <a:p>
            <a:pPr marL="914400" lvl="1" indent="-457200">
              <a:buFont typeface="Wingdings" panose="05000000000000000000" pitchFamily="2" charset="2"/>
              <a:buChar char="Ø"/>
            </a:pPr>
            <a:r>
              <a:rPr lang="en-US" dirty="0" err="1"/>
              <a:t>শ্বাসকষ্ট</a:t>
            </a:r>
            <a:r>
              <a:rPr lang="en-US" dirty="0"/>
              <a:t> </a:t>
            </a:r>
            <a:r>
              <a:rPr lang="en-US" dirty="0" err="1"/>
              <a:t>হয়</a:t>
            </a:r>
            <a:endParaRPr lang="en-US" dirty="0"/>
          </a:p>
          <a:p>
            <a:pPr marL="457200" indent="-457200">
              <a:buFont typeface="Wingdings" panose="05000000000000000000" pitchFamily="2" charset="2"/>
              <a:buChar char="Ø"/>
            </a:pPr>
            <a:r>
              <a:rPr lang="en-US" dirty="0" err="1">
                <a:solidFill>
                  <a:srgbClr val="FFFF00"/>
                </a:solidFill>
              </a:rPr>
              <a:t>প্রতিকারঃ</a:t>
            </a:r>
            <a:endParaRPr lang="en-US" dirty="0">
              <a:solidFill>
                <a:srgbClr val="FFFF00"/>
              </a:solidFill>
            </a:endParaRPr>
          </a:p>
          <a:p>
            <a:pPr marL="914400" lvl="1" indent="-457200">
              <a:buFont typeface="Wingdings" panose="05000000000000000000" pitchFamily="2" charset="2"/>
              <a:buChar char="Ø"/>
            </a:pPr>
            <a:r>
              <a:rPr lang="en-US" dirty="0" err="1"/>
              <a:t>ভাইরাস</a:t>
            </a:r>
            <a:r>
              <a:rPr lang="en-US" dirty="0"/>
              <a:t> </a:t>
            </a:r>
            <a:r>
              <a:rPr lang="en-US" dirty="0" err="1"/>
              <a:t>জনিত</a:t>
            </a:r>
            <a:r>
              <a:rPr lang="en-US" dirty="0"/>
              <a:t> </a:t>
            </a:r>
            <a:r>
              <a:rPr lang="en-US" dirty="0" err="1"/>
              <a:t>রোগের</a:t>
            </a:r>
            <a:r>
              <a:rPr lang="en-US" dirty="0"/>
              <a:t> </a:t>
            </a:r>
            <a:r>
              <a:rPr lang="en-US" dirty="0" err="1"/>
              <a:t>চিকিৎসা</a:t>
            </a:r>
            <a:r>
              <a:rPr lang="en-US" dirty="0"/>
              <a:t> </a:t>
            </a:r>
            <a:r>
              <a:rPr lang="en-US" dirty="0" err="1"/>
              <a:t>নেই</a:t>
            </a:r>
            <a:r>
              <a:rPr lang="en-US" dirty="0"/>
              <a:t>, </a:t>
            </a:r>
            <a:r>
              <a:rPr lang="en-US" dirty="0" err="1"/>
              <a:t>তাই</a:t>
            </a:r>
            <a:r>
              <a:rPr lang="en-US" dirty="0"/>
              <a:t> </a:t>
            </a:r>
            <a:r>
              <a:rPr lang="en-US" dirty="0" err="1"/>
              <a:t>প্রতিকার</a:t>
            </a:r>
            <a:r>
              <a:rPr lang="en-US" dirty="0"/>
              <a:t> </a:t>
            </a:r>
            <a:r>
              <a:rPr lang="en-US" dirty="0" err="1"/>
              <a:t>নেই</a:t>
            </a:r>
            <a:r>
              <a:rPr lang="en-US" dirty="0"/>
              <a:t> , </a:t>
            </a:r>
            <a:r>
              <a:rPr lang="en-US" dirty="0" err="1"/>
              <a:t>প্রতিরোধ</a:t>
            </a:r>
            <a:r>
              <a:rPr lang="en-US" dirty="0"/>
              <a:t> </a:t>
            </a:r>
            <a:r>
              <a:rPr lang="en-US" dirty="0" err="1"/>
              <a:t>করতে</a:t>
            </a:r>
            <a:r>
              <a:rPr lang="en-US" dirty="0"/>
              <a:t> </a:t>
            </a:r>
            <a:r>
              <a:rPr lang="en-US" dirty="0" err="1"/>
              <a:t>হবে</a:t>
            </a:r>
            <a:r>
              <a:rPr lang="en-US" dirty="0"/>
              <a:t> </a:t>
            </a:r>
            <a:r>
              <a:rPr lang="en-US" dirty="0" err="1"/>
              <a:t>আগেই</a:t>
            </a:r>
            <a:r>
              <a:rPr lang="en-US" dirty="0"/>
              <a:t>।</a:t>
            </a:r>
          </a:p>
          <a:p>
            <a:pPr marL="914400" lvl="1" indent="-457200">
              <a:buFont typeface="Wingdings" panose="05000000000000000000" pitchFamily="2" charset="2"/>
              <a:buChar char="Ø"/>
            </a:pPr>
            <a:r>
              <a:rPr lang="en-US" dirty="0" err="1"/>
              <a:t>জৈব</a:t>
            </a:r>
            <a:r>
              <a:rPr lang="en-US" dirty="0"/>
              <a:t> </a:t>
            </a:r>
            <a:r>
              <a:rPr lang="en-US" dirty="0" err="1"/>
              <a:t>নিরাপত্তা</a:t>
            </a:r>
            <a:r>
              <a:rPr lang="en-US" dirty="0"/>
              <a:t> </a:t>
            </a:r>
            <a:r>
              <a:rPr lang="en-US" dirty="0" err="1"/>
              <a:t>গড়ে</a:t>
            </a:r>
            <a:r>
              <a:rPr lang="en-US" dirty="0"/>
              <a:t> </a:t>
            </a:r>
            <a:r>
              <a:rPr lang="en-US" dirty="0" err="1"/>
              <a:t>তোলা</a:t>
            </a:r>
            <a:endParaRPr lang="en-US" dirty="0"/>
          </a:p>
          <a:p>
            <a:pPr marL="914400" lvl="1" indent="-457200">
              <a:buFont typeface="Wingdings" panose="05000000000000000000" pitchFamily="2" charset="2"/>
              <a:buChar char="Ø"/>
            </a:pPr>
            <a:r>
              <a:rPr lang="en-US" dirty="0" err="1"/>
              <a:t>মৃত</a:t>
            </a:r>
            <a:r>
              <a:rPr lang="en-US" dirty="0"/>
              <a:t> </a:t>
            </a:r>
            <a:r>
              <a:rPr lang="en-US" dirty="0" err="1"/>
              <a:t>মুরগী</a:t>
            </a:r>
            <a:r>
              <a:rPr lang="en-US" dirty="0"/>
              <a:t> </a:t>
            </a:r>
            <a:r>
              <a:rPr lang="en-US" dirty="0" err="1"/>
              <a:t>মাটিতে</a:t>
            </a:r>
            <a:r>
              <a:rPr lang="en-US" dirty="0"/>
              <a:t> </a:t>
            </a:r>
            <a:r>
              <a:rPr lang="en-US" dirty="0" err="1"/>
              <a:t>পুতে</a:t>
            </a:r>
            <a:r>
              <a:rPr lang="en-US" dirty="0"/>
              <a:t> </a:t>
            </a:r>
            <a:r>
              <a:rPr lang="en-US" dirty="0" err="1"/>
              <a:t>ফেলা</a:t>
            </a:r>
            <a:endParaRPr lang="en-US" dirty="0"/>
          </a:p>
          <a:p>
            <a:pPr marL="914400" lvl="1" indent="-457200">
              <a:buFont typeface="Wingdings" panose="05000000000000000000" pitchFamily="2" charset="2"/>
              <a:buChar char="Ø"/>
            </a:pPr>
            <a:r>
              <a:rPr lang="en-US" dirty="0" err="1"/>
              <a:t>সময়মত</a:t>
            </a:r>
            <a:r>
              <a:rPr lang="en-US" dirty="0"/>
              <a:t> </a:t>
            </a:r>
            <a:r>
              <a:rPr lang="en-US" dirty="0" err="1"/>
              <a:t>টিকা</a:t>
            </a:r>
            <a:r>
              <a:rPr lang="en-US" dirty="0"/>
              <a:t> </a:t>
            </a:r>
            <a:r>
              <a:rPr lang="en-US" dirty="0" err="1"/>
              <a:t>দেয়া</a:t>
            </a:r>
            <a:endParaRPr lang="en-US" dirty="0"/>
          </a:p>
          <a:p>
            <a:pPr lvl="1"/>
            <a:endParaRPr lang="en-US" dirty="0">
              <a:solidFill>
                <a:schemeClr val="accent2">
                  <a:lumMod val="60000"/>
                  <a:lumOff val="40000"/>
                </a:schemeClr>
              </a:solidFill>
            </a:endParaRPr>
          </a:p>
        </p:txBody>
      </p:sp>
      <p:pic>
        <p:nvPicPr>
          <p:cNvPr id="5122" name="Picture 2" descr="Fowlpox in Poultry - Laying Hens">
            <a:extLst>
              <a:ext uri="{FF2B5EF4-FFF2-40B4-BE49-F238E27FC236}">
                <a16:creationId xmlns:a16="http://schemas.microsoft.com/office/drawing/2014/main" id="{E25398E6-148D-5B21-7872-FCE1C92C74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68594" y="2262479"/>
            <a:ext cx="24669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Fowl Pox - Bukoola Vet">
            <a:extLst>
              <a:ext uri="{FF2B5EF4-FFF2-40B4-BE49-F238E27FC236}">
                <a16:creationId xmlns:a16="http://schemas.microsoft.com/office/drawing/2014/main" id="{02964BB6-DC06-77F3-41DB-84E97972A2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3317" y="2262479"/>
            <a:ext cx="2581275" cy="1847850"/>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descr="A Guide to Fowl Pox in Chickens ...">
            <a:extLst>
              <a:ext uri="{FF2B5EF4-FFF2-40B4-BE49-F238E27FC236}">
                <a16:creationId xmlns:a16="http://schemas.microsoft.com/office/drawing/2014/main" id="{1534F0AC-33C6-7CEF-35C9-84356933EF4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2081" y="4233624"/>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4271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রক্ত</a:t>
            </a:r>
            <a:r>
              <a:rPr lang="en-US" sz="4400" dirty="0"/>
              <a:t> </a:t>
            </a:r>
            <a:r>
              <a:rPr lang="en-US" sz="4400" dirty="0" err="1"/>
              <a:t>আমাশয়</a:t>
            </a:r>
            <a:r>
              <a:rPr lang="en-US" sz="4400" dirty="0"/>
              <a:t> </a:t>
            </a:r>
            <a:r>
              <a:rPr lang="en-US" sz="4400" dirty="0" err="1"/>
              <a:t>রোগ</a:t>
            </a:r>
            <a:endParaRPr lang="en-US" dirty="0"/>
          </a:p>
        </p:txBody>
      </p:sp>
      <p:sp>
        <p:nvSpPr>
          <p:cNvPr id="4" name="TextBox 3">
            <a:extLst>
              <a:ext uri="{FF2B5EF4-FFF2-40B4-BE49-F238E27FC236}">
                <a16:creationId xmlns:a16="http://schemas.microsoft.com/office/drawing/2014/main" id="{1EF1D268-3F5A-0F88-FAAE-F048E70B0F1A}"/>
              </a:ext>
            </a:extLst>
          </p:cNvPr>
          <p:cNvSpPr txBox="1"/>
          <p:nvPr/>
        </p:nvSpPr>
        <p:spPr>
          <a:xfrm>
            <a:off x="197408" y="2094577"/>
            <a:ext cx="6800551" cy="3447098"/>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dirty="0" err="1">
                <a:solidFill>
                  <a:srgbClr val="FFFF00"/>
                </a:solidFill>
              </a:rPr>
              <a:t>রোগের</a:t>
            </a:r>
            <a:r>
              <a:rPr lang="en-US" dirty="0">
                <a:solidFill>
                  <a:srgbClr val="FFFF00"/>
                </a:solidFill>
              </a:rPr>
              <a:t> </a:t>
            </a:r>
            <a:r>
              <a:rPr lang="en-US" dirty="0" err="1">
                <a:solidFill>
                  <a:srgbClr val="FFFF00"/>
                </a:solidFill>
              </a:rPr>
              <a:t>কারণঃ</a:t>
            </a:r>
            <a:r>
              <a:rPr lang="en-US" dirty="0">
                <a:solidFill>
                  <a:srgbClr val="FFFF00"/>
                </a:solidFill>
              </a:rPr>
              <a:t> </a:t>
            </a:r>
            <a:r>
              <a:rPr lang="en-US" dirty="0" err="1"/>
              <a:t>Protozoya</a:t>
            </a:r>
            <a:r>
              <a:rPr lang="en-US" dirty="0"/>
              <a:t> (</a:t>
            </a:r>
            <a:r>
              <a:rPr lang="en-US" i="1" dirty="0"/>
              <a:t>Eimeria </a:t>
            </a:r>
            <a:r>
              <a:rPr lang="en-US" i="1" dirty="0" err="1"/>
              <a:t>tenella</a:t>
            </a:r>
            <a:r>
              <a:rPr lang="en-US" dirty="0"/>
              <a:t>) </a:t>
            </a:r>
            <a:r>
              <a:rPr lang="en-US" dirty="0" err="1"/>
              <a:t>দ্বারা</a:t>
            </a:r>
            <a:r>
              <a:rPr lang="en-US" dirty="0"/>
              <a:t> </a:t>
            </a:r>
            <a:r>
              <a:rPr lang="en-US" dirty="0" err="1"/>
              <a:t>হয়</a:t>
            </a:r>
            <a:endParaRPr lang="en-US" dirty="0"/>
          </a:p>
          <a:p>
            <a:pPr marL="457200" indent="-457200">
              <a:buFont typeface="Wingdings" panose="05000000000000000000" pitchFamily="2" charset="2"/>
              <a:buChar char="Ø"/>
            </a:pPr>
            <a:r>
              <a:rPr lang="en-US" dirty="0" err="1">
                <a:solidFill>
                  <a:srgbClr val="FFFF00"/>
                </a:solidFill>
              </a:rPr>
              <a:t>লক্ষণঃ</a:t>
            </a:r>
            <a:endParaRPr lang="en-US" dirty="0">
              <a:solidFill>
                <a:srgbClr val="FFFF00"/>
              </a:solidFill>
            </a:endParaRPr>
          </a:p>
          <a:p>
            <a:pPr marL="914400" lvl="1" indent="-457200">
              <a:buFont typeface="Wingdings" panose="05000000000000000000" pitchFamily="2" charset="2"/>
              <a:buChar char="Ø"/>
            </a:pPr>
            <a:r>
              <a:rPr lang="en-US" dirty="0" err="1"/>
              <a:t>মুরগীর</a:t>
            </a:r>
            <a:r>
              <a:rPr lang="en-US" dirty="0"/>
              <a:t> </a:t>
            </a:r>
            <a:r>
              <a:rPr lang="en-US" dirty="0" err="1"/>
              <a:t>পালক</a:t>
            </a:r>
            <a:r>
              <a:rPr lang="en-US" dirty="0"/>
              <a:t> </a:t>
            </a:r>
            <a:r>
              <a:rPr lang="en-US" dirty="0" err="1"/>
              <a:t>এলোমেলো</a:t>
            </a:r>
            <a:r>
              <a:rPr lang="en-US" dirty="0"/>
              <a:t> </a:t>
            </a:r>
            <a:r>
              <a:rPr lang="en-US" dirty="0" err="1"/>
              <a:t>হয়ে</a:t>
            </a:r>
            <a:r>
              <a:rPr lang="en-US" dirty="0"/>
              <a:t> </a:t>
            </a:r>
            <a:r>
              <a:rPr lang="en-US" dirty="0" err="1"/>
              <a:t>ঝুলে</a:t>
            </a:r>
            <a:r>
              <a:rPr lang="en-US" dirty="0"/>
              <a:t> </a:t>
            </a:r>
            <a:r>
              <a:rPr lang="en-US" dirty="0" err="1"/>
              <a:t>পরে</a:t>
            </a:r>
            <a:endParaRPr lang="en-US" dirty="0"/>
          </a:p>
          <a:p>
            <a:pPr marL="914400" lvl="1" indent="-457200">
              <a:buFont typeface="Wingdings" panose="05000000000000000000" pitchFamily="2" charset="2"/>
              <a:buChar char="Ø"/>
            </a:pPr>
            <a:r>
              <a:rPr lang="en-US" dirty="0" err="1"/>
              <a:t>দল</a:t>
            </a:r>
            <a:r>
              <a:rPr lang="en-US" dirty="0"/>
              <a:t> </a:t>
            </a:r>
            <a:r>
              <a:rPr lang="en-US" dirty="0" err="1"/>
              <a:t>থেকে</a:t>
            </a:r>
            <a:r>
              <a:rPr lang="en-US" dirty="0"/>
              <a:t> </a:t>
            </a:r>
            <a:r>
              <a:rPr lang="en-US" dirty="0" err="1"/>
              <a:t>আলাদা</a:t>
            </a:r>
            <a:r>
              <a:rPr lang="en-US" dirty="0"/>
              <a:t> </a:t>
            </a:r>
            <a:r>
              <a:rPr lang="en-US" dirty="0" err="1"/>
              <a:t>হয়ে</a:t>
            </a:r>
            <a:r>
              <a:rPr lang="en-US" dirty="0"/>
              <a:t> </a:t>
            </a:r>
            <a:r>
              <a:rPr lang="en-US" dirty="0" err="1"/>
              <a:t>বসে</a:t>
            </a:r>
            <a:r>
              <a:rPr lang="en-US" dirty="0"/>
              <a:t> </a:t>
            </a:r>
            <a:r>
              <a:rPr lang="en-US" dirty="0" err="1"/>
              <a:t>থাকে</a:t>
            </a:r>
            <a:endParaRPr lang="en-US" dirty="0"/>
          </a:p>
          <a:p>
            <a:pPr marL="914400" lvl="1" indent="-457200">
              <a:buFont typeface="Wingdings" panose="05000000000000000000" pitchFamily="2" charset="2"/>
              <a:buChar char="Ø"/>
            </a:pPr>
            <a:r>
              <a:rPr lang="en-US" dirty="0" err="1"/>
              <a:t>মলের</a:t>
            </a:r>
            <a:r>
              <a:rPr lang="en-US" dirty="0"/>
              <a:t> </a:t>
            </a:r>
            <a:r>
              <a:rPr lang="en-US" dirty="0" err="1"/>
              <a:t>সাথে</a:t>
            </a:r>
            <a:r>
              <a:rPr lang="en-US" dirty="0"/>
              <a:t> </a:t>
            </a:r>
            <a:r>
              <a:rPr lang="en-US" dirty="0" err="1"/>
              <a:t>রক্ত</a:t>
            </a:r>
            <a:r>
              <a:rPr lang="en-US" dirty="0"/>
              <a:t> ও </a:t>
            </a:r>
            <a:r>
              <a:rPr lang="en-US" dirty="0" err="1"/>
              <a:t>পাতলা</a:t>
            </a:r>
            <a:r>
              <a:rPr lang="en-US" dirty="0"/>
              <a:t> </a:t>
            </a:r>
            <a:r>
              <a:rPr lang="en-US" dirty="0" err="1"/>
              <a:t>মল</a:t>
            </a:r>
            <a:r>
              <a:rPr lang="en-US" dirty="0"/>
              <a:t> </a:t>
            </a:r>
            <a:r>
              <a:rPr lang="en-US" dirty="0" err="1"/>
              <a:t>ত্যাগ</a:t>
            </a:r>
            <a:r>
              <a:rPr lang="en-US" dirty="0"/>
              <a:t> </a:t>
            </a:r>
            <a:r>
              <a:rPr lang="en-US" dirty="0" err="1"/>
              <a:t>করে</a:t>
            </a:r>
            <a:endParaRPr lang="en-US" dirty="0"/>
          </a:p>
          <a:p>
            <a:pPr marL="914400" lvl="1" indent="-457200">
              <a:buFont typeface="Wingdings" panose="05000000000000000000" pitchFamily="2" charset="2"/>
              <a:buChar char="Ø"/>
            </a:pPr>
            <a:r>
              <a:rPr lang="en-US" dirty="0" err="1"/>
              <a:t>ঝুটি</a:t>
            </a:r>
            <a:r>
              <a:rPr lang="en-US" dirty="0"/>
              <a:t> ও </a:t>
            </a:r>
            <a:r>
              <a:rPr lang="en-US" dirty="0" err="1"/>
              <a:t>কানের</a:t>
            </a:r>
            <a:r>
              <a:rPr lang="en-US" dirty="0"/>
              <a:t> </a:t>
            </a:r>
            <a:r>
              <a:rPr lang="en-US" dirty="0" err="1"/>
              <a:t>লতি</a:t>
            </a:r>
            <a:r>
              <a:rPr lang="en-US" dirty="0"/>
              <a:t> </a:t>
            </a:r>
            <a:r>
              <a:rPr lang="en-US" dirty="0" err="1"/>
              <a:t>ফ্যাকাসে</a:t>
            </a:r>
            <a:r>
              <a:rPr lang="en-US" dirty="0"/>
              <a:t> </a:t>
            </a:r>
            <a:r>
              <a:rPr lang="en-US" dirty="0" err="1"/>
              <a:t>হয়ে</a:t>
            </a:r>
            <a:r>
              <a:rPr lang="en-US" dirty="0"/>
              <a:t> </a:t>
            </a:r>
            <a:r>
              <a:rPr lang="en-US" dirty="0" err="1"/>
              <a:t>যায়</a:t>
            </a:r>
            <a:endParaRPr lang="en-US" dirty="0"/>
          </a:p>
          <a:p>
            <a:pPr marL="457200" indent="-457200">
              <a:buFont typeface="Wingdings" panose="05000000000000000000" pitchFamily="2" charset="2"/>
              <a:buChar char="Ø"/>
            </a:pPr>
            <a:r>
              <a:rPr lang="en-US" dirty="0" err="1">
                <a:solidFill>
                  <a:srgbClr val="FFFF00"/>
                </a:solidFill>
              </a:rPr>
              <a:t>প্রতিকারঃ</a:t>
            </a:r>
            <a:endParaRPr lang="en-US" dirty="0">
              <a:solidFill>
                <a:srgbClr val="FFFF00"/>
              </a:solidFill>
            </a:endParaRPr>
          </a:p>
          <a:p>
            <a:pPr marL="914400" lvl="1" indent="-457200">
              <a:buFont typeface="Wingdings" panose="05000000000000000000" pitchFamily="2" charset="2"/>
              <a:buChar char="Ø"/>
            </a:pPr>
            <a:r>
              <a:rPr lang="en-US" dirty="0" err="1"/>
              <a:t>জৈব</a:t>
            </a:r>
            <a:r>
              <a:rPr lang="en-US" dirty="0"/>
              <a:t> </a:t>
            </a:r>
            <a:r>
              <a:rPr lang="en-US" dirty="0" err="1"/>
              <a:t>নিরাপত্তা</a:t>
            </a:r>
            <a:r>
              <a:rPr lang="en-US" dirty="0"/>
              <a:t> </a:t>
            </a:r>
            <a:r>
              <a:rPr lang="en-US" dirty="0" err="1"/>
              <a:t>গড়ে</a:t>
            </a:r>
            <a:r>
              <a:rPr lang="en-US" dirty="0"/>
              <a:t> </a:t>
            </a:r>
            <a:r>
              <a:rPr lang="en-US" dirty="0" err="1"/>
              <a:t>তোলা</a:t>
            </a:r>
            <a:endParaRPr lang="en-US" dirty="0"/>
          </a:p>
          <a:p>
            <a:pPr marL="914400" lvl="1" indent="-457200">
              <a:buFont typeface="Wingdings" panose="05000000000000000000" pitchFamily="2" charset="2"/>
              <a:buChar char="Ø"/>
            </a:pPr>
            <a:r>
              <a:rPr lang="en-US" dirty="0" err="1"/>
              <a:t>মৃত</a:t>
            </a:r>
            <a:r>
              <a:rPr lang="en-US" dirty="0"/>
              <a:t> </a:t>
            </a:r>
            <a:r>
              <a:rPr lang="en-US" dirty="0" err="1"/>
              <a:t>মুরগী</a:t>
            </a:r>
            <a:r>
              <a:rPr lang="en-US" dirty="0"/>
              <a:t> </a:t>
            </a:r>
            <a:r>
              <a:rPr lang="en-US" dirty="0" err="1"/>
              <a:t>মাটিতে</a:t>
            </a:r>
            <a:r>
              <a:rPr lang="en-US" dirty="0"/>
              <a:t> </a:t>
            </a:r>
            <a:r>
              <a:rPr lang="en-US" dirty="0" err="1"/>
              <a:t>পুতে</a:t>
            </a:r>
            <a:r>
              <a:rPr lang="en-US" dirty="0"/>
              <a:t> </a:t>
            </a:r>
            <a:r>
              <a:rPr lang="en-US" dirty="0" err="1"/>
              <a:t>ফেলা</a:t>
            </a:r>
            <a:r>
              <a:rPr lang="en-US" dirty="0"/>
              <a:t> </a:t>
            </a:r>
          </a:p>
          <a:p>
            <a:pPr marL="914400" lvl="1" indent="-457200">
              <a:buFont typeface="Wingdings" panose="05000000000000000000" pitchFamily="2" charset="2"/>
              <a:buChar char="Ø"/>
            </a:pPr>
            <a:r>
              <a:rPr lang="en-US" dirty="0" err="1"/>
              <a:t>সুস্থ্য</a:t>
            </a:r>
            <a:r>
              <a:rPr lang="en-US" dirty="0"/>
              <a:t> ও </a:t>
            </a:r>
            <a:r>
              <a:rPr lang="en-US" dirty="0" err="1"/>
              <a:t>রোগী</a:t>
            </a:r>
            <a:r>
              <a:rPr lang="en-US" dirty="0"/>
              <a:t> </a:t>
            </a:r>
            <a:r>
              <a:rPr lang="en-US" dirty="0" err="1"/>
              <a:t>মুরগীকে</a:t>
            </a:r>
            <a:r>
              <a:rPr lang="en-US" dirty="0"/>
              <a:t> </a:t>
            </a:r>
            <a:r>
              <a:rPr lang="en-US" dirty="0" err="1"/>
              <a:t>আলাদা</a:t>
            </a:r>
            <a:r>
              <a:rPr lang="en-US" dirty="0"/>
              <a:t> </a:t>
            </a:r>
            <a:r>
              <a:rPr lang="en-US" dirty="0" err="1"/>
              <a:t>করে</a:t>
            </a:r>
            <a:r>
              <a:rPr lang="en-US" dirty="0"/>
              <a:t> </a:t>
            </a:r>
            <a:r>
              <a:rPr lang="en-US" dirty="0" err="1"/>
              <a:t>রাখা</a:t>
            </a:r>
            <a:endParaRPr lang="en-US" dirty="0">
              <a:solidFill>
                <a:schemeClr val="accent2">
                  <a:lumMod val="60000"/>
                  <a:lumOff val="40000"/>
                </a:schemeClr>
              </a:solidFill>
            </a:endParaRPr>
          </a:p>
          <a:p>
            <a:pPr marL="914400" lvl="1" indent="-457200">
              <a:buFont typeface="Wingdings" panose="05000000000000000000" pitchFamily="2" charset="2"/>
              <a:buChar char="Ø"/>
            </a:pPr>
            <a:r>
              <a:rPr lang="en-US" dirty="0" err="1">
                <a:solidFill>
                  <a:schemeClr val="accent2">
                    <a:lumMod val="60000"/>
                    <a:lumOff val="40000"/>
                  </a:schemeClr>
                </a:solidFill>
              </a:rPr>
              <a:t>উচ্চক্ষমতা</a:t>
            </a:r>
            <a:r>
              <a:rPr lang="en-US" dirty="0">
                <a:solidFill>
                  <a:schemeClr val="accent2">
                    <a:lumMod val="60000"/>
                    <a:lumOff val="40000"/>
                  </a:schemeClr>
                </a:solidFill>
              </a:rPr>
              <a:t> </a:t>
            </a:r>
            <a:r>
              <a:rPr lang="en-US" dirty="0" err="1">
                <a:solidFill>
                  <a:schemeClr val="accent2">
                    <a:lumMod val="60000"/>
                    <a:lumOff val="40000"/>
                  </a:schemeClr>
                </a:solidFill>
              </a:rPr>
              <a:t>সম্পন্ন</a:t>
            </a:r>
            <a:r>
              <a:rPr lang="en-US" dirty="0">
                <a:solidFill>
                  <a:schemeClr val="accent2">
                    <a:lumMod val="60000"/>
                    <a:lumOff val="40000"/>
                  </a:schemeClr>
                </a:solidFill>
              </a:rPr>
              <a:t> </a:t>
            </a:r>
            <a:r>
              <a:rPr lang="en-US" dirty="0" err="1">
                <a:solidFill>
                  <a:schemeClr val="accent2">
                    <a:lumMod val="60000"/>
                    <a:lumOff val="40000"/>
                  </a:schemeClr>
                </a:solidFill>
              </a:rPr>
              <a:t>এন্টিবায়োটিক</a:t>
            </a:r>
            <a:r>
              <a:rPr lang="en-US" dirty="0">
                <a:solidFill>
                  <a:schemeClr val="accent2">
                    <a:lumMod val="60000"/>
                    <a:lumOff val="40000"/>
                  </a:schemeClr>
                </a:solidFill>
              </a:rPr>
              <a:t> </a:t>
            </a:r>
            <a:r>
              <a:rPr lang="en-US" dirty="0" err="1">
                <a:solidFill>
                  <a:schemeClr val="accent2">
                    <a:lumMod val="60000"/>
                    <a:lumOff val="40000"/>
                  </a:schemeClr>
                </a:solidFill>
              </a:rPr>
              <a:t>দেয়া</a:t>
            </a:r>
            <a:endParaRPr lang="en-US" dirty="0"/>
          </a:p>
        </p:txBody>
      </p:sp>
      <p:pic>
        <p:nvPicPr>
          <p:cNvPr id="6146" name="Picture 2">
            <a:extLst>
              <a:ext uri="{FF2B5EF4-FFF2-40B4-BE49-F238E27FC236}">
                <a16:creationId xmlns:a16="http://schemas.microsoft.com/office/drawing/2014/main" id="{33A1E282-1913-08E2-A28C-C0C0C4258C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4566" y="2398843"/>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4E65AB6B-0D9C-4159-3C51-73475943AC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0403" y="2398842"/>
            <a:ext cx="2619375" cy="1743075"/>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a:extLst>
              <a:ext uri="{FF2B5EF4-FFF2-40B4-BE49-F238E27FC236}">
                <a16:creationId xmlns:a16="http://schemas.microsoft.com/office/drawing/2014/main" id="{99B6B07D-8282-8FCF-137A-42A142EE75C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8053" y="4312590"/>
            <a:ext cx="2771775" cy="1647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831772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sz="4400" dirty="0" err="1"/>
              <a:t>মুরগীর</a:t>
            </a:r>
            <a:r>
              <a:rPr lang="en-US" sz="4400" dirty="0"/>
              <a:t> </a:t>
            </a:r>
            <a:r>
              <a:rPr lang="en-US" sz="4400" dirty="0" err="1"/>
              <a:t>কলেরা</a:t>
            </a:r>
            <a:r>
              <a:rPr lang="en-US" sz="4400" dirty="0"/>
              <a:t> </a:t>
            </a:r>
            <a:r>
              <a:rPr lang="en-US" sz="4400" dirty="0" err="1"/>
              <a:t>রোগ</a:t>
            </a:r>
            <a:r>
              <a:rPr lang="en-US" sz="4400" dirty="0"/>
              <a:t> (Fowl Cholera)</a:t>
            </a:r>
            <a:endParaRPr lang="en-US" dirty="0"/>
          </a:p>
        </p:txBody>
      </p:sp>
      <p:sp>
        <p:nvSpPr>
          <p:cNvPr id="4" name="TextBox 3">
            <a:extLst>
              <a:ext uri="{FF2B5EF4-FFF2-40B4-BE49-F238E27FC236}">
                <a16:creationId xmlns:a16="http://schemas.microsoft.com/office/drawing/2014/main" id="{1EF1D268-3F5A-0F88-FAAE-F048E70B0F1A}"/>
              </a:ext>
            </a:extLst>
          </p:cNvPr>
          <p:cNvSpPr txBox="1"/>
          <p:nvPr/>
        </p:nvSpPr>
        <p:spPr>
          <a:xfrm>
            <a:off x="197408" y="2094577"/>
            <a:ext cx="6800551" cy="3724096"/>
          </a:xfrm>
          <a:prstGeom prst="rect">
            <a:avLst/>
          </a:prstGeom>
          <a:noFill/>
        </p:spPr>
        <p:txBody>
          <a:bodyPr wrap="square" rtlCol="0">
            <a:spAutoFit/>
          </a:bodyPr>
          <a:lstStyle/>
          <a:p>
            <a:r>
              <a:rPr lang="bn-IN" sz="2000" dirty="0">
                <a:solidFill>
                  <a:schemeClr val="accent2"/>
                </a:solidFill>
              </a:rPr>
              <a:t> </a:t>
            </a:r>
          </a:p>
          <a:p>
            <a:pPr marL="457200" indent="-457200">
              <a:buFont typeface="Wingdings" panose="05000000000000000000" pitchFamily="2" charset="2"/>
              <a:buChar char="Ø"/>
            </a:pPr>
            <a:r>
              <a:rPr lang="en-US" dirty="0" err="1">
                <a:solidFill>
                  <a:srgbClr val="FFFF00"/>
                </a:solidFill>
              </a:rPr>
              <a:t>রোগের</a:t>
            </a:r>
            <a:r>
              <a:rPr lang="en-US" dirty="0">
                <a:solidFill>
                  <a:srgbClr val="FFFF00"/>
                </a:solidFill>
              </a:rPr>
              <a:t> </a:t>
            </a:r>
            <a:r>
              <a:rPr lang="en-US" dirty="0" err="1">
                <a:solidFill>
                  <a:srgbClr val="FFFF00"/>
                </a:solidFill>
              </a:rPr>
              <a:t>কারণঃ</a:t>
            </a:r>
            <a:r>
              <a:rPr lang="en-US" dirty="0">
                <a:solidFill>
                  <a:srgbClr val="FFFF00"/>
                </a:solidFill>
              </a:rPr>
              <a:t> </a:t>
            </a:r>
            <a:r>
              <a:rPr lang="en-US" i="1" dirty="0"/>
              <a:t>Pasteurella </a:t>
            </a:r>
            <a:r>
              <a:rPr lang="en-US" i="1" dirty="0" err="1"/>
              <a:t>multocida</a:t>
            </a:r>
            <a:r>
              <a:rPr lang="en-US" i="1" dirty="0"/>
              <a:t> </a:t>
            </a:r>
            <a:r>
              <a:rPr lang="en-US" dirty="0" err="1"/>
              <a:t>দ্বারা</a:t>
            </a:r>
            <a:r>
              <a:rPr lang="en-US" dirty="0"/>
              <a:t> </a:t>
            </a:r>
            <a:r>
              <a:rPr lang="en-US" dirty="0" err="1"/>
              <a:t>হয়</a:t>
            </a:r>
            <a:endParaRPr lang="en-US" dirty="0"/>
          </a:p>
          <a:p>
            <a:pPr marL="457200" indent="-457200">
              <a:buFont typeface="Wingdings" panose="05000000000000000000" pitchFamily="2" charset="2"/>
              <a:buChar char="Ø"/>
            </a:pPr>
            <a:r>
              <a:rPr lang="en-US" dirty="0" err="1">
                <a:solidFill>
                  <a:srgbClr val="FFFF00"/>
                </a:solidFill>
              </a:rPr>
              <a:t>লক্ষণঃ</a:t>
            </a:r>
            <a:endParaRPr lang="en-US" dirty="0">
              <a:solidFill>
                <a:srgbClr val="FFFF00"/>
              </a:solidFill>
            </a:endParaRPr>
          </a:p>
          <a:p>
            <a:pPr marL="914400" lvl="1" indent="-457200">
              <a:buFont typeface="Wingdings" panose="05000000000000000000" pitchFamily="2" charset="2"/>
              <a:buChar char="Ø"/>
            </a:pPr>
            <a:r>
              <a:rPr lang="en-US" dirty="0" err="1"/>
              <a:t>মুরগীর</a:t>
            </a:r>
            <a:r>
              <a:rPr lang="en-US" dirty="0"/>
              <a:t> </a:t>
            </a:r>
            <a:r>
              <a:rPr lang="en-US" dirty="0" err="1"/>
              <a:t>ঘনঘন</a:t>
            </a:r>
            <a:r>
              <a:rPr lang="en-US" dirty="0"/>
              <a:t> </a:t>
            </a:r>
            <a:r>
              <a:rPr lang="en-US" dirty="0" err="1"/>
              <a:t>সবুজ</a:t>
            </a:r>
            <a:r>
              <a:rPr lang="en-US" dirty="0"/>
              <a:t> ও </a:t>
            </a:r>
            <a:r>
              <a:rPr lang="en-US" dirty="0" err="1"/>
              <a:t>হলুদ</a:t>
            </a:r>
            <a:r>
              <a:rPr lang="en-US" dirty="0"/>
              <a:t> </a:t>
            </a:r>
            <a:r>
              <a:rPr lang="en-US" dirty="0" err="1"/>
              <a:t>মলত্যাগ</a:t>
            </a:r>
            <a:r>
              <a:rPr lang="en-US" dirty="0"/>
              <a:t> </a:t>
            </a:r>
            <a:r>
              <a:rPr lang="en-US" dirty="0" err="1"/>
              <a:t>করে</a:t>
            </a:r>
            <a:endParaRPr lang="en-US" dirty="0"/>
          </a:p>
          <a:p>
            <a:pPr marL="914400" lvl="1" indent="-457200">
              <a:buFont typeface="Wingdings" panose="05000000000000000000" pitchFamily="2" charset="2"/>
              <a:buChar char="Ø"/>
            </a:pPr>
            <a:r>
              <a:rPr lang="en-US" dirty="0" err="1"/>
              <a:t>ঝুটি</a:t>
            </a:r>
            <a:r>
              <a:rPr lang="en-US" dirty="0"/>
              <a:t>, </a:t>
            </a:r>
            <a:r>
              <a:rPr lang="en-US" dirty="0" err="1"/>
              <a:t>গলকম্বল</a:t>
            </a:r>
            <a:r>
              <a:rPr lang="en-US" dirty="0"/>
              <a:t> ও </a:t>
            </a:r>
            <a:r>
              <a:rPr lang="en-US" dirty="0" err="1"/>
              <a:t>কানের</a:t>
            </a:r>
            <a:r>
              <a:rPr lang="en-US" dirty="0"/>
              <a:t> </a:t>
            </a:r>
            <a:r>
              <a:rPr lang="en-US" dirty="0" err="1"/>
              <a:t>লতি</a:t>
            </a:r>
            <a:r>
              <a:rPr lang="en-US" dirty="0"/>
              <a:t> </a:t>
            </a:r>
            <a:r>
              <a:rPr lang="en-US" dirty="0" err="1"/>
              <a:t>নীলাভ</a:t>
            </a:r>
            <a:r>
              <a:rPr lang="en-US" dirty="0"/>
              <a:t> </a:t>
            </a:r>
            <a:r>
              <a:rPr lang="en-US" dirty="0" err="1"/>
              <a:t>হয়ে</a:t>
            </a:r>
            <a:r>
              <a:rPr lang="en-US" dirty="0"/>
              <a:t> </a:t>
            </a:r>
            <a:r>
              <a:rPr lang="en-US" dirty="0" err="1"/>
              <a:t>যায়</a:t>
            </a:r>
            <a:endParaRPr lang="en-US" dirty="0"/>
          </a:p>
          <a:p>
            <a:pPr marL="914400" lvl="1" indent="-457200">
              <a:buFont typeface="Wingdings" panose="05000000000000000000" pitchFamily="2" charset="2"/>
              <a:buChar char="Ø"/>
            </a:pPr>
            <a:r>
              <a:rPr lang="en-US" dirty="0" err="1"/>
              <a:t>ডানা</a:t>
            </a:r>
            <a:r>
              <a:rPr lang="en-US" dirty="0"/>
              <a:t> </a:t>
            </a:r>
            <a:r>
              <a:rPr lang="en-US" dirty="0" err="1"/>
              <a:t>ঝুলে</a:t>
            </a:r>
            <a:r>
              <a:rPr lang="en-US" dirty="0"/>
              <a:t> </a:t>
            </a:r>
            <a:r>
              <a:rPr lang="en-US" dirty="0" err="1"/>
              <a:t>পড়ে</a:t>
            </a:r>
            <a:r>
              <a:rPr lang="en-US" dirty="0"/>
              <a:t> ও </a:t>
            </a:r>
            <a:r>
              <a:rPr lang="en-US" dirty="0" err="1"/>
              <a:t>পালক</a:t>
            </a:r>
            <a:r>
              <a:rPr lang="en-US" dirty="0"/>
              <a:t> </a:t>
            </a:r>
            <a:r>
              <a:rPr lang="en-US" dirty="0" err="1"/>
              <a:t>এলোমেলো</a:t>
            </a:r>
            <a:r>
              <a:rPr lang="en-US" dirty="0"/>
              <a:t> </a:t>
            </a:r>
            <a:r>
              <a:rPr lang="en-US" dirty="0" err="1"/>
              <a:t>হয়</a:t>
            </a:r>
            <a:endParaRPr lang="en-US" dirty="0"/>
          </a:p>
          <a:p>
            <a:pPr marL="914400" lvl="1" indent="-457200">
              <a:buFont typeface="Wingdings" panose="05000000000000000000" pitchFamily="2" charset="2"/>
              <a:buChar char="Ø"/>
            </a:pPr>
            <a:r>
              <a:rPr lang="en-US" dirty="0" err="1"/>
              <a:t>ঝুটি</a:t>
            </a:r>
            <a:r>
              <a:rPr lang="en-US" dirty="0"/>
              <a:t> ও </a:t>
            </a:r>
            <a:r>
              <a:rPr lang="en-US" dirty="0" err="1"/>
              <a:t>চোখ</a:t>
            </a:r>
            <a:r>
              <a:rPr lang="en-US" dirty="0"/>
              <a:t> </a:t>
            </a:r>
            <a:r>
              <a:rPr lang="en-US" dirty="0" err="1"/>
              <a:t>মুখ</a:t>
            </a:r>
            <a:r>
              <a:rPr lang="en-US" dirty="0"/>
              <a:t> </a:t>
            </a:r>
            <a:r>
              <a:rPr lang="en-US" dirty="0" err="1"/>
              <a:t>ফুলে</a:t>
            </a:r>
            <a:r>
              <a:rPr lang="en-US" dirty="0"/>
              <a:t> </a:t>
            </a:r>
            <a:r>
              <a:rPr lang="en-US" dirty="0" err="1"/>
              <a:t>যায়</a:t>
            </a:r>
            <a:endParaRPr lang="en-US" dirty="0"/>
          </a:p>
          <a:p>
            <a:pPr marL="914400" lvl="1" indent="-457200">
              <a:buFont typeface="Wingdings" panose="05000000000000000000" pitchFamily="2" charset="2"/>
              <a:buChar char="Ø"/>
            </a:pPr>
            <a:r>
              <a:rPr lang="en-US" dirty="0" err="1"/>
              <a:t>মুরগী</a:t>
            </a:r>
            <a:r>
              <a:rPr lang="en-US" dirty="0"/>
              <a:t> </a:t>
            </a:r>
            <a:r>
              <a:rPr lang="en-US" dirty="0" err="1"/>
              <a:t>মারা</a:t>
            </a:r>
            <a:r>
              <a:rPr lang="en-US" dirty="0"/>
              <a:t> </a:t>
            </a:r>
            <a:r>
              <a:rPr lang="en-US" dirty="0" err="1"/>
              <a:t>যায়</a:t>
            </a:r>
            <a:endParaRPr lang="en-US" dirty="0"/>
          </a:p>
          <a:p>
            <a:pPr marL="457200" indent="-457200">
              <a:buFont typeface="Wingdings" panose="05000000000000000000" pitchFamily="2" charset="2"/>
              <a:buChar char="Ø"/>
            </a:pPr>
            <a:r>
              <a:rPr lang="en-US" dirty="0" err="1">
                <a:solidFill>
                  <a:srgbClr val="FFFF00"/>
                </a:solidFill>
              </a:rPr>
              <a:t>প্রতিকারঃ</a:t>
            </a:r>
            <a:endParaRPr lang="en-US" dirty="0">
              <a:solidFill>
                <a:srgbClr val="FFFF00"/>
              </a:solidFill>
            </a:endParaRPr>
          </a:p>
          <a:p>
            <a:pPr marL="914400" lvl="1" indent="-457200">
              <a:buFont typeface="Wingdings" panose="05000000000000000000" pitchFamily="2" charset="2"/>
              <a:buChar char="Ø"/>
            </a:pPr>
            <a:r>
              <a:rPr lang="en-US" dirty="0" err="1"/>
              <a:t>জৈব</a:t>
            </a:r>
            <a:r>
              <a:rPr lang="en-US" dirty="0"/>
              <a:t> </a:t>
            </a:r>
            <a:r>
              <a:rPr lang="en-US" dirty="0" err="1"/>
              <a:t>নিরাপত্তা</a:t>
            </a:r>
            <a:r>
              <a:rPr lang="en-US" dirty="0"/>
              <a:t> </a:t>
            </a:r>
            <a:r>
              <a:rPr lang="en-US" dirty="0" err="1"/>
              <a:t>গড়ে</a:t>
            </a:r>
            <a:r>
              <a:rPr lang="en-US" dirty="0"/>
              <a:t> </a:t>
            </a:r>
            <a:r>
              <a:rPr lang="en-US" dirty="0" err="1"/>
              <a:t>তোলা</a:t>
            </a:r>
            <a:endParaRPr lang="en-US" dirty="0"/>
          </a:p>
          <a:p>
            <a:pPr marL="914400" lvl="1" indent="-457200">
              <a:buFont typeface="Wingdings" panose="05000000000000000000" pitchFamily="2" charset="2"/>
              <a:buChar char="Ø"/>
            </a:pPr>
            <a:r>
              <a:rPr lang="en-US" dirty="0" err="1"/>
              <a:t>মৃত</a:t>
            </a:r>
            <a:r>
              <a:rPr lang="en-US" dirty="0"/>
              <a:t> </a:t>
            </a:r>
            <a:r>
              <a:rPr lang="en-US" dirty="0" err="1"/>
              <a:t>মুরগী</a:t>
            </a:r>
            <a:r>
              <a:rPr lang="en-US" dirty="0"/>
              <a:t> </a:t>
            </a:r>
            <a:r>
              <a:rPr lang="en-US" dirty="0" err="1"/>
              <a:t>মাটিতে</a:t>
            </a:r>
            <a:r>
              <a:rPr lang="en-US" dirty="0"/>
              <a:t> </a:t>
            </a:r>
            <a:r>
              <a:rPr lang="en-US" dirty="0" err="1"/>
              <a:t>পুতে</a:t>
            </a:r>
            <a:r>
              <a:rPr lang="en-US" dirty="0"/>
              <a:t> </a:t>
            </a:r>
            <a:r>
              <a:rPr lang="en-US" dirty="0" err="1"/>
              <a:t>ফেলা</a:t>
            </a:r>
            <a:r>
              <a:rPr lang="en-US" dirty="0"/>
              <a:t> </a:t>
            </a:r>
          </a:p>
          <a:p>
            <a:pPr marL="914400" lvl="1" indent="-457200">
              <a:buFont typeface="Wingdings" panose="05000000000000000000" pitchFamily="2" charset="2"/>
              <a:buChar char="Ø"/>
            </a:pPr>
            <a:r>
              <a:rPr lang="en-US" dirty="0" err="1"/>
              <a:t>সুস্থ্য</a:t>
            </a:r>
            <a:r>
              <a:rPr lang="en-US" dirty="0"/>
              <a:t> ও </a:t>
            </a:r>
            <a:r>
              <a:rPr lang="en-US" dirty="0" err="1"/>
              <a:t>রোগী</a:t>
            </a:r>
            <a:r>
              <a:rPr lang="en-US" dirty="0"/>
              <a:t> </a:t>
            </a:r>
            <a:r>
              <a:rPr lang="en-US" dirty="0" err="1"/>
              <a:t>মুরগীকে</a:t>
            </a:r>
            <a:r>
              <a:rPr lang="en-US" dirty="0"/>
              <a:t> </a:t>
            </a:r>
            <a:r>
              <a:rPr lang="en-US" dirty="0" err="1"/>
              <a:t>আলাদা</a:t>
            </a:r>
            <a:r>
              <a:rPr lang="en-US" dirty="0"/>
              <a:t> </a:t>
            </a:r>
            <a:r>
              <a:rPr lang="en-US" dirty="0" err="1"/>
              <a:t>করে</a:t>
            </a:r>
            <a:r>
              <a:rPr lang="en-US" dirty="0"/>
              <a:t> </a:t>
            </a:r>
            <a:r>
              <a:rPr lang="en-US" dirty="0" err="1"/>
              <a:t>রাখা</a:t>
            </a:r>
            <a:endParaRPr lang="en-US" dirty="0">
              <a:solidFill>
                <a:schemeClr val="accent2">
                  <a:lumMod val="60000"/>
                  <a:lumOff val="40000"/>
                </a:schemeClr>
              </a:solidFill>
            </a:endParaRPr>
          </a:p>
          <a:p>
            <a:pPr marL="914400" lvl="1" indent="-457200">
              <a:buFont typeface="Wingdings" panose="05000000000000000000" pitchFamily="2" charset="2"/>
              <a:buChar char="Ø"/>
            </a:pPr>
            <a:r>
              <a:rPr lang="en-US" dirty="0" err="1">
                <a:solidFill>
                  <a:schemeClr val="accent2">
                    <a:lumMod val="60000"/>
                    <a:lumOff val="40000"/>
                  </a:schemeClr>
                </a:solidFill>
              </a:rPr>
              <a:t>উচ্চক্ষমতা</a:t>
            </a:r>
            <a:r>
              <a:rPr lang="en-US" dirty="0">
                <a:solidFill>
                  <a:schemeClr val="accent2">
                    <a:lumMod val="60000"/>
                    <a:lumOff val="40000"/>
                  </a:schemeClr>
                </a:solidFill>
              </a:rPr>
              <a:t> </a:t>
            </a:r>
            <a:r>
              <a:rPr lang="en-US" dirty="0" err="1">
                <a:solidFill>
                  <a:schemeClr val="accent2">
                    <a:lumMod val="60000"/>
                    <a:lumOff val="40000"/>
                  </a:schemeClr>
                </a:solidFill>
              </a:rPr>
              <a:t>সম্পন্ন</a:t>
            </a:r>
            <a:r>
              <a:rPr lang="en-US" dirty="0">
                <a:solidFill>
                  <a:schemeClr val="accent2">
                    <a:lumMod val="60000"/>
                    <a:lumOff val="40000"/>
                  </a:schemeClr>
                </a:solidFill>
              </a:rPr>
              <a:t> </a:t>
            </a:r>
            <a:r>
              <a:rPr lang="en-US" dirty="0" err="1">
                <a:solidFill>
                  <a:schemeClr val="accent2">
                    <a:lumMod val="60000"/>
                    <a:lumOff val="40000"/>
                  </a:schemeClr>
                </a:solidFill>
              </a:rPr>
              <a:t>এন্টিবায়োটিক</a:t>
            </a:r>
            <a:r>
              <a:rPr lang="en-US" dirty="0">
                <a:solidFill>
                  <a:schemeClr val="accent2">
                    <a:lumMod val="60000"/>
                    <a:lumOff val="40000"/>
                  </a:schemeClr>
                </a:solidFill>
              </a:rPr>
              <a:t> </a:t>
            </a:r>
            <a:r>
              <a:rPr lang="en-US" dirty="0" err="1">
                <a:solidFill>
                  <a:schemeClr val="accent2">
                    <a:lumMod val="60000"/>
                    <a:lumOff val="40000"/>
                  </a:schemeClr>
                </a:solidFill>
              </a:rPr>
              <a:t>দেয়া</a:t>
            </a:r>
            <a:endParaRPr lang="en-US" dirty="0"/>
          </a:p>
        </p:txBody>
      </p:sp>
      <p:pic>
        <p:nvPicPr>
          <p:cNvPr id="7170" name="Picture 2" descr="Fowl cholera in Chickens: Signs ...">
            <a:extLst>
              <a:ext uri="{FF2B5EF4-FFF2-40B4-BE49-F238E27FC236}">
                <a16:creationId xmlns:a16="http://schemas.microsoft.com/office/drawing/2014/main" id="{B6BA10EC-E1E1-6A68-D7DC-2FB1BA9B9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73768" y="2283765"/>
            <a:ext cx="2124075" cy="2047875"/>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FOWL CHOLERA - Diseases of Poultry ...">
            <a:extLst>
              <a:ext uri="{FF2B5EF4-FFF2-40B4-BE49-F238E27FC236}">
                <a16:creationId xmlns:a16="http://schemas.microsoft.com/office/drawing/2014/main" id="{633D7C96-3244-0A02-50DA-A17A4BBCF1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2623" y="2299268"/>
            <a:ext cx="2619375" cy="2032372"/>
          </a:xfrm>
          <a:prstGeom prst="rect">
            <a:avLst/>
          </a:prstGeom>
          <a:noFill/>
          <a:extLst>
            <a:ext uri="{909E8E84-426E-40DD-AFC4-6F175D3DCCD1}">
              <a14:hiddenFill xmlns:a14="http://schemas.microsoft.com/office/drawing/2010/main">
                <a:solidFill>
                  <a:srgbClr val="FFFFFF"/>
                </a:solidFill>
              </a14:hiddenFill>
            </a:ext>
          </a:extLst>
        </p:spPr>
      </p:pic>
      <p:pic>
        <p:nvPicPr>
          <p:cNvPr id="7174" name="Picture 6" descr="Fowl cholera in Chickens: Signs ...">
            <a:extLst>
              <a:ext uri="{FF2B5EF4-FFF2-40B4-BE49-F238E27FC236}">
                <a16:creationId xmlns:a16="http://schemas.microsoft.com/office/drawing/2014/main" id="{D1D433FA-C10E-2AA9-A9D2-CB539318B45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3768" y="4520828"/>
            <a:ext cx="2124075" cy="2152650"/>
          </a:xfrm>
          <a:prstGeom prst="rect">
            <a:avLst/>
          </a:prstGeom>
          <a:noFill/>
          <a:extLst>
            <a:ext uri="{909E8E84-426E-40DD-AFC4-6F175D3DCCD1}">
              <a14:hiddenFill xmlns:a14="http://schemas.microsoft.com/office/drawing/2010/main">
                <a:solidFill>
                  <a:srgbClr val="FFFFFF"/>
                </a:solidFill>
              </a14:hiddenFill>
            </a:ext>
          </a:extLst>
        </p:spPr>
      </p:pic>
      <p:pic>
        <p:nvPicPr>
          <p:cNvPr id="7176" name="Picture 8" descr="FOWL CHOLERA - Diseases of Poultry ...">
            <a:extLst>
              <a:ext uri="{FF2B5EF4-FFF2-40B4-BE49-F238E27FC236}">
                <a16:creationId xmlns:a16="http://schemas.microsoft.com/office/drawing/2014/main" id="{E33B5907-967B-3DB6-CEB9-FFAE623AB5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62624" y="4510108"/>
            <a:ext cx="2619375" cy="2163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52331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bn-IN" dirty="0"/>
              <a:t> </a:t>
            </a:r>
            <a:r>
              <a:rPr lang="en-US" dirty="0" err="1"/>
              <a:t>হাসের</a:t>
            </a:r>
            <a:r>
              <a:rPr lang="en-US" dirty="0"/>
              <a:t> </a:t>
            </a:r>
            <a:r>
              <a:rPr lang="en-US" dirty="0" err="1"/>
              <a:t>বিভিন্ন</a:t>
            </a:r>
            <a:r>
              <a:rPr lang="en-US" dirty="0"/>
              <a:t> </a:t>
            </a:r>
            <a:r>
              <a:rPr lang="bn-IN" dirty="0"/>
              <a:t>জাত ও বৈশিষ্ট্য</a:t>
            </a:r>
            <a:endParaRPr lang="en-US" dirty="0"/>
          </a:p>
        </p:txBody>
      </p:sp>
      <p:graphicFrame>
        <p:nvGraphicFramePr>
          <p:cNvPr id="3" name="Diagram 2">
            <a:extLst>
              <a:ext uri="{FF2B5EF4-FFF2-40B4-BE49-F238E27FC236}">
                <a16:creationId xmlns:a16="http://schemas.microsoft.com/office/drawing/2014/main" id="{C0DEE24F-9119-8720-357B-61D2FB97341D}"/>
              </a:ext>
            </a:extLst>
          </p:cNvPr>
          <p:cNvGraphicFramePr/>
          <p:nvPr>
            <p:extLst>
              <p:ext uri="{D42A27DB-BD31-4B8C-83A1-F6EECF244321}">
                <p14:modId xmlns:p14="http://schemas.microsoft.com/office/powerpoint/2010/main" val="788556075"/>
              </p:ext>
            </p:extLst>
          </p:nvPr>
        </p:nvGraphicFramePr>
        <p:xfrm>
          <a:off x="361507" y="1796902"/>
          <a:ext cx="11419367" cy="47510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116921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পেকিন</a:t>
            </a:r>
            <a:r>
              <a:rPr lang="bn-IN" dirty="0"/>
              <a:t> জাত ও বৈশিষ্ট্য</a:t>
            </a:r>
            <a:r>
              <a:rPr lang="en-US" dirty="0"/>
              <a:t> (</a:t>
            </a:r>
            <a:r>
              <a:rPr lang="en-US" dirty="0" err="1"/>
              <a:t>বেইজিং</a:t>
            </a:r>
            <a:r>
              <a:rPr lang="en-US" dirty="0"/>
              <a:t> </a:t>
            </a:r>
            <a:r>
              <a:rPr lang="en-US" dirty="0" err="1"/>
              <a:t>হাঁস</a:t>
            </a:r>
            <a:r>
              <a:rPr lang="en-US" dirty="0"/>
              <a:t>)</a:t>
            </a:r>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1913859"/>
            <a:ext cx="5906815" cy="4401205"/>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দেহের</a:t>
            </a:r>
            <a:r>
              <a:rPr lang="en-US" sz="2800" dirty="0"/>
              <a:t> </a:t>
            </a:r>
            <a:r>
              <a:rPr lang="en-US" sz="2800" dirty="0" err="1"/>
              <a:t>রঙ</a:t>
            </a:r>
            <a:r>
              <a:rPr lang="en-US" sz="2800" dirty="0"/>
              <a:t> </a:t>
            </a:r>
            <a:r>
              <a:rPr lang="en-US" sz="2800" dirty="0" err="1"/>
              <a:t>সাদা</a:t>
            </a:r>
            <a:r>
              <a:rPr lang="en-US" sz="2800" dirty="0"/>
              <a:t>, </a:t>
            </a:r>
            <a:r>
              <a:rPr lang="en-US" sz="2800" dirty="0" err="1"/>
              <a:t>শরীর</a:t>
            </a:r>
            <a:r>
              <a:rPr lang="en-US" sz="2800" dirty="0"/>
              <a:t> </a:t>
            </a:r>
            <a:r>
              <a:rPr lang="en-US" sz="2800" dirty="0" err="1"/>
              <a:t>প্রশস্থ</a:t>
            </a:r>
            <a:r>
              <a:rPr lang="en-US" sz="2800" dirty="0"/>
              <a:t> ও </a:t>
            </a:r>
            <a:r>
              <a:rPr lang="en-US" sz="2800" dirty="0" err="1"/>
              <a:t>লম্বা</a:t>
            </a:r>
            <a:endParaRPr lang="en-US" sz="2800" dirty="0"/>
          </a:p>
          <a:p>
            <a:pPr marL="457200" indent="-457200">
              <a:buFont typeface="Wingdings" panose="05000000000000000000" pitchFamily="2" charset="2"/>
              <a:buChar char="Ø"/>
            </a:pPr>
            <a:r>
              <a:rPr lang="en-US" sz="2800" dirty="0" err="1"/>
              <a:t>মাথা</a:t>
            </a:r>
            <a:r>
              <a:rPr lang="en-US" sz="2800" dirty="0"/>
              <a:t> </a:t>
            </a:r>
            <a:r>
              <a:rPr lang="en-US" sz="2800" dirty="0" err="1"/>
              <a:t>গোলাকার</a:t>
            </a:r>
            <a:r>
              <a:rPr lang="en-US" sz="2800" dirty="0"/>
              <a:t>, ও </a:t>
            </a:r>
            <a:r>
              <a:rPr lang="en-US" sz="2800" dirty="0" err="1"/>
              <a:t>মাথার</a:t>
            </a:r>
            <a:r>
              <a:rPr lang="en-US" sz="2800" dirty="0"/>
              <a:t> </a:t>
            </a:r>
            <a:r>
              <a:rPr lang="en-US" sz="2800" dirty="0" err="1"/>
              <a:t>খুলি</a:t>
            </a:r>
            <a:r>
              <a:rPr lang="en-US" sz="2800" dirty="0"/>
              <a:t> </a:t>
            </a:r>
            <a:r>
              <a:rPr lang="en-US" sz="2800" dirty="0" err="1"/>
              <a:t>উচু</a:t>
            </a:r>
            <a:endParaRPr lang="en-US" sz="2800" dirty="0"/>
          </a:p>
          <a:p>
            <a:pPr marL="457200" indent="-457200">
              <a:buFont typeface="Wingdings" panose="05000000000000000000" pitchFamily="2" charset="2"/>
              <a:buChar char="Ø"/>
            </a:pPr>
            <a:r>
              <a:rPr lang="en-US" sz="2800" dirty="0" err="1"/>
              <a:t>ঠোট</a:t>
            </a:r>
            <a:r>
              <a:rPr lang="en-US" sz="2800" dirty="0"/>
              <a:t> </a:t>
            </a:r>
            <a:r>
              <a:rPr lang="en-US" sz="2800" dirty="0" err="1"/>
              <a:t>খাটো</a:t>
            </a:r>
            <a:r>
              <a:rPr lang="en-US" sz="2800" dirty="0"/>
              <a:t>, </a:t>
            </a:r>
            <a:r>
              <a:rPr lang="en-US" sz="2800" dirty="0" err="1"/>
              <a:t>মজবুত</a:t>
            </a:r>
            <a:r>
              <a:rPr lang="en-US" sz="2800" dirty="0"/>
              <a:t> ও </a:t>
            </a:r>
            <a:r>
              <a:rPr lang="en-US" sz="2800" dirty="0" err="1"/>
              <a:t>ঠোটের</a:t>
            </a:r>
            <a:r>
              <a:rPr lang="en-US" sz="2800" dirty="0"/>
              <a:t> </a:t>
            </a:r>
            <a:r>
              <a:rPr lang="en-US" sz="2800" dirty="0" err="1"/>
              <a:t>মাঝ</a:t>
            </a:r>
            <a:r>
              <a:rPr lang="en-US" sz="2800" dirty="0"/>
              <a:t> </a:t>
            </a:r>
            <a:r>
              <a:rPr lang="en-US" sz="2800" dirty="0" err="1"/>
              <a:t>বরাবর</a:t>
            </a:r>
            <a:r>
              <a:rPr lang="en-US" sz="2800" dirty="0"/>
              <a:t> </a:t>
            </a:r>
            <a:r>
              <a:rPr lang="en-US" sz="2800" dirty="0" err="1"/>
              <a:t>লম্বালম্বি</a:t>
            </a:r>
            <a:r>
              <a:rPr lang="en-US" sz="2800" dirty="0"/>
              <a:t> </a:t>
            </a:r>
            <a:r>
              <a:rPr lang="en-US" sz="2800" dirty="0" err="1"/>
              <a:t>গোল</a:t>
            </a:r>
            <a:endParaRPr lang="en-US" sz="2800" dirty="0"/>
          </a:p>
          <a:p>
            <a:pPr marL="457200" indent="-457200">
              <a:buFont typeface="Wingdings" panose="05000000000000000000" pitchFamily="2" charset="2"/>
              <a:buChar char="Ø"/>
            </a:pPr>
            <a:r>
              <a:rPr lang="en-US" sz="2800" dirty="0" err="1"/>
              <a:t>হাঁসা</a:t>
            </a:r>
            <a:r>
              <a:rPr lang="en-US" sz="2800" dirty="0"/>
              <a:t> ৪.৫ </a:t>
            </a:r>
            <a:r>
              <a:rPr lang="en-US" sz="2800" dirty="0" err="1"/>
              <a:t>কেজি</a:t>
            </a:r>
            <a:r>
              <a:rPr lang="en-US" sz="2800" dirty="0"/>
              <a:t>, </a:t>
            </a:r>
            <a:r>
              <a:rPr lang="en-US" sz="2800" dirty="0" err="1"/>
              <a:t>হাসী</a:t>
            </a:r>
            <a:r>
              <a:rPr lang="en-US" sz="2800" dirty="0"/>
              <a:t> ৩-৪ </a:t>
            </a:r>
            <a:r>
              <a:rPr lang="en-US" sz="2800" dirty="0" err="1"/>
              <a:t>কেজি</a:t>
            </a:r>
            <a:endParaRPr lang="en-US" sz="2800" dirty="0"/>
          </a:p>
          <a:p>
            <a:pPr marL="457200" indent="-457200">
              <a:buFont typeface="Wingdings" panose="05000000000000000000" pitchFamily="2" charset="2"/>
              <a:buChar char="Ø"/>
            </a:pPr>
            <a:r>
              <a:rPr lang="en-US" sz="2800" dirty="0" err="1"/>
              <a:t>ডিম</a:t>
            </a:r>
            <a:r>
              <a:rPr lang="en-US" sz="2800" dirty="0"/>
              <a:t> </a:t>
            </a:r>
            <a:r>
              <a:rPr lang="en-US" sz="2800" dirty="0" err="1"/>
              <a:t>উৎপাদন</a:t>
            </a:r>
            <a:r>
              <a:rPr lang="en-US" sz="2800" dirty="0"/>
              <a:t> </a:t>
            </a:r>
            <a:r>
              <a:rPr lang="en-US" sz="2800" dirty="0" err="1"/>
              <a:t>ক্ষমতা</a:t>
            </a:r>
            <a:r>
              <a:rPr lang="en-US" sz="2800" dirty="0"/>
              <a:t> </a:t>
            </a:r>
            <a:r>
              <a:rPr lang="en-US" sz="2800" dirty="0" err="1"/>
              <a:t>কম</a:t>
            </a:r>
            <a:r>
              <a:rPr lang="en-US" sz="2800" dirty="0"/>
              <a:t>, ১৫০-১৬০টি</a:t>
            </a:r>
          </a:p>
          <a:p>
            <a:pPr marL="457200" indent="-457200">
              <a:buFont typeface="Wingdings" panose="05000000000000000000" pitchFamily="2" charset="2"/>
              <a:buChar char="Ø"/>
            </a:pPr>
            <a:r>
              <a:rPr lang="en-US" sz="2800" dirty="0" err="1"/>
              <a:t>ডিম</a:t>
            </a:r>
            <a:r>
              <a:rPr lang="en-US" sz="2800" dirty="0"/>
              <a:t> </a:t>
            </a:r>
            <a:r>
              <a:rPr lang="en-US" sz="2800" dirty="0" err="1"/>
              <a:t>সাদা</a:t>
            </a:r>
            <a:r>
              <a:rPr lang="en-US" sz="2800" dirty="0"/>
              <a:t>, </a:t>
            </a:r>
            <a:r>
              <a:rPr lang="en-US" sz="2800" dirty="0" err="1"/>
              <a:t>পায়ের</a:t>
            </a:r>
            <a:r>
              <a:rPr lang="en-US" sz="2800" dirty="0"/>
              <a:t> </a:t>
            </a:r>
            <a:r>
              <a:rPr lang="en-US" sz="2800" dirty="0" err="1"/>
              <a:t>রঙ</a:t>
            </a:r>
            <a:r>
              <a:rPr lang="en-US" sz="2800" dirty="0"/>
              <a:t> </a:t>
            </a:r>
            <a:r>
              <a:rPr lang="en-US" sz="2800" dirty="0" err="1"/>
              <a:t>লালচে</a:t>
            </a:r>
            <a:r>
              <a:rPr lang="en-US" sz="2800" dirty="0"/>
              <a:t> </a:t>
            </a:r>
            <a:r>
              <a:rPr lang="en-US" sz="2800" dirty="0" err="1"/>
              <a:t>কমলা</a:t>
            </a:r>
            <a:endParaRPr lang="bn-IN" sz="2800" dirty="0"/>
          </a:p>
        </p:txBody>
      </p:sp>
      <p:pic>
        <p:nvPicPr>
          <p:cNvPr id="1028" name="Picture 4" descr="Murray McMurray Hatchery - White Chinese Geese">
            <a:extLst>
              <a:ext uri="{FF2B5EF4-FFF2-40B4-BE49-F238E27FC236}">
                <a16:creationId xmlns:a16="http://schemas.microsoft.com/office/drawing/2014/main" id="{B5CDDA4B-C3B3-356D-B962-11AB46A607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6514" y="1913859"/>
            <a:ext cx="4944141" cy="4944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12106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রোয়েন</a:t>
            </a:r>
            <a:r>
              <a:rPr lang="bn-IN" dirty="0"/>
              <a:t> জাত ও বৈশিষ্ট্য</a:t>
            </a:r>
            <a:r>
              <a:rPr lang="en-US" dirty="0"/>
              <a:t> (</a:t>
            </a:r>
            <a:r>
              <a:rPr lang="en-US" dirty="0" err="1"/>
              <a:t>ফ্রান্সের</a:t>
            </a:r>
            <a:r>
              <a:rPr lang="en-US" dirty="0"/>
              <a:t>)</a:t>
            </a:r>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1913859"/>
            <a:ext cx="5906815" cy="3970318"/>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মাথা</a:t>
            </a:r>
            <a:r>
              <a:rPr lang="en-US" sz="2800" dirty="0"/>
              <a:t> </a:t>
            </a:r>
            <a:r>
              <a:rPr lang="en-US" sz="2800" dirty="0" err="1"/>
              <a:t>বেশ</a:t>
            </a:r>
            <a:r>
              <a:rPr lang="en-US" sz="2800" dirty="0"/>
              <a:t> </a:t>
            </a:r>
            <a:r>
              <a:rPr lang="en-US" sz="2800" dirty="0" err="1"/>
              <a:t>বড়</a:t>
            </a:r>
            <a:r>
              <a:rPr lang="en-US" sz="2800" dirty="0"/>
              <a:t> , </a:t>
            </a:r>
            <a:r>
              <a:rPr lang="en-US" sz="2800" dirty="0" err="1"/>
              <a:t>লম্বা</a:t>
            </a:r>
            <a:r>
              <a:rPr lang="en-US" sz="2800" dirty="0"/>
              <a:t> ও </a:t>
            </a:r>
            <a:r>
              <a:rPr lang="en-US" sz="2800" dirty="0" err="1"/>
              <a:t>প্রশস্থ</a:t>
            </a:r>
            <a:endParaRPr lang="en-US" sz="2800" dirty="0"/>
          </a:p>
          <a:p>
            <a:pPr marL="457200" indent="-457200">
              <a:buFont typeface="Wingdings" panose="05000000000000000000" pitchFamily="2" charset="2"/>
              <a:buChar char="Ø"/>
            </a:pPr>
            <a:r>
              <a:rPr lang="en-US" sz="2800" dirty="0" err="1"/>
              <a:t>ঠোট</a:t>
            </a:r>
            <a:r>
              <a:rPr lang="en-US" sz="2800" dirty="0"/>
              <a:t> </a:t>
            </a:r>
            <a:r>
              <a:rPr lang="en-US" sz="2800" dirty="0" err="1"/>
              <a:t>লম্বা</a:t>
            </a:r>
            <a:r>
              <a:rPr lang="en-US" sz="2800" dirty="0"/>
              <a:t>, </a:t>
            </a:r>
            <a:r>
              <a:rPr lang="en-US" sz="2800" dirty="0" err="1"/>
              <a:t>প্রশস্থ</a:t>
            </a:r>
            <a:endParaRPr lang="en-US" sz="2800" dirty="0"/>
          </a:p>
          <a:p>
            <a:pPr marL="457200" indent="-457200">
              <a:buFont typeface="Wingdings" panose="05000000000000000000" pitchFamily="2" charset="2"/>
              <a:buChar char="Ø"/>
            </a:pPr>
            <a:r>
              <a:rPr lang="en-US" sz="2800" dirty="0" err="1"/>
              <a:t>শরীর</a:t>
            </a:r>
            <a:r>
              <a:rPr lang="en-US" sz="2800" dirty="0"/>
              <a:t> </a:t>
            </a:r>
            <a:r>
              <a:rPr lang="en-US" sz="2800" dirty="0" err="1"/>
              <a:t>বেশ</a:t>
            </a:r>
            <a:r>
              <a:rPr lang="en-US" sz="2800" dirty="0"/>
              <a:t> </a:t>
            </a:r>
            <a:r>
              <a:rPr lang="en-US" sz="2800" dirty="0" err="1"/>
              <a:t>প্রশস্থ</a:t>
            </a:r>
            <a:r>
              <a:rPr lang="en-US" sz="2800" dirty="0"/>
              <a:t>, </a:t>
            </a:r>
            <a:r>
              <a:rPr lang="en-US" sz="2800" dirty="0" err="1"/>
              <a:t>লেজ</a:t>
            </a:r>
            <a:r>
              <a:rPr lang="en-US" sz="2800" dirty="0"/>
              <a:t>, </a:t>
            </a:r>
            <a:r>
              <a:rPr lang="en-US" sz="2800" dirty="0" err="1"/>
              <a:t>ঘাড়</a:t>
            </a:r>
            <a:r>
              <a:rPr lang="en-US" sz="2800" dirty="0"/>
              <a:t> ও </a:t>
            </a:r>
            <a:r>
              <a:rPr lang="en-US" sz="2800" dirty="0" err="1"/>
              <a:t>মাথার</a:t>
            </a:r>
            <a:r>
              <a:rPr lang="en-US" sz="2800" dirty="0"/>
              <a:t> </a:t>
            </a:r>
            <a:r>
              <a:rPr lang="en-US" sz="2800" dirty="0" err="1"/>
              <a:t>রঙ</a:t>
            </a:r>
            <a:r>
              <a:rPr lang="en-US" sz="2800" dirty="0"/>
              <a:t> </a:t>
            </a:r>
            <a:r>
              <a:rPr lang="en-US" sz="2800" dirty="0" err="1"/>
              <a:t>গারো</a:t>
            </a:r>
            <a:r>
              <a:rPr lang="en-US" sz="2800" dirty="0"/>
              <a:t> </a:t>
            </a:r>
            <a:r>
              <a:rPr lang="en-US" sz="2800" dirty="0" err="1"/>
              <a:t>সবুজ</a:t>
            </a:r>
            <a:endParaRPr lang="en-US" sz="2800" dirty="0"/>
          </a:p>
          <a:p>
            <a:pPr marL="457200" indent="-457200">
              <a:buFont typeface="Wingdings" panose="05000000000000000000" pitchFamily="2" charset="2"/>
              <a:buChar char="Ø"/>
            </a:pPr>
            <a:r>
              <a:rPr lang="en-US" sz="2800" dirty="0"/>
              <a:t>৪-৪.৫ </a:t>
            </a:r>
            <a:r>
              <a:rPr lang="en-US" sz="2800" dirty="0" err="1"/>
              <a:t>কেজি</a:t>
            </a:r>
            <a:r>
              <a:rPr lang="en-US" sz="2800" dirty="0"/>
              <a:t>, ৩.৫-৪ </a:t>
            </a:r>
            <a:r>
              <a:rPr lang="en-US" sz="2800" dirty="0" err="1"/>
              <a:t>কেজি</a:t>
            </a:r>
            <a:endParaRPr lang="en-US" sz="2800" dirty="0"/>
          </a:p>
          <a:p>
            <a:pPr marL="457200" indent="-457200">
              <a:buFont typeface="Wingdings" panose="05000000000000000000" pitchFamily="2" charset="2"/>
              <a:buChar char="Ø"/>
            </a:pPr>
            <a:r>
              <a:rPr lang="en-US" sz="2800" dirty="0"/>
              <a:t>৮০-১০০টি </a:t>
            </a:r>
            <a:r>
              <a:rPr lang="en-US" sz="2800" dirty="0" err="1"/>
              <a:t>ডিম</a:t>
            </a:r>
            <a:r>
              <a:rPr lang="en-US" sz="2800" dirty="0"/>
              <a:t> </a:t>
            </a:r>
            <a:r>
              <a:rPr lang="en-US" sz="2800" dirty="0" err="1"/>
              <a:t>দেয়</a:t>
            </a:r>
            <a:r>
              <a:rPr lang="en-US" sz="2800" dirty="0"/>
              <a:t> </a:t>
            </a:r>
            <a:r>
              <a:rPr lang="en-US" sz="2800" dirty="0" err="1"/>
              <a:t>বছরে</a:t>
            </a:r>
            <a:endParaRPr lang="en-US" sz="2800" dirty="0"/>
          </a:p>
          <a:p>
            <a:endParaRPr lang="bn-IN" sz="2800" dirty="0"/>
          </a:p>
        </p:txBody>
      </p:sp>
      <p:pic>
        <p:nvPicPr>
          <p:cNvPr id="2050" name="Picture 2" descr="P1000148 | Michael van Rooyen | Flickr">
            <a:extLst>
              <a:ext uri="{FF2B5EF4-FFF2-40B4-BE49-F238E27FC236}">
                <a16:creationId xmlns:a16="http://schemas.microsoft.com/office/drawing/2014/main" id="{356868B6-87D7-DD92-5414-6D231DBF01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80474" y="1913860"/>
            <a:ext cx="3611526" cy="270864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2+ Hundred Roman Goose Royalty-Free Images, Stock Photos &amp; Pictures |  Shutterstock">
            <a:extLst>
              <a:ext uri="{FF2B5EF4-FFF2-40B4-BE49-F238E27FC236}">
                <a16:creationId xmlns:a16="http://schemas.microsoft.com/office/drawing/2014/main" id="{56EAF5AF-59E7-4644-FF28-F98E71CD0A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7935" y="3987431"/>
            <a:ext cx="3352282" cy="2708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05337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রানার</a:t>
            </a:r>
            <a:r>
              <a:rPr lang="bn-IN" dirty="0"/>
              <a:t> জাত ও বৈশিষ্ট্য</a:t>
            </a:r>
            <a:r>
              <a:rPr lang="en-US" dirty="0"/>
              <a:t> (</a:t>
            </a:r>
            <a:r>
              <a:rPr lang="en-US" dirty="0" err="1"/>
              <a:t>ইন্ডিয়ান</a:t>
            </a:r>
            <a:r>
              <a:rPr lang="en-US" dirty="0"/>
              <a:t>)</a:t>
            </a:r>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1913859"/>
            <a:ext cx="5906815" cy="4401205"/>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সাদা</a:t>
            </a:r>
            <a:r>
              <a:rPr lang="en-US" sz="2800" dirty="0"/>
              <a:t> </a:t>
            </a:r>
            <a:r>
              <a:rPr lang="en-US" sz="2800" dirty="0" err="1"/>
              <a:t>ধূসর</a:t>
            </a:r>
            <a:r>
              <a:rPr lang="en-US" sz="2800" dirty="0"/>
              <a:t>, </a:t>
            </a:r>
            <a:r>
              <a:rPr lang="en-US" sz="2800" dirty="0" err="1"/>
              <a:t>ঠোট</a:t>
            </a:r>
            <a:r>
              <a:rPr lang="en-US" sz="2800" dirty="0"/>
              <a:t> </a:t>
            </a:r>
            <a:r>
              <a:rPr lang="en-US" sz="2800" dirty="0" err="1"/>
              <a:t>নীলাভ-হলদে</a:t>
            </a:r>
            <a:endParaRPr lang="en-US" sz="2800" dirty="0"/>
          </a:p>
          <a:p>
            <a:pPr marL="457200" indent="-457200">
              <a:buFont typeface="Wingdings" panose="05000000000000000000" pitchFamily="2" charset="2"/>
              <a:buChar char="Ø"/>
            </a:pPr>
            <a:r>
              <a:rPr lang="en-US" sz="2800" dirty="0" err="1"/>
              <a:t>সাদা</a:t>
            </a:r>
            <a:r>
              <a:rPr lang="en-US" sz="2800" dirty="0"/>
              <a:t> </a:t>
            </a:r>
            <a:r>
              <a:rPr lang="en-US" sz="2800" dirty="0" err="1"/>
              <a:t>রঙ্গের</a:t>
            </a:r>
            <a:r>
              <a:rPr lang="en-US" sz="2800" dirty="0"/>
              <a:t> </a:t>
            </a:r>
            <a:r>
              <a:rPr lang="en-US" sz="2800" dirty="0" err="1"/>
              <a:t>রানার</a:t>
            </a:r>
            <a:r>
              <a:rPr lang="en-US" sz="2800" dirty="0"/>
              <a:t> </a:t>
            </a:r>
            <a:r>
              <a:rPr lang="en-US" sz="2800" dirty="0" err="1"/>
              <a:t>অধিক</a:t>
            </a:r>
            <a:r>
              <a:rPr lang="en-US" sz="2800" dirty="0"/>
              <a:t> </a:t>
            </a:r>
            <a:r>
              <a:rPr lang="en-US" sz="2800" dirty="0" err="1"/>
              <a:t>উৎপাদনশীল</a:t>
            </a:r>
            <a:r>
              <a:rPr lang="en-US" sz="2800" dirty="0"/>
              <a:t> </a:t>
            </a:r>
          </a:p>
          <a:p>
            <a:pPr marL="457200" indent="-457200">
              <a:buFont typeface="Wingdings" panose="05000000000000000000" pitchFamily="2" charset="2"/>
              <a:buChar char="Ø"/>
            </a:pPr>
            <a:r>
              <a:rPr lang="en-US" sz="2800" dirty="0" err="1"/>
              <a:t>ওজনে</a:t>
            </a:r>
            <a:r>
              <a:rPr lang="en-US" sz="2800" dirty="0"/>
              <a:t> </a:t>
            </a:r>
            <a:r>
              <a:rPr lang="en-US" sz="2800" dirty="0" err="1"/>
              <a:t>হালকা</a:t>
            </a:r>
            <a:r>
              <a:rPr lang="en-US" sz="2800" dirty="0"/>
              <a:t> , </a:t>
            </a:r>
            <a:r>
              <a:rPr lang="en-US" sz="2800" dirty="0" err="1"/>
              <a:t>লম্বাটে</a:t>
            </a:r>
            <a:r>
              <a:rPr lang="en-US" sz="2800" dirty="0"/>
              <a:t> , </a:t>
            </a:r>
            <a:r>
              <a:rPr lang="en-US" sz="2800" dirty="0" err="1"/>
              <a:t>গলা</a:t>
            </a:r>
            <a:r>
              <a:rPr lang="en-US" sz="2800" dirty="0"/>
              <a:t> </a:t>
            </a:r>
            <a:r>
              <a:rPr lang="en-US" sz="2800" dirty="0" err="1"/>
              <a:t>চিকন</a:t>
            </a:r>
            <a:endParaRPr lang="en-US" sz="2800" dirty="0"/>
          </a:p>
          <a:p>
            <a:pPr marL="457200" indent="-457200">
              <a:buFont typeface="Wingdings" panose="05000000000000000000" pitchFamily="2" charset="2"/>
              <a:buChar char="Ø"/>
            </a:pPr>
            <a:r>
              <a:rPr lang="en-US" sz="2800" dirty="0" err="1"/>
              <a:t>শরীরের</a:t>
            </a:r>
            <a:r>
              <a:rPr lang="en-US" sz="2800" dirty="0"/>
              <a:t> </a:t>
            </a:r>
            <a:r>
              <a:rPr lang="en-US" sz="2800" dirty="0" err="1"/>
              <a:t>তুলনায়</a:t>
            </a:r>
            <a:r>
              <a:rPr lang="en-US" sz="2800" dirty="0"/>
              <a:t> </a:t>
            </a:r>
            <a:r>
              <a:rPr lang="en-US" sz="2800" dirty="0" err="1"/>
              <a:t>পাখা</a:t>
            </a:r>
            <a:r>
              <a:rPr lang="en-US" sz="2800" dirty="0"/>
              <a:t> </a:t>
            </a:r>
            <a:r>
              <a:rPr lang="en-US" sz="2800" dirty="0" err="1"/>
              <a:t>ছোট</a:t>
            </a:r>
            <a:r>
              <a:rPr lang="en-US" sz="2800" dirty="0"/>
              <a:t>, </a:t>
            </a:r>
            <a:r>
              <a:rPr lang="en-US" sz="2800" dirty="0" err="1"/>
              <a:t>আটোসাটো</a:t>
            </a:r>
            <a:endParaRPr lang="en-US" sz="2800" dirty="0"/>
          </a:p>
          <a:p>
            <a:pPr marL="457200" indent="-457200">
              <a:buFont typeface="Wingdings" panose="05000000000000000000" pitchFamily="2" charset="2"/>
              <a:buChar char="Ø"/>
            </a:pPr>
            <a:r>
              <a:rPr lang="en-US" sz="2800" dirty="0"/>
              <a:t>২৫০-২৬০টি </a:t>
            </a:r>
            <a:r>
              <a:rPr lang="en-US" sz="2800" dirty="0" err="1"/>
              <a:t>ডিম</a:t>
            </a:r>
            <a:r>
              <a:rPr lang="en-US" sz="2800" dirty="0"/>
              <a:t> </a:t>
            </a:r>
            <a:r>
              <a:rPr lang="en-US" sz="2800" dirty="0" err="1"/>
              <a:t>দেয়</a:t>
            </a:r>
            <a:endParaRPr lang="en-US" sz="2800" dirty="0"/>
          </a:p>
          <a:p>
            <a:pPr marL="457200" indent="-457200">
              <a:buFont typeface="Wingdings" panose="05000000000000000000" pitchFamily="2" charset="2"/>
              <a:buChar char="Ø"/>
            </a:pPr>
            <a:r>
              <a:rPr lang="en-US" sz="2800" dirty="0"/>
              <a:t>২ </a:t>
            </a:r>
            <a:r>
              <a:rPr lang="en-US" sz="2800" dirty="0" err="1"/>
              <a:t>কেজি</a:t>
            </a:r>
            <a:r>
              <a:rPr lang="en-US" sz="2800" dirty="0"/>
              <a:t>, ১.৫ </a:t>
            </a:r>
            <a:r>
              <a:rPr lang="en-US" sz="2800" dirty="0" err="1"/>
              <a:t>কেজি</a:t>
            </a:r>
            <a:r>
              <a:rPr lang="en-US" sz="2800" dirty="0"/>
              <a:t> </a:t>
            </a:r>
            <a:r>
              <a:rPr lang="en-US" sz="2800" dirty="0" err="1"/>
              <a:t>ওজন</a:t>
            </a:r>
            <a:endParaRPr lang="bn-IN" sz="2800" dirty="0"/>
          </a:p>
        </p:txBody>
      </p:sp>
      <p:pic>
        <p:nvPicPr>
          <p:cNvPr id="3076" name="Picture 4" descr="Indian Runner Ducks: The Upright, Active, and Entertaining Breed">
            <a:extLst>
              <a:ext uri="{FF2B5EF4-FFF2-40B4-BE49-F238E27FC236}">
                <a16:creationId xmlns:a16="http://schemas.microsoft.com/office/drawing/2014/main" id="{D000322E-FDEA-1870-1C72-4CB38D16FB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9625" y="1913859"/>
            <a:ext cx="5932376" cy="4944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380660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a:t>১৯০১ </a:t>
            </a:r>
            <a:r>
              <a:rPr lang="en-US" dirty="0" err="1"/>
              <a:t>সালের</a:t>
            </a:r>
            <a:r>
              <a:rPr lang="en-US" dirty="0"/>
              <a:t> </a:t>
            </a:r>
            <a:r>
              <a:rPr lang="en-US" dirty="0" err="1"/>
              <a:t>খাকি</a:t>
            </a:r>
            <a:r>
              <a:rPr lang="en-US" dirty="0"/>
              <a:t> </a:t>
            </a:r>
            <a:r>
              <a:rPr lang="en-US" dirty="0" err="1"/>
              <a:t>ক্যাম্বেল</a:t>
            </a:r>
            <a:r>
              <a:rPr lang="bn-IN" dirty="0"/>
              <a:t> জাত ও বৈশিষ্ট্য</a:t>
            </a:r>
            <a:r>
              <a:rPr lang="en-US" dirty="0"/>
              <a:t> (</a:t>
            </a:r>
            <a:r>
              <a:rPr lang="en-US" dirty="0" err="1"/>
              <a:t>ইংল্যান্ড</a:t>
            </a:r>
            <a:r>
              <a:rPr lang="en-US" dirty="0"/>
              <a:t>)</a:t>
            </a:r>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1913859"/>
            <a:ext cx="5906815" cy="3970318"/>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খাকি</a:t>
            </a:r>
            <a:r>
              <a:rPr lang="en-US" sz="2800" dirty="0"/>
              <a:t> </a:t>
            </a:r>
            <a:r>
              <a:rPr lang="en-US" sz="2800" dirty="0" err="1"/>
              <a:t>রঙের</a:t>
            </a:r>
            <a:r>
              <a:rPr lang="en-US" sz="2800" dirty="0"/>
              <a:t>, </a:t>
            </a:r>
            <a:r>
              <a:rPr lang="en-US" sz="2800" dirty="0" err="1"/>
              <a:t>পা</a:t>
            </a:r>
            <a:r>
              <a:rPr lang="en-US" sz="2800" dirty="0"/>
              <a:t> </a:t>
            </a:r>
            <a:r>
              <a:rPr lang="en-US" sz="2800" dirty="0" err="1"/>
              <a:t>মেটে</a:t>
            </a:r>
            <a:r>
              <a:rPr lang="en-US" sz="2800" dirty="0"/>
              <a:t>, </a:t>
            </a:r>
            <a:r>
              <a:rPr lang="en-US" sz="2800" dirty="0" err="1"/>
              <a:t>চোখ</a:t>
            </a:r>
            <a:r>
              <a:rPr lang="en-US" sz="2800" dirty="0"/>
              <a:t> </a:t>
            </a:r>
            <a:r>
              <a:rPr lang="en-US" sz="2800" dirty="0" err="1"/>
              <a:t>কালো</a:t>
            </a:r>
            <a:r>
              <a:rPr lang="en-US" sz="2800" dirty="0"/>
              <a:t> </a:t>
            </a:r>
          </a:p>
          <a:p>
            <a:pPr marL="457200" indent="-457200">
              <a:buFont typeface="Wingdings" panose="05000000000000000000" pitchFamily="2" charset="2"/>
              <a:buChar char="Ø"/>
            </a:pPr>
            <a:r>
              <a:rPr lang="en-US" sz="2800" dirty="0" err="1"/>
              <a:t>আকারে</a:t>
            </a:r>
            <a:r>
              <a:rPr lang="en-US" sz="2800" dirty="0"/>
              <a:t> </a:t>
            </a:r>
            <a:r>
              <a:rPr lang="en-US" sz="2800" dirty="0" err="1"/>
              <a:t>মাঝারি</a:t>
            </a:r>
            <a:r>
              <a:rPr lang="en-US" sz="2800" dirty="0"/>
              <a:t>, </a:t>
            </a:r>
            <a:r>
              <a:rPr lang="en-US" sz="2800" dirty="0" err="1"/>
              <a:t>শরীর</a:t>
            </a:r>
            <a:r>
              <a:rPr lang="en-US" sz="2800" dirty="0"/>
              <a:t> </a:t>
            </a:r>
            <a:r>
              <a:rPr lang="en-US" sz="2800" dirty="0" err="1"/>
              <a:t>প্রশস্থ</a:t>
            </a:r>
            <a:r>
              <a:rPr lang="en-US" sz="2800" dirty="0"/>
              <a:t>, </a:t>
            </a:r>
            <a:r>
              <a:rPr lang="en-US" sz="2800" dirty="0" err="1"/>
              <a:t>মাথা</a:t>
            </a:r>
            <a:r>
              <a:rPr lang="en-US" sz="2800" dirty="0"/>
              <a:t> </a:t>
            </a:r>
            <a:r>
              <a:rPr lang="en-US" sz="2800" dirty="0" err="1"/>
              <a:t>গোলাকার</a:t>
            </a:r>
            <a:endParaRPr lang="en-US" sz="2800" dirty="0"/>
          </a:p>
          <a:p>
            <a:pPr marL="457200" indent="-457200">
              <a:buFont typeface="Wingdings" panose="05000000000000000000" pitchFamily="2" charset="2"/>
              <a:buChar char="Ø"/>
            </a:pPr>
            <a:r>
              <a:rPr lang="en-US" sz="2800" dirty="0" err="1"/>
              <a:t>ঠোট</a:t>
            </a:r>
            <a:r>
              <a:rPr lang="en-US" sz="2800" dirty="0"/>
              <a:t> </a:t>
            </a:r>
            <a:r>
              <a:rPr lang="en-US" sz="2800" dirty="0" err="1"/>
              <a:t>মাঝারী</a:t>
            </a:r>
            <a:r>
              <a:rPr lang="en-US" sz="2800" dirty="0"/>
              <a:t>, </a:t>
            </a:r>
            <a:r>
              <a:rPr lang="en-US" sz="2800" dirty="0" err="1"/>
              <a:t>লীলাভ</a:t>
            </a:r>
            <a:r>
              <a:rPr lang="en-US" sz="2800" dirty="0"/>
              <a:t> </a:t>
            </a:r>
            <a:r>
              <a:rPr lang="en-US" sz="2800" dirty="0" err="1"/>
              <a:t>সবুজ</a:t>
            </a:r>
            <a:r>
              <a:rPr lang="en-US" sz="2800" dirty="0"/>
              <a:t> </a:t>
            </a:r>
            <a:r>
              <a:rPr lang="en-US" sz="2800" dirty="0" err="1"/>
              <a:t>রঙের</a:t>
            </a:r>
            <a:endParaRPr lang="en-US" sz="2800" dirty="0"/>
          </a:p>
          <a:p>
            <a:pPr marL="457200" indent="-457200">
              <a:buFont typeface="Wingdings" panose="05000000000000000000" pitchFamily="2" charset="2"/>
              <a:buChar char="Ø"/>
            </a:pPr>
            <a:r>
              <a:rPr lang="en-US" sz="2800" dirty="0"/>
              <a:t>২৫০-৩০০ </a:t>
            </a:r>
            <a:r>
              <a:rPr lang="en-US" sz="2800" dirty="0" err="1"/>
              <a:t>টি</a:t>
            </a:r>
            <a:r>
              <a:rPr lang="en-US" sz="2800" dirty="0"/>
              <a:t> </a:t>
            </a:r>
            <a:r>
              <a:rPr lang="en-US" sz="2800" dirty="0" err="1"/>
              <a:t>ডিম</a:t>
            </a:r>
            <a:r>
              <a:rPr lang="en-US" sz="2800" dirty="0"/>
              <a:t> </a:t>
            </a:r>
            <a:r>
              <a:rPr lang="en-US" sz="2800" dirty="0" err="1"/>
              <a:t>দেয়</a:t>
            </a:r>
            <a:endParaRPr lang="en-US" sz="2800" dirty="0"/>
          </a:p>
          <a:p>
            <a:pPr marL="457200" indent="-457200">
              <a:buFont typeface="Wingdings" panose="05000000000000000000" pitchFamily="2" charset="2"/>
              <a:buChar char="Ø"/>
            </a:pPr>
            <a:r>
              <a:rPr lang="en-US" sz="2800" dirty="0" err="1"/>
              <a:t>ওজনঃ</a:t>
            </a:r>
            <a:r>
              <a:rPr lang="en-US" sz="2800" dirty="0"/>
              <a:t> ২.৫ </a:t>
            </a:r>
            <a:r>
              <a:rPr lang="en-US" sz="2800" dirty="0" err="1"/>
              <a:t>কেজি</a:t>
            </a:r>
            <a:r>
              <a:rPr lang="en-US" sz="2800" dirty="0"/>
              <a:t>, ১.৫ </a:t>
            </a:r>
            <a:r>
              <a:rPr lang="en-US" sz="2800" dirty="0" err="1"/>
              <a:t>কেজি</a:t>
            </a:r>
            <a:endParaRPr lang="en-US" sz="2800" dirty="0"/>
          </a:p>
        </p:txBody>
      </p:sp>
      <p:pic>
        <p:nvPicPr>
          <p:cNvPr id="4098" name="Picture 2" descr="Ducklings: Khaki Campbell - My Pet Chicken">
            <a:extLst>
              <a:ext uri="{FF2B5EF4-FFF2-40B4-BE49-F238E27FC236}">
                <a16:creationId xmlns:a16="http://schemas.microsoft.com/office/drawing/2014/main" id="{7C435845-175B-F941-53C1-FD64033101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405963"/>
            <a:ext cx="3452037" cy="345203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ampbell - British Waterfowl Association">
            <a:extLst>
              <a:ext uri="{FF2B5EF4-FFF2-40B4-BE49-F238E27FC236}">
                <a16:creationId xmlns:a16="http://schemas.microsoft.com/office/drawing/2014/main" id="{16A53FE9-F74E-CB23-2449-58F566C570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2687" y="1911141"/>
            <a:ext cx="4209313" cy="27459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296361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জিনডিং</a:t>
            </a:r>
            <a:r>
              <a:rPr lang="bn-IN" dirty="0"/>
              <a:t> জাত ও বৈশিষ্ট্য</a:t>
            </a:r>
            <a:r>
              <a:rPr lang="en-US" dirty="0"/>
              <a:t> (</a:t>
            </a:r>
            <a:r>
              <a:rPr lang="en-US" dirty="0" err="1"/>
              <a:t>চীনের</a:t>
            </a:r>
            <a:r>
              <a:rPr lang="en-US" dirty="0"/>
              <a:t>)</a:t>
            </a:r>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1913859"/>
            <a:ext cx="5906815" cy="3970318"/>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মধ্যম</a:t>
            </a:r>
            <a:r>
              <a:rPr lang="en-US" sz="2800" dirty="0"/>
              <a:t> ও </a:t>
            </a:r>
            <a:r>
              <a:rPr lang="en-US" sz="2800" dirty="0" err="1"/>
              <a:t>হালকা</a:t>
            </a:r>
            <a:r>
              <a:rPr lang="en-US" sz="2800" dirty="0"/>
              <a:t>, </a:t>
            </a:r>
            <a:r>
              <a:rPr lang="en-US" sz="2800" dirty="0" err="1"/>
              <a:t>গলা</a:t>
            </a:r>
            <a:r>
              <a:rPr lang="en-US" sz="2800" dirty="0"/>
              <a:t> </a:t>
            </a:r>
            <a:r>
              <a:rPr lang="en-US" sz="2800" dirty="0" err="1"/>
              <a:t>চিকন</a:t>
            </a:r>
            <a:r>
              <a:rPr lang="en-US" sz="2800" dirty="0"/>
              <a:t> ও </a:t>
            </a:r>
            <a:r>
              <a:rPr lang="en-US" sz="2800" dirty="0" err="1"/>
              <a:t>লম্বা</a:t>
            </a:r>
            <a:endParaRPr lang="en-US" sz="2800" dirty="0"/>
          </a:p>
          <a:p>
            <a:pPr marL="457200" indent="-457200">
              <a:buFont typeface="Wingdings" panose="05000000000000000000" pitchFamily="2" charset="2"/>
              <a:buChar char="Ø"/>
            </a:pPr>
            <a:r>
              <a:rPr lang="en-US" sz="2800" dirty="0" err="1"/>
              <a:t>পালকের</a:t>
            </a:r>
            <a:r>
              <a:rPr lang="en-US" sz="2800" dirty="0"/>
              <a:t> </a:t>
            </a:r>
            <a:r>
              <a:rPr lang="en-US" sz="2800" dirty="0" err="1"/>
              <a:t>বর্ন</a:t>
            </a:r>
            <a:r>
              <a:rPr lang="en-US" sz="2800" dirty="0"/>
              <a:t> </a:t>
            </a:r>
            <a:r>
              <a:rPr lang="en-US" sz="2800" dirty="0" err="1"/>
              <a:t>সামান্য</a:t>
            </a:r>
            <a:r>
              <a:rPr lang="en-US" sz="2800" dirty="0"/>
              <a:t> </a:t>
            </a:r>
            <a:r>
              <a:rPr lang="en-US" sz="2800" dirty="0" err="1"/>
              <a:t>খাকি</a:t>
            </a:r>
            <a:r>
              <a:rPr lang="en-US" sz="2800" dirty="0"/>
              <a:t>, </a:t>
            </a:r>
            <a:r>
              <a:rPr lang="en-US" sz="2800" dirty="0" err="1"/>
              <a:t>বাদামী</a:t>
            </a:r>
            <a:r>
              <a:rPr lang="en-US" sz="2800" dirty="0"/>
              <a:t> ও </a:t>
            </a:r>
            <a:r>
              <a:rPr lang="en-US" sz="2800" dirty="0" err="1"/>
              <a:t>কালো</a:t>
            </a:r>
            <a:r>
              <a:rPr lang="en-US" sz="2800" dirty="0"/>
              <a:t> </a:t>
            </a:r>
            <a:r>
              <a:rPr lang="en-US" sz="2800" dirty="0" err="1"/>
              <a:t>ফোটায়</a:t>
            </a:r>
            <a:r>
              <a:rPr lang="en-US" sz="2800" dirty="0"/>
              <a:t> </a:t>
            </a:r>
            <a:r>
              <a:rPr lang="en-US" sz="2800" dirty="0" err="1"/>
              <a:t>ভরা</a:t>
            </a:r>
            <a:endParaRPr lang="en-US" sz="2800" dirty="0"/>
          </a:p>
          <a:p>
            <a:pPr marL="457200" indent="-457200">
              <a:buFont typeface="Wingdings" panose="05000000000000000000" pitchFamily="2" charset="2"/>
              <a:buChar char="Ø"/>
            </a:pPr>
            <a:r>
              <a:rPr lang="en-US" sz="2800" dirty="0" err="1"/>
              <a:t>এদের</a:t>
            </a:r>
            <a:r>
              <a:rPr lang="en-US" sz="2800" dirty="0"/>
              <a:t> </a:t>
            </a:r>
            <a:r>
              <a:rPr lang="en-US" sz="2800" dirty="0" err="1"/>
              <a:t>পা</a:t>
            </a:r>
            <a:r>
              <a:rPr lang="en-US" sz="2800" dirty="0"/>
              <a:t> ও </a:t>
            </a:r>
            <a:r>
              <a:rPr lang="en-US" sz="2800" dirty="0" err="1"/>
              <a:t>ঠোট</a:t>
            </a:r>
            <a:r>
              <a:rPr lang="en-US" sz="2800" dirty="0"/>
              <a:t> </a:t>
            </a:r>
            <a:r>
              <a:rPr lang="en-US" sz="2800" dirty="0" err="1"/>
              <a:t>বাদামী</a:t>
            </a:r>
            <a:r>
              <a:rPr lang="en-US" sz="2800" dirty="0"/>
              <a:t> </a:t>
            </a:r>
            <a:r>
              <a:rPr lang="en-US" sz="2800" dirty="0" err="1"/>
              <a:t>রংগের</a:t>
            </a:r>
            <a:endParaRPr lang="en-US" sz="2800" dirty="0"/>
          </a:p>
          <a:p>
            <a:pPr marL="457200" indent="-457200">
              <a:buFont typeface="Wingdings" panose="05000000000000000000" pitchFamily="2" charset="2"/>
              <a:buChar char="Ø"/>
            </a:pPr>
            <a:r>
              <a:rPr lang="en-US" sz="2800" dirty="0"/>
              <a:t>২০০-২৫০ </a:t>
            </a:r>
            <a:r>
              <a:rPr lang="en-US" sz="2800" dirty="0" err="1"/>
              <a:t>টি</a:t>
            </a:r>
            <a:r>
              <a:rPr lang="en-US" sz="2800" dirty="0"/>
              <a:t> </a:t>
            </a:r>
            <a:r>
              <a:rPr lang="en-US" sz="2800" dirty="0" err="1"/>
              <a:t>ডিম</a:t>
            </a:r>
            <a:r>
              <a:rPr lang="en-US" sz="2800" dirty="0"/>
              <a:t> </a:t>
            </a:r>
            <a:r>
              <a:rPr lang="en-US" sz="2800" dirty="0" err="1"/>
              <a:t>দেয়</a:t>
            </a:r>
            <a:endParaRPr lang="en-US" sz="2800" dirty="0"/>
          </a:p>
          <a:p>
            <a:pPr marL="457200" indent="-457200">
              <a:buFont typeface="Wingdings" panose="05000000000000000000" pitchFamily="2" charset="2"/>
              <a:buChar char="Ø"/>
            </a:pPr>
            <a:r>
              <a:rPr lang="en-US" sz="2800" dirty="0" err="1"/>
              <a:t>ওজনঃ</a:t>
            </a:r>
            <a:r>
              <a:rPr lang="en-US" sz="2800" dirty="0"/>
              <a:t> ১.৫-২ </a:t>
            </a:r>
            <a:r>
              <a:rPr lang="en-US" sz="2800" dirty="0" err="1"/>
              <a:t>কেজি</a:t>
            </a:r>
            <a:r>
              <a:rPr lang="en-US" sz="2800" dirty="0"/>
              <a:t>, ১ </a:t>
            </a:r>
            <a:r>
              <a:rPr lang="en-US" sz="2800" dirty="0" err="1"/>
              <a:t>কেজি</a:t>
            </a:r>
            <a:endParaRPr lang="en-US" sz="2800" dirty="0"/>
          </a:p>
        </p:txBody>
      </p:sp>
      <p:pic>
        <p:nvPicPr>
          <p:cNvPr id="4102" name="Picture 6" descr="Jinding duck stock image. Image of asia, animal, south - 101235093">
            <a:extLst>
              <a:ext uri="{FF2B5EF4-FFF2-40B4-BE49-F238E27FC236}">
                <a16:creationId xmlns:a16="http://schemas.microsoft.com/office/drawing/2014/main" id="{9D2A7960-C18A-FEAD-4201-5F0A787930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8792" y="1798776"/>
            <a:ext cx="3983208" cy="3260448"/>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Jinding duck stock photo. Image of jinding, chinese - 101235404">
            <a:extLst>
              <a:ext uri="{FF2B5EF4-FFF2-40B4-BE49-F238E27FC236}">
                <a16:creationId xmlns:a16="http://schemas.microsoft.com/office/drawing/2014/main" id="{AB857596-0FE3-5433-83BA-07901A1AA7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4424859"/>
            <a:ext cx="3363085" cy="24331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815231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মাস্কোভি</a:t>
            </a:r>
            <a:r>
              <a:rPr lang="bn-IN" dirty="0"/>
              <a:t> জাত ও বৈশিষ্ট্য</a:t>
            </a:r>
            <a:r>
              <a:rPr lang="en-US" dirty="0"/>
              <a:t> (</a:t>
            </a:r>
            <a:r>
              <a:rPr lang="en-US" dirty="0" err="1"/>
              <a:t>দক্ষিন</a:t>
            </a:r>
            <a:r>
              <a:rPr lang="en-US" dirty="0"/>
              <a:t> </a:t>
            </a:r>
            <a:r>
              <a:rPr lang="en-US" dirty="0" err="1"/>
              <a:t>আমেরিকা</a:t>
            </a:r>
            <a:r>
              <a:rPr lang="en-US" dirty="0"/>
              <a:t>)</a:t>
            </a:r>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1913859"/>
            <a:ext cx="5906815" cy="4401205"/>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বড়</a:t>
            </a:r>
            <a:r>
              <a:rPr lang="en-US" sz="2800" dirty="0"/>
              <a:t> ও </a:t>
            </a:r>
            <a:r>
              <a:rPr lang="en-US" sz="2800" dirty="0" err="1"/>
              <a:t>লম্বা</a:t>
            </a:r>
            <a:r>
              <a:rPr lang="en-US" sz="2800" dirty="0"/>
              <a:t> , </a:t>
            </a:r>
            <a:r>
              <a:rPr lang="en-US" sz="2800" dirty="0" err="1"/>
              <a:t>শরীর</a:t>
            </a:r>
            <a:r>
              <a:rPr lang="en-US" sz="2800" dirty="0"/>
              <a:t> </a:t>
            </a:r>
            <a:r>
              <a:rPr lang="en-US" sz="2800" dirty="0" err="1"/>
              <a:t>প্রশস্ত</a:t>
            </a:r>
            <a:endParaRPr lang="en-US" sz="2800" dirty="0"/>
          </a:p>
          <a:p>
            <a:pPr marL="457200" indent="-457200">
              <a:buFont typeface="Wingdings" panose="05000000000000000000" pitchFamily="2" charset="2"/>
              <a:buChar char="Ø"/>
            </a:pPr>
            <a:r>
              <a:rPr lang="en-US" sz="2800" dirty="0" err="1"/>
              <a:t>পালকের</a:t>
            </a:r>
            <a:r>
              <a:rPr lang="en-US" sz="2800" dirty="0"/>
              <a:t> </a:t>
            </a:r>
            <a:r>
              <a:rPr lang="en-US" sz="2800" dirty="0" err="1"/>
              <a:t>রঙ</a:t>
            </a:r>
            <a:r>
              <a:rPr lang="en-US" sz="2800" dirty="0"/>
              <a:t> </a:t>
            </a:r>
            <a:r>
              <a:rPr lang="en-US" sz="2800" dirty="0" err="1"/>
              <a:t>সাদা-কালো</a:t>
            </a:r>
            <a:r>
              <a:rPr lang="en-US" sz="2800" dirty="0"/>
              <a:t> </a:t>
            </a:r>
            <a:r>
              <a:rPr lang="en-US" sz="2800" dirty="0" err="1"/>
              <a:t>নীলাভ</a:t>
            </a:r>
            <a:r>
              <a:rPr lang="en-US" sz="2800" dirty="0"/>
              <a:t> </a:t>
            </a:r>
            <a:r>
              <a:rPr lang="en-US" sz="2800" dirty="0" err="1"/>
              <a:t>মিশ্রিত</a:t>
            </a:r>
            <a:endParaRPr lang="en-US" sz="2800" dirty="0"/>
          </a:p>
          <a:p>
            <a:pPr marL="457200" indent="-457200">
              <a:buFont typeface="Wingdings" panose="05000000000000000000" pitchFamily="2" charset="2"/>
              <a:buChar char="Ø"/>
            </a:pPr>
            <a:r>
              <a:rPr lang="en-US" sz="2800" dirty="0" err="1"/>
              <a:t>হাঁসা</a:t>
            </a:r>
            <a:r>
              <a:rPr lang="en-US" sz="2800" dirty="0"/>
              <a:t> ৭ </a:t>
            </a:r>
            <a:r>
              <a:rPr lang="en-US" sz="2800" dirty="0" err="1"/>
              <a:t>কেজি</a:t>
            </a:r>
            <a:r>
              <a:rPr lang="en-US" sz="2800" dirty="0"/>
              <a:t> ও </a:t>
            </a:r>
            <a:r>
              <a:rPr lang="en-US" sz="2800" dirty="0" err="1"/>
              <a:t>হাসী</a:t>
            </a:r>
            <a:r>
              <a:rPr lang="en-US" sz="2800" dirty="0"/>
              <a:t> ৩ </a:t>
            </a:r>
            <a:r>
              <a:rPr lang="en-US" sz="2800" dirty="0" err="1"/>
              <a:t>কেজি</a:t>
            </a:r>
            <a:endParaRPr lang="en-US" sz="2800" dirty="0"/>
          </a:p>
          <a:p>
            <a:pPr marL="457200" indent="-457200">
              <a:buFont typeface="Wingdings" panose="05000000000000000000" pitchFamily="2" charset="2"/>
              <a:buChar char="Ø"/>
            </a:pPr>
            <a:r>
              <a:rPr lang="en-US" sz="2800" dirty="0"/>
              <a:t>৮০-১০০ </a:t>
            </a:r>
            <a:r>
              <a:rPr lang="en-US" sz="2800" dirty="0" err="1"/>
              <a:t>টি</a:t>
            </a:r>
            <a:r>
              <a:rPr lang="en-US" sz="2800" dirty="0"/>
              <a:t> </a:t>
            </a:r>
            <a:r>
              <a:rPr lang="en-US" sz="2800" dirty="0" err="1"/>
              <a:t>ডিম</a:t>
            </a:r>
            <a:r>
              <a:rPr lang="en-US" sz="2800" dirty="0"/>
              <a:t> </a:t>
            </a:r>
            <a:r>
              <a:rPr lang="en-US" sz="2800" dirty="0" err="1"/>
              <a:t>দেয়</a:t>
            </a:r>
            <a:r>
              <a:rPr lang="en-US" sz="2800" dirty="0"/>
              <a:t> </a:t>
            </a:r>
            <a:r>
              <a:rPr lang="en-US" sz="2800" dirty="0" err="1"/>
              <a:t>বছরে</a:t>
            </a:r>
            <a:endParaRPr lang="en-US" sz="2800" dirty="0"/>
          </a:p>
          <a:p>
            <a:pPr marL="457200" indent="-457200">
              <a:buFont typeface="Wingdings" panose="05000000000000000000" pitchFamily="2" charset="2"/>
              <a:buChar char="Ø"/>
            </a:pPr>
            <a:r>
              <a:rPr lang="en-US" sz="2800" dirty="0" err="1"/>
              <a:t>ডীমের</a:t>
            </a:r>
            <a:r>
              <a:rPr lang="en-US" sz="2800" dirty="0"/>
              <a:t> </a:t>
            </a:r>
            <a:r>
              <a:rPr lang="en-US" sz="2800" dirty="0" err="1"/>
              <a:t>খোসা</a:t>
            </a:r>
            <a:r>
              <a:rPr lang="en-US" sz="2800" dirty="0"/>
              <a:t> </a:t>
            </a:r>
            <a:r>
              <a:rPr lang="en-US" sz="2800" dirty="0" err="1"/>
              <a:t>সাদা</a:t>
            </a:r>
            <a:r>
              <a:rPr lang="en-US" sz="2800" dirty="0"/>
              <a:t> </a:t>
            </a:r>
            <a:r>
              <a:rPr lang="en-US" sz="2800" dirty="0" err="1"/>
              <a:t>তবে</a:t>
            </a:r>
            <a:r>
              <a:rPr lang="en-US" sz="2800" dirty="0"/>
              <a:t> </a:t>
            </a:r>
            <a:r>
              <a:rPr lang="en-US" sz="2800" dirty="0" err="1"/>
              <a:t>হালকা</a:t>
            </a:r>
            <a:r>
              <a:rPr lang="en-US" sz="2800" dirty="0"/>
              <a:t> </a:t>
            </a:r>
            <a:r>
              <a:rPr lang="en-US" sz="2800" dirty="0" err="1"/>
              <a:t>নীলাভ</a:t>
            </a:r>
            <a:r>
              <a:rPr lang="en-US" sz="2800" dirty="0"/>
              <a:t> </a:t>
            </a:r>
            <a:r>
              <a:rPr lang="en-US" sz="2800" dirty="0" err="1"/>
              <a:t>আভাযুক্ত</a:t>
            </a:r>
            <a:r>
              <a:rPr lang="en-US" sz="2800" dirty="0"/>
              <a:t> </a:t>
            </a:r>
          </a:p>
          <a:p>
            <a:endParaRPr lang="en-US" sz="2800" dirty="0"/>
          </a:p>
        </p:txBody>
      </p:sp>
      <p:pic>
        <p:nvPicPr>
          <p:cNvPr id="5122" name="Picture 2" descr="Domestic Muscovy duck - Wikipedia">
            <a:extLst>
              <a:ext uri="{FF2B5EF4-FFF2-40B4-BE49-F238E27FC236}">
                <a16:creationId xmlns:a16="http://schemas.microsoft.com/office/drawing/2014/main" id="{DEC63885-B0CD-8DEA-0731-1677E8B8D5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18967" y="1839431"/>
            <a:ext cx="3973033" cy="297977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Muscovy Duck Overview, All About Birds, Cornell Lab of Ornithology">
            <a:extLst>
              <a:ext uri="{FF2B5EF4-FFF2-40B4-BE49-F238E27FC236}">
                <a16:creationId xmlns:a16="http://schemas.microsoft.com/office/drawing/2014/main" id="{5BA9DE49-24A0-6669-7C87-E49418EBDD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1459" y="4540877"/>
            <a:ext cx="4378815" cy="23171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01844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আলেসবারি</a:t>
            </a:r>
            <a:r>
              <a:rPr lang="bn-IN" dirty="0"/>
              <a:t> জাত ও বৈশিষ্ট্য</a:t>
            </a:r>
            <a:r>
              <a:rPr lang="en-US" dirty="0"/>
              <a:t> (</a:t>
            </a:r>
            <a:r>
              <a:rPr lang="en-US" dirty="0" err="1"/>
              <a:t>ইংল্যান্ড</a:t>
            </a:r>
            <a:r>
              <a:rPr lang="en-US" dirty="0"/>
              <a:t>)</a:t>
            </a:r>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1913859"/>
            <a:ext cx="5906815" cy="3539430"/>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সাদা</a:t>
            </a:r>
            <a:r>
              <a:rPr lang="en-US" sz="2800" dirty="0"/>
              <a:t> ও </a:t>
            </a:r>
            <a:r>
              <a:rPr lang="en-US" sz="2800" dirty="0" err="1"/>
              <a:t>লম্বা</a:t>
            </a:r>
            <a:endParaRPr lang="en-US" sz="2800" dirty="0"/>
          </a:p>
          <a:p>
            <a:pPr marL="457200" indent="-457200">
              <a:buFont typeface="Wingdings" panose="05000000000000000000" pitchFamily="2" charset="2"/>
              <a:buChar char="Ø"/>
            </a:pPr>
            <a:r>
              <a:rPr lang="en-US" sz="2800" dirty="0" err="1"/>
              <a:t>মাথা</a:t>
            </a:r>
            <a:r>
              <a:rPr lang="en-US" sz="2800" dirty="0"/>
              <a:t> </a:t>
            </a:r>
            <a:r>
              <a:rPr lang="en-US" sz="2800" dirty="0" err="1"/>
              <a:t>সবসময়</a:t>
            </a:r>
            <a:r>
              <a:rPr lang="en-US" sz="2800" dirty="0"/>
              <a:t> </a:t>
            </a:r>
            <a:r>
              <a:rPr lang="en-US" sz="2800" dirty="0" err="1"/>
              <a:t>খাড়া</a:t>
            </a:r>
            <a:r>
              <a:rPr lang="en-US" sz="2800" dirty="0"/>
              <a:t> </a:t>
            </a:r>
            <a:r>
              <a:rPr lang="en-US" sz="2800" dirty="0" err="1"/>
              <a:t>করে</a:t>
            </a:r>
            <a:r>
              <a:rPr lang="en-US" sz="2800" dirty="0"/>
              <a:t> </a:t>
            </a:r>
            <a:r>
              <a:rPr lang="en-US" sz="2800" dirty="0" err="1"/>
              <a:t>রাখে</a:t>
            </a:r>
            <a:endParaRPr lang="en-US" sz="2800" dirty="0"/>
          </a:p>
          <a:p>
            <a:pPr marL="457200" indent="-457200">
              <a:buFont typeface="Wingdings" panose="05000000000000000000" pitchFamily="2" charset="2"/>
              <a:buChar char="Ø"/>
            </a:pPr>
            <a:r>
              <a:rPr lang="en-US" sz="2800" dirty="0" err="1"/>
              <a:t>মাথা</a:t>
            </a:r>
            <a:r>
              <a:rPr lang="en-US" sz="2800" dirty="0"/>
              <a:t> </a:t>
            </a:r>
            <a:r>
              <a:rPr lang="en-US" sz="2800" dirty="0" err="1"/>
              <a:t>বেশ</a:t>
            </a:r>
            <a:r>
              <a:rPr lang="en-US" sz="2800" dirty="0"/>
              <a:t> </a:t>
            </a:r>
            <a:r>
              <a:rPr lang="en-US" sz="2800" dirty="0" err="1"/>
              <a:t>বড়</a:t>
            </a:r>
            <a:r>
              <a:rPr lang="en-US" sz="2800" dirty="0"/>
              <a:t> ও </a:t>
            </a:r>
            <a:r>
              <a:rPr lang="en-US" sz="2800" dirty="0" err="1"/>
              <a:t>সোজা</a:t>
            </a:r>
            <a:r>
              <a:rPr lang="en-US" sz="2800" dirty="0"/>
              <a:t> ও </a:t>
            </a:r>
            <a:r>
              <a:rPr lang="en-US" sz="2800" dirty="0" err="1"/>
              <a:t>লম্বা</a:t>
            </a:r>
            <a:endParaRPr lang="en-US" sz="2800" dirty="0"/>
          </a:p>
          <a:p>
            <a:pPr marL="457200" indent="-457200">
              <a:buFont typeface="Wingdings" panose="05000000000000000000" pitchFamily="2" charset="2"/>
              <a:buChar char="Ø"/>
            </a:pPr>
            <a:r>
              <a:rPr lang="en-US" sz="2800" dirty="0" err="1"/>
              <a:t>ঠোট</a:t>
            </a:r>
            <a:r>
              <a:rPr lang="en-US" sz="2800" dirty="0"/>
              <a:t>, </a:t>
            </a:r>
            <a:r>
              <a:rPr lang="en-US" sz="2800" dirty="0" err="1"/>
              <a:t>চোখ</a:t>
            </a:r>
            <a:r>
              <a:rPr lang="en-US" sz="2800" dirty="0"/>
              <a:t> , </a:t>
            </a:r>
            <a:r>
              <a:rPr lang="en-US" sz="2800" dirty="0" err="1"/>
              <a:t>পা</a:t>
            </a:r>
            <a:r>
              <a:rPr lang="en-US" sz="2800" dirty="0"/>
              <a:t> </a:t>
            </a:r>
            <a:r>
              <a:rPr lang="en-US" sz="2800" dirty="0" err="1"/>
              <a:t>বাদামী</a:t>
            </a:r>
            <a:r>
              <a:rPr lang="en-US" sz="2800" dirty="0"/>
              <a:t> </a:t>
            </a:r>
            <a:r>
              <a:rPr lang="en-US" sz="2800" dirty="0" err="1"/>
              <a:t>হলুদ</a:t>
            </a:r>
            <a:endParaRPr lang="en-US" sz="2800" dirty="0"/>
          </a:p>
          <a:p>
            <a:pPr marL="457200" indent="-457200">
              <a:buFont typeface="Wingdings" panose="05000000000000000000" pitchFamily="2" charset="2"/>
              <a:buChar char="Ø"/>
            </a:pPr>
            <a:r>
              <a:rPr lang="en-US" sz="2800" dirty="0" err="1"/>
              <a:t>ওজন</a:t>
            </a:r>
            <a:r>
              <a:rPr lang="en-US" sz="2800" dirty="0"/>
              <a:t> ৪-৪.৫ </a:t>
            </a:r>
            <a:r>
              <a:rPr lang="en-US" sz="2800" dirty="0" err="1"/>
              <a:t>কেজি</a:t>
            </a:r>
            <a:r>
              <a:rPr lang="en-US" sz="2800" dirty="0"/>
              <a:t>, ৩.৫-৪ </a:t>
            </a:r>
            <a:r>
              <a:rPr lang="en-US" sz="2800" dirty="0" err="1"/>
              <a:t>কেজি</a:t>
            </a:r>
            <a:endParaRPr lang="en-US" sz="2800" dirty="0"/>
          </a:p>
          <a:p>
            <a:pPr marL="457200" indent="-457200">
              <a:buFont typeface="Wingdings" panose="05000000000000000000" pitchFamily="2" charset="2"/>
              <a:buChar char="Ø"/>
            </a:pPr>
            <a:r>
              <a:rPr lang="en-US" sz="2800" dirty="0"/>
              <a:t>৮০-১০০ </a:t>
            </a:r>
            <a:r>
              <a:rPr lang="en-US" sz="2800" dirty="0" err="1"/>
              <a:t>টি</a:t>
            </a:r>
            <a:r>
              <a:rPr lang="en-US" sz="2800" dirty="0"/>
              <a:t> </a:t>
            </a:r>
            <a:r>
              <a:rPr lang="en-US" sz="2800" dirty="0" err="1"/>
              <a:t>ডিম</a:t>
            </a:r>
            <a:r>
              <a:rPr lang="en-US" sz="2800" dirty="0"/>
              <a:t> </a:t>
            </a:r>
            <a:r>
              <a:rPr lang="en-US" sz="2800" dirty="0" err="1"/>
              <a:t>দেয়</a:t>
            </a:r>
            <a:endParaRPr lang="en-US" sz="2800" dirty="0"/>
          </a:p>
        </p:txBody>
      </p:sp>
      <p:pic>
        <p:nvPicPr>
          <p:cNvPr id="6146" name="Picture 2" descr="Aylesbury Duck - The Livestock Conservancy">
            <a:extLst>
              <a:ext uri="{FF2B5EF4-FFF2-40B4-BE49-F238E27FC236}">
                <a16:creationId xmlns:a16="http://schemas.microsoft.com/office/drawing/2014/main" id="{2CE06D44-EA0B-8B45-0C64-B7C9359E7E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29377" y="1913859"/>
            <a:ext cx="4862623" cy="36469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4F63AFE-D534-9A57-0EFC-D603772ED2E8}"/>
              </a:ext>
            </a:extLst>
          </p:cNvPr>
          <p:cNvPicPr>
            <a:picLocks noChangeAspect="1"/>
          </p:cNvPicPr>
          <p:nvPr/>
        </p:nvPicPr>
        <p:blipFill>
          <a:blip r:embed="rId3"/>
          <a:stretch>
            <a:fillRect/>
          </a:stretch>
        </p:blipFill>
        <p:spPr>
          <a:xfrm>
            <a:off x="5764687" y="4637779"/>
            <a:ext cx="3129380" cy="2220221"/>
          </a:xfrm>
          <a:prstGeom prst="rect">
            <a:avLst/>
          </a:prstGeom>
        </p:spPr>
      </p:pic>
    </p:spTree>
    <p:extLst>
      <p:ext uri="{BB962C8B-B14F-4D97-AF65-F5344CB8AC3E}">
        <p14:creationId xmlns:p14="http://schemas.microsoft.com/office/powerpoint/2010/main" val="240220545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দেশী</a:t>
            </a:r>
            <a:r>
              <a:rPr lang="en-US" dirty="0"/>
              <a:t> </a:t>
            </a:r>
            <a:r>
              <a:rPr lang="en-US" dirty="0" err="1"/>
              <a:t>রাজহাঁসের</a:t>
            </a:r>
            <a:r>
              <a:rPr lang="bn-IN" dirty="0"/>
              <a:t>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158408"/>
            <a:ext cx="5906815" cy="3108543"/>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সাদা</a:t>
            </a:r>
            <a:r>
              <a:rPr lang="en-US" sz="2800" dirty="0"/>
              <a:t> </a:t>
            </a:r>
            <a:r>
              <a:rPr lang="en-US" sz="2800" dirty="0" err="1"/>
              <a:t>ধুসর</a:t>
            </a:r>
            <a:r>
              <a:rPr lang="en-US" sz="2800" dirty="0"/>
              <a:t> </a:t>
            </a:r>
            <a:r>
              <a:rPr lang="en-US" sz="2800" dirty="0" err="1"/>
              <a:t>ডোরাকাটা</a:t>
            </a:r>
            <a:endParaRPr lang="en-US" sz="2800" dirty="0"/>
          </a:p>
          <a:p>
            <a:pPr marL="457200" indent="-457200">
              <a:buFont typeface="Wingdings" panose="05000000000000000000" pitchFamily="2" charset="2"/>
              <a:buChar char="Ø"/>
            </a:pPr>
            <a:r>
              <a:rPr lang="en-US" sz="2800" dirty="0" err="1"/>
              <a:t>এদের</a:t>
            </a:r>
            <a:r>
              <a:rPr lang="en-US" sz="2800" dirty="0"/>
              <a:t> </a:t>
            </a:r>
            <a:r>
              <a:rPr lang="en-US" sz="2800" dirty="0" err="1"/>
              <a:t>মাংস</a:t>
            </a:r>
            <a:r>
              <a:rPr lang="en-US" sz="2800" dirty="0"/>
              <a:t> ও </a:t>
            </a:r>
            <a:r>
              <a:rPr lang="en-US" sz="2800" dirty="0" err="1"/>
              <a:t>ডিম</a:t>
            </a:r>
            <a:r>
              <a:rPr lang="en-US" sz="2800" dirty="0"/>
              <a:t> </a:t>
            </a:r>
            <a:r>
              <a:rPr lang="en-US" sz="2800" dirty="0" err="1"/>
              <a:t>উৎপাদন</a:t>
            </a:r>
            <a:r>
              <a:rPr lang="en-US" sz="2800" dirty="0"/>
              <a:t> </a:t>
            </a:r>
            <a:r>
              <a:rPr lang="en-US" sz="2800" dirty="0" err="1"/>
              <a:t>ক্ষমতা</a:t>
            </a:r>
            <a:r>
              <a:rPr lang="en-US" sz="2800" dirty="0"/>
              <a:t> </a:t>
            </a:r>
            <a:r>
              <a:rPr lang="en-US" sz="2800" dirty="0" err="1"/>
              <a:t>কম</a:t>
            </a:r>
            <a:endParaRPr lang="en-US" sz="2800" dirty="0"/>
          </a:p>
          <a:p>
            <a:pPr marL="457200" indent="-457200">
              <a:buFont typeface="Wingdings" panose="05000000000000000000" pitchFamily="2" charset="2"/>
              <a:buChar char="Ø"/>
            </a:pPr>
            <a:r>
              <a:rPr lang="en-US" sz="2800" dirty="0" err="1"/>
              <a:t>পা</a:t>
            </a:r>
            <a:r>
              <a:rPr lang="en-US" sz="2800" dirty="0"/>
              <a:t> </a:t>
            </a:r>
            <a:r>
              <a:rPr lang="en-US" sz="2800" dirty="0" err="1"/>
              <a:t>খাটো</a:t>
            </a:r>
            <a:r>
              <a:rPr lang="en-US" sz="2800" dirty="0"/>
              <a:t>, </a:t>
            </a:r>
            <a:r>
              <a:rPr lang="en-US" sz="2800" dirty="0" err="1"/>
              <a:t>গলা</a:t>
            </a:r>
            <a:r>
              <a:rPr lang="en-US" sz="2800" dirty="0"/>
              <a:t> </a:t>
            </a:r>
            <a:r>
              <a:rPr lang="en-US" sz="2800" dirty="0" err="1"/>
              <a:t>লম্বা</a:t>
            </a:r>
            <a:endParaRPr lang="en-US" sz="2800" dirty="0"/>
          </a:p>
          <a:p>
            <a:pPr marL="457200" indent="-457200">
              <a:buFont typeface="Wingdings" panose="05000000000000000000" pitchFamily="2" charset="2"/>
              <a:buChar char="Ø"/>
            </a:pPr>
            <a:r>
              <a:rPr lang="en-US" sz="2800" dirty="0" err="1"/>
              <a:t>পিঠের</a:t>
            </a:r>
            <a:r>
              <a:rPr lang="en-US" sz="2800" dirty="0"/>
              <a:t> </a:t>
            </a:r>
            <a:r>
              <a:rPr lang="en-US" sz="2800" dirty="0" err="1"/>
              <a:t>পালক</a:t>
            </a:r>
            <a:r>
              <a:rPr lang="en-US" sz="2800" dirty="0"/>
              <a:t> </a:t>
            </a:r>
            <a:r>
              <a:rPr lang="en-US" sz="2800" dirty="0" err="1"/>
              <a:t>গারো</a:t>
            </a:r>
            <a:r>
              <a:rPr lang="en-US" sz="2800" dirty="0"/>
              <a:t> </a:t>
            </a:r>
            <a:r>
              <a:rPr lang="en-US" sz="2800" dirty="0" err="1"/>
              <a:t>রঙ্গের</a:t>
            </a:r>
            <a:endParaRPr lang="en-US" sz="2800" dirty="0"/>
          </a:p>
        </p:txBody>
      </p:sp>
      <p:pic>
        <p:nvPicPr>
          <p:cNvPr id="7174" name="Picture 6" descr="राजहंस // Rajhans // Geese // White Ducks // Big Ducks">
            <a:extLst>
              <a:ext uri="{FF2B5EF4-FFF2-40B4-BE49-F238E27FC236}">
                <a16:creationId xmlns:a16="http://schemas.microsoft.com/office/drawing/2014/main" id="{9BF69FF9-4FB6-126C-D59A-C7471E6791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5966" y="2706050"/>
            <a:ext cx="5826034" cy="3277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769935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টলুউস</a:t>
            </a:r>
            <a:r>
              <a:rPr lang="en-US" dirty="0"/>
              <a:t> </a:t>
            </a:r>
            <a:r>
              <a:rPr lang="en-US" dirty="0" err="1"/>
              <a:t>রাজহাঁসের</a:t>
            </a:r>
            <a:r>
              <a:rPr lang="bn-IN" dirty="0"/>
              <a:t>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158408"/>
            <a:ext cx="5906815" cy="3970318"/>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মাংসল</a:t>
            </a:r>
            <a:r>
              <a:rPr lang="en-US" sz="2800" dirty="0"/>
              <a:t> ও </a:t>
            </a:r>
            <a:r>
              <a:rPr lang="en-US" sz="2800" dirty="0" err="1"/>
              <a:t>বড়</a:t>
            </a:r>
            <a:r>
              <a:rPr lang="en-US" sz="2800" dirty="0"/>
              <a:t> </a:t>
            </a:r>
            <a:r>
              <a:rPr lang="en-US" sz="2800" dirty="0" err="1"/>
              <a:t>আকারের</a:t>
            </a:r>
            <a:r>
              <a:rPr lang="en-US" sz="2800" dirty="0"/>
              <a:t> </a:t>
            </a:r>
            <a:r>
              <a:rPr lang="en-US" sz="2800" dirty="0" err="1"/>
              <a:t>রাজহাঁস</a:t>
            </a:r>
            <a:r>
              <a:rPr lang="en-US" sz="2800" dirty="0"/>
              <a:t> </a:t>
            </a:r>
          </a:p>
          <a:p>
            <a:pPr marL="457200" indent="-457200">
              <a:buFont typeface="Wingdings" panose="05000000000000000000" pitchFamily="2" charset="2"/>
              <a:buChar char="Ø"/>
            </a:pPr>
            <a:r>
              <a:rPr lang="en-US" sz="2800" dirty="0" err="1"/>
              <a:t>দেহ</a:t>
            </a:r>
            <a:r>
              <a:rPr lang="en-US" sz="2800" dirty="0"/>
              <a:t> </a:t>
            </a:r>
            <a:r>
              <a:rPr lang="en-US" sz="2800" dirty="0" err="1"/>
              <a:t>লম্বা</a:t>
            </a:r>
            <a:r>
              <a:rPr lang="en-US" sz="2800" dirty="0"/>
              <a:t> ও </a:t>
            </a:r>
            <a:r>
              <a:rPr lang="en-US" sz="2800" dirty="0" err="1"/>
              <a:t>প্রশস্থ</a:t>
            </a:r>
            <a:r>
              <a:rPr lang="en-US" sz="2800" dirty="0"/>
              <a:t>, </a:t>
            </a:r>
            <a:r>
              <a:rPr lang="en-US" sz="2800" dirty="0" err="1"/>
              <a:t>বুক</a:t>
            </a:r>
            <a:r>
              <a:rPr lang="en-US" sz="2800" dirty="0"/>
              <a:t> </a:t>
            </a:r>
            <a:r>
              <a:rPr lang="en-US" sz="2800" dirty="0" err="1"/>
              <a:t>উচু</a:t>
            </a:r>
            <a:r>
              <a:rPr lang="en-US" sz="2800" dirty="0"/>
              <a:t> </a:t>
            </a:r>
          </a:p>
          <a:p>
            <a:pPr marL="457200" indent="-457200">
              <a:buFont typeface="Wingdings" panose="05000000000000000000" pitchFamily="2" charset="2"/>
              <a:buChar char="Ø"/>
            </a:pPr>
            <a:r>
              <a:rPr lang="en-US" sz="2800" dirty="0" err="1"/>
              <a:t>লেজ</a:t>
            </a:r>
            <a:r>
              <a:rPr lang="en-US" sz="2800" dirty="0"/>
              <a:t> </a:t>
            </a:r>
            <a:r>
              <a:rPr lang="en-US" sz="2800" dirty="0" err="1"/>
              <a:t>খাটো</a:t>
            </a:r>
            <a:r>
              <a:rPr lang="en-US" sz="2800" dirty="0"/>
              <a:t>, </a:t>
            </a:r>
            <a:r>
              <a:rPr lang="en-US" sz="2800" dirty="0" err="1"/>
              <a:t>মাথা</a:t>
            </a:r>
            <a:r>
              <a:rPr lang="en-US" sz="2800" dirty="0"/>
              <a:t> </a:t>
            </a:r>
            <a:r>
              <a:rPr lang="en-US" sz="2800" dirty="0" err="1"/>
              <a:t>বড়</a:t>
            </a:r>
            <a:r>
              <a:rPr lang="en-US" sz="2800" dirty="0"/>
              <a:t>, </a:t>
            </a:r>
            <a:r>
              <a:rPr lang="en-US" sz="2800" dirty="0" err="1"/>
              <a:t>পা</a:t>
            </a:r>
            <a:r>
              <a:rPr lang="en-US" sz="2800" dirty="0"/>
              <a:t> </a:t>
            </a:r>
            <a:r>
              <a:rPr lang="en-US" sz="2800" dirty="0" err="1"/>
              <a:t>খাটো</a:t>
            </a:r>
            <a:endParaRPr lang="en-US" sz="2800" dirty="0"/>
          </a:p>
          <a:p>
            <a:pPr marL="457200" indent="-457200">
              <a:buFont typeface="Wingdings" panose="05000000000000000000" pitchFamily="2" charset="2"/>
              <a:buChar char="Ø"/>
            </a:pPr>
            <a:r>
              <a:rPr lang="en-US" sz="2800" dirty="0" err="1"/>
              <a:t>পালকের</a:t>
            </a:r>
            <a:r>
              <a:rPr lang="en-US" sz="2800" dirty="0"/>
              <a:t> </a:t>
            </a:r>
            <a:r>
              <a:rPr lang="en-US" sz="2800" dirty="0" err="1"/>
              <a:t>রঙ</a:t>
            </a:r>
            <a:r>
              <a:rPr lang="en-US" sz="2800" dirty="0"/>
              <a:t> </a:t>
            </a:r>
            <a:r>
              <a:rPr lang="en-US" sz="2800" dirty="0" err="1"/>
              <a:t>গারো</a:t>
            </a:r>
            <a:r>
              <a:rPr lang="en-US" sz="2800" dirty="0"/>
              <a:t> ও </a:t>
            </a:r>
            <a:r>
              <a:rPr lang="en-US" sz="2800" dirty="0" err="1"/>
              <a:t>হালকা</a:t>
            </a:r>
            <a:r>
              <a:rPr lang="en-US" sz="2800" dirty="0"/>
              <a:t> </a:t>
            </a:r>
            <a:r>
              <a:rPr lang="en-US" sz="2800" dirty="0" err="1"/>
              <a:t>ধূসরের</a:t>
            </a:r>
            <a:endParaRPr lang="en-US" sz="2800" dirty="0"/>
          </a:p>
          <a:p>
            <a:pPr marL="457200" indent="-457200">
              <a:buFont typeface="Wingdings" panose="05000000000000000000" pitchFamily="2" charset="2"/>
              <a:buChar char="Ø"/>
            </a:pPr>
            <a:r>
              <a:rPr lang="en-US" sz="2800" dirty="0"/>
              <a:t>১১ </a:t>
            </a:r>
            <a:r>
              <a:rPr lang="en-US" sz="2800" dirty="0" err="1"/>
              <a:t>কেজি</a:t>
            </a:r>
            <a:r>
              <a:rPr lang="en-US" sz="2800" dirty="0"/>
              <a:t> ও ৯ </a:t>
            </a:r>
            <a:r>
              <a:rPr lang="en-US" sz="2800" dirty="0" err="1"/>
              <a:t>কেজী</a:t>
            </a:r>
            <a:endParaRPr lang="en-US" sz="2800" dirty="0"/>
          </a:p>
        </p:txBody>
      </p:sp>
      <p:pic>
        <p:nvPicPr>
          <p:cNvPr id="8194" name="Picture 2" descr="Murray McMurray Hatchery - Toulouse Geese">
            <a:extLst>
              <a:ext uri="{FF2B5EF4-FFF2-40B4-BE49-F238E27FC236}">
                <a16:creationId xmlns:a16="http://schemas.microsoft.com/office/drawing/2014/main" id="{2708EB6A-095D-3E06-E8AE-6E428D2FDF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2037" y="1921978"/>
            <a:ext cx="4929963" cy="4929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202211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আম্বডেন</a:t>
            </a:r>
            <a:r>
              <a:rPr lang="en-US" dirty="0"/>
              <a:t> </a:t>
            </a:r>
            <a:r>
              <a:rPr lang="en-US" dirty="0" err="1"/>
              <a:t>রাজহাঁসের</a:t>
            </a:r>
            <a:r>
              <a:rPr lang="bn-IN" dirty="0"/>
              <a:t>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158408"/>
            <a:ext cx="5906815" cy="3539430"/>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প্রশস্থ</a:t>
            </a:r>
            <a:r>
              <a:rPr lang="en-US" sz="2800" dirty="0"/>
              <a:t>, </a:t>
            </a:r>
            <a:r>
              <a:rPr lang="en-US" sz="2800" dirty="0" err="1"/>
              <a:t>ডানা</a:t>
            </a:r>
            <a:r>
              <a:rPr lang="en-US" sz="2800" dirty="0"/>
              <a:t> </a:t>
            </a:r>
            <a:r>
              <a:rPr lang="en-US" sz="2800" dirty="0" err="1"/>
              <a:t>লম্বা</a:t>
            </a:r>
            <a:endParaRPr lang="en-US" sz="2800" dirty="0"/>
          </a:p>
          <a:p>
            <a:pPr marL="457200" indent="-457200">
              <a:buFont typeface="Wingdings" panose="05000000000000000000" pitchFamily="2" charset="2"/>
              <a:buChar char="Ø"/>
            </a:pPr>
            <a:r>
              <a:rPr lang="en-US" sz="2800" dirty="0" err="1"/>
              <a:t>মাথা</a:t>
            </a:r>
            <a:r>
              <a:rPr lang="en-US" sz="2800" dirty="0"/>
              <a:t> </a:t>
            </a:r>
            <a:r>
              <a:rPr lang="en-US" sz="2800" dirty="0" err="1"/>
              <a:t>লম্বা</a:t>
            </a:r>
            <a:r>
              <a:rPr lang="en-US" sz="2800" dirty="0"/>
              <a:t> ও </a:t>
            </a:r>
            <a:r>
              <a:rPr lang="en-US" sz="2800" dirty="0" err="1"/>
              <a:t>সোজা</a:t>
            </a:r>
            <a:r>
              <a:rPr lang="en-US" sz="2800" dirty="0"/>
              <a:t>, </a:t>
            </a:r>
            <a:r>
              <a:rPr lang="en-US" sz="2800" dirty="0" err="1"/>
              <a:t>ঠোট</a:t>
            </a:r>
            <a:r>
              <a:rPr lang="en-US" sz="2800" dirty="0"/>
              <a:t> </a:t>
            </a:r>
            <a:r>
              <a:rPr lang="en-US" sz="2800" dirty="0" err="1"/>
              <a:t>লম্বা</a:t>
            </a:r>
            <a:r>
              <a:rPr lang="en-US" sz="2800" dirty="0"/>
              <a:t>, ও </a:t>
            </a:r>
            <a:r>
              <a:rPr lang="en-US" sz="2800" dirty="0" err="1"/>
              <a:t>চোখ</a:t>
            </a:r>
            <a:r>
              <a:rPr lang="en-US" sz="2800" dirty="0"/>
              <a:t> </a:t>
            </a:r>
            <a:r>
              <a:rPr lang="en-US" sz="2800" dirty="0" err="1"/>
              <a:t>হালকা</a:t>
            </a:r>
            <a:r>
              <a:rPr lang="en-US" sz="2800" dirty="0"/>
              <a:t> </a:t>
            </a:r>
            <a:r>
              <a:rPr lang="en-US" sz="2800" dirty="0" err="1"/>
              <a:t>নীল</a:t>
            </a:r>
            <a:endParaRPr lang="en-US" sz="2800" dirty="0"/>
          </a:p>
          <a:p>
            <a:pPr marL="457200" indent="-457200">
              <a:buFont typeface="Wingdings" panose="05000000000000000000" pitchFamily="2" charset="2"/>
              <a:buChar char="Ø"/>
            </a:pPr>
            <a:r>
              <a:rPr lang="en-US" sz="2800" dirty="0" err="1"/>
              <a:t>পা</a:t>
            </a:r>
            <a:r>
              <a:rPr lang="en-US" sz="2800" dirty="0"/>
              <a:t> </a:t>
            </a:r>
            <a:r>
              <a:rPr lang="en-US" sz="2800" dirty="0" err="1"/>
              <a:t>খুব</a:t>
            </a:r>
            <a:r>
              <a:rPr lang="en-US" sz="2800" dirty="0"/>
              <a:t> </a:t>
            </a:r>
            <a:r>
              <a:rPr lang="en-US" sz="2800" dirty="0" err="1"/>
              <a:t>খাটো</a:t>
            </a:r>
            <a:r>
              <a:rPr lang="en-US" sz="2800" dirty="0"/>
              <a:t>, </a:t>
            </a:r>
            <a:r>
              <a:rPr lang="en-US" sz="2800" dirty="0" err="1"/>
              <a:t>সাদা</a:t>
            </a:r>
            <a:r>
              <a:rPr lang="en-US" sz="2800" dirty="0"/>
              <a:t> </a:t>
            </a:r>
            <a:r>
              <a:rPr lang="en-US" sz="2800" dirty="0" err="1"/>
              <a:t>রঙ</a:t>
            </a:r>
            <a:endParaRPr lang="en-US" sz="2800" dirty="0"/>
          </a:p>
          <a:p>
            <a:pPr marL="457200" indent="-457200">
              <a:buFont typeface="Wingdings" panose="05000000000000000000" pitchFamily="2" charset="2"/>
              <a:buChar char="Ø"/>
            </a:pPr>
            <a:r>
              <a:rPr lang="en-US" sz="2800" dirty="0" err="1"/>
              <a:t>পা</a:t>
            </a:r>
            <a:r>
              <a:rPr lang="en-US" sz="2800" dirty="0"/>
              <a:t> ও </a:t>
            </a:r>
            <a:r>
              <a:rPr lang="en-US" sz="2800" dirty="0" err="1"/>
              <a:t>পায়ের</a:t>
            </a:r>
            <a:r>
              <a:rPr lang="en-US" sz="2800" dirty="0"/>
              <a:t> </a:t>
            </a:r>
            <a:r>
              <a:rPr lang="en-US" sz="2800" dirty="0" err="1"/>
              <a:t>পাতা</a:t>
            </a:r>
            <a:r>
              <a:rPr lang="en-US" sz="2800" dirty="0"/>
              <a:t> </a:t>
            </a:r>
            <a:r>
              <a:rPr lang="en-US" sz="2800" dirty="0" err="1"/>
              <a:t>কমলা</a:t>
            </a:r>
            <a:endParaRPr lang="en-US" sz="2800" dirty="0"/>
          </a:p>
          <a:p>
            <a:pPr marL="457200" indent="-457200">
              <a:buFont typeface="Wingdings" panose="05000000000000000000" pitchFamily="2" charset="2"/>
              <a:buChar char="Ø"/>
            </a:pPr>
            <a:r>
              <a:rPr lang="en-US" sz="2800" dirty="0"/>
              <a:t>১৪ </a:t>
            </a:r>
            <a:r>
              <a:rPr lang="en-US" sz="2800" dirty="0" err="1"/>
              <a:t>কেজি</a:t>
            </a:r>
            <a:r>
              <a:rPr lang="en-US" sz="2800" dirty="0"/>
              <a:t>, ৯.৫ </a:t>
            </a:r>
            <a:r>
              <a:rPr lang="en-US" sz="2800" dirty="0" err="1"/>
              <a:t>কেজি</a:t>
            </a:r>
            <a:endParaRPr lang="en-US" sz="2800" dirty="0"/>
          </a:p>
        </p:txBody>
      </p:sp>
      <p:pic>
        <p:nvPicPr>
          <p:cNvPr id="9218" name="Picture 2" descr="Emden goose - Wikipedia">
            <a:extLst>
              <a:ext uri="{FF2B5EF4-FFF2-40B4-BE49-F238E27FC236}">
                <a16:creationId xmlns:a16="http://schemas.microsoft.com/office/drawing/2014/main" id="{898CF9B2-9164-69C4-8F29-3CC9CC0E5F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0312" y="1855889"/>
            <a:ext cx="3781688" cy="50021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532183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আফ্রিকান</a:t>
            </a:r>
            <a:r>
              <a:rPr lang="en-US" dirty="0"/>
              <a:t> </a:t>
            </a:r>
            <a:r>
              <a:rPr lang="en-US" dirty="0" err="1"/>
              <a:t>রাজহাঁসের</a:t>
            </a:r>
            <a:r>
              <a:rPr lang="bn-IN" dirty="0"/>
              <a:t>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158408"/>
            <a:ext cx="5906815" cy="3970318"/>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আকারে</a:t>
            </a:r>
            <a:r>
              <a:rPr lang="en-US" sz="2800" dirty="0"/>
              <a:t> </a:t>
            </a:r>
            <a:r>
              <a:rPr lang="en-US" sz="2800" dirty="0" err="1"/>
              <a:t>বড়</a:t>
            </a:r>
            <a:r>
              <a:rPr lang="en-US" sz="2800" dirty="0"/>
              <a:t> , </a:t>
            </a:r>
            <a:r>
              <a:rPr lang="en-US" sz="2800" dirty="0" err="1"/>
              <a:t>মাথা</a:t>
            </a:r>
            <a:r>
              <a:rPr lang="en-US" sz="2800" dirty="0"/>
              <a:t> </a:t>
            </a:r>
            <a:r>
              <a:rPr lang="en-US" sz="2800" dirty="0" err="1"/>
              <a:t>প্রশস্থ</a:t>
            </a:r>
            <a:endParaRPr lang="en-US" sz="2800" dirty="0"/>
          </a:p>
          <a:p>
            <a:pPr marL="457200" indent="-457200">
              <a:buFont typeface="Wingdings" panose="05000000000000000000" pitchFamily="2" charset="2"/>
              <a:buChar char="Ø"/>
            </a:pPr>
            <a:r>
              <a:rPr lang="en-US" sz="2800" dirty="0" err="1"/>
              <a:t>মাথায়</a:t>
            </a:r>
            <a:r>
              <a:rPr lang="en-US" sz="2800" dirty="0"/>
              <a:t> </a:t>
            </a:r>
            <a:r>
              <a:rPr lang="en-US" sz="2800" dirty="0" err="1"/>
              <a:t>বড়</a:t>
            </a:r>
            <a:r>
              <a:rPr lang="en-US" sz="2800" dirty="0"/>
              <a:t> </a:t>
            </a:r>
            <a:r>
              <a:rPr lang="en-US" sz="2800" dirty="0" err="1"/>
              <a:t>ঝুটি</a:t>
            </a:r>
            <a:r>
              <a:rPr lang="en-US" sz="2800" dirty="0"/>
              <a:t> </a:t>
            </a:r>
            <a:r>
              <a:rPr lang="en-US" sz="2800" dirty="0" err="1"/>
              <a:t>থাকে</a:t>
            </a:r>
            <a:endParaRPr lang="en-US" sz="2800" dirty="0"/>
          </a:p>
          <a:p>
            <a:pPr marL="457200" indent="-457200">
              <a:buFont typeface="Wingdings" panose="05000000000000000000" pitchFamily="2" charset="2"/>
              <a:buChar char="Ø"/>
            </a:pPr>
            <a:r>
              <a:rPr lang="en-US" sz="2800" dirty="0" err="1"/>
              <a:t>গলকম্বল</a:t>
            </a:r>
            <a:r>
              <a:rPr lang="en-US" sz="2800" dirty="0"/>
              <a:t> </a:t>
            </a:r>
            <a:r>
              <a:rPr lang="en-US" sz="2800" dirty="0" err="1"/>
              <a:t>পুরু</a:t>
            </a:r>
            <a:r>
              <a:rPr lang="en-US" sz="2800" dirty="0"/>
              <a:t> ও </a:t>
            </a:r>
            <a:r>
              <a:rPr lang="en-US" sz="2800" dirty="0" err="1"/>
              <a:t>বড়</a:t>
            </a:r>
            <a:r>
              <a:rPr lang="en-US" sz="2800" dirty="0"/>
              <a:t> </a:t>
            </a:r>
          </a:p>
          <a:p>
            <a:pPr marL="457200" indent="-457200">
              <a:buFont typeface="Wingdings" panose="05000000000000000000" pitchFamily="2" charset="2"/>
              <a:buChar char="Ø"/>
            </a:pPr>
            <a:r>
              <a:rPr lang="en-US" sz="2800" dirty="0" err="1"/>
              <a:t>পিঠ</a:t>
            </a:r>
            <a:r>
              <a:rPr lang="en-US" sz="2800" dirty="0"/>
              <a:t> </a:t>
            </a:r>
            <a:r>
              <a:rPr lang="en-US" sz="2800" dirty="0" err="1"/>
              <a:t>প্রশস্থ</a:t>
            </a:r>
            <a:r>
              <a:rPr lang="en-US" sz="2800" dirty="0"/>
              <a:t> ও </a:t>
            </a:r>
            <a:r>
              <a:rPr lang="en-US" sz="2800" dirty="0" err="1"/>
              <a:t>চ্যাপ্টা</a:t>
            </a:r>
            <a:endParaRPr lang="en-US" sz="2800" dirty="0"/>
          </a:p>
          <a:p>
            <a:pPr marL="457200" indent="-457200">
              <a:buFont typeface="Wingdings" panose="05000000000000000000" pitchFamily="2" charset="2"/>
              <a:buChar char="Ø"/>
            </a:pPr>
            <a:r>
              <a:rPr lang="en-US" sz="2800" dirty="0" err="1"/>
              <a:t>হালকা</a:t>
            </a:r>
            <a:r>
              <a:rPr lang="en-US" sz="2800" dirty="0"/>
              <a:t> </a:t>
            </a:r>
            <a:r>
              <a:rPr lang="en-US" sz="2800" dirty="0" err="1"/>
              <a:t>বাদামী</a:t>
            </a:r>
            <a:r>
              <a:rPr lang="en-US" sz="2800" dirty="0"/>
              <a:t> ,</a:t>
            </a:r>
            <a:r>
              <a:rPr lang="en-US" sz="2800" dirty="0" err="1"/>
              <a:t>ডোরাকাটা</a:t>
            </a:r>
            <a:r>
              <a:rPr lang="en-US" sz="2800" dirty="0"/>
              <a:t> </a:t>
            </a:r>
            <a:r>
              <a:rPr lang="en-US" sz="2800" dirty="0" err="1"/>
              <a:t>দাগ</a:t>
            </a:r>
            <a:r>
              <a:rPr lang="en-US" sz="2800" dirty="0"/>
              <a:t> </a:t>
            </a:r>
            <a:r>
              <a:rPr lang="en-US" sz="2800" dirty="0" err="1"/>
              <a:t>আছে</a:t>
            </a:r>
            <a:endParaRPr lang="en-US" sz="2800" dirty="0"/>
          </a:p>
          <a:p>
            <a:pPr marL="457200" indent="-457200">
              <a:buFont typeface="Wingdings" panose="05000000000000000000" pitchFamily="2" charset="2"/>
              <a:buChar char="Ø"/>
            </a:pPr>
            <a:r>
              <a:rPr lang="en-US" sz="2800" dirty="0"/>
              <a:t>১০ </a:t>
            </a:r>
            <a:r>
              <a:rPr lang="en-US" sz="2800" dirty="0" err="1"/>
              <a:t>কেজি</a:t>
            </a:r>
            <a:r>
              <a:rPr lang="en-US" sz="2800" dirty="0"/>
              <a:t> , ৮ </a:t>
            </a:r>
            <a:r>
              <a:rPr lang="en-US" sz="2800" dirty="0" err="1"/>
              <a:t>কেজি</a:t>
            </a:r>
            <a:r>
              <a:rPr lang="en-US" sz="2800" dirty="0"/>
              <a:t> </a:t>
            </a:r>
            <a:r>
              <a:rPr lang="en-US" sz="2800" dirty="0" err="1"/>
              <a:t>ওজন</a:t>
            </a:r>
            <a:endParaRPr lang="en-US" sz="2800" dirty="0"/>
          </a:p>
        </p:txBody>
      </p:sp>
      <p:pic>
        <p:nvPicPr>
          <p:cNvPr id="10242" name="Picture 2" descr="News Gallery - রাজহাঁস পালন ও তার পরিচর্যা : কিছু গৃহপালিত পাখি আছে যাদের  নিয়ে সরকারি, বেসরকারিভাবে বেশ ঢাক-ঢোল পেটানো হয় তার সুখ্যাতির ও ...">
            <a:extLst>
              <a:ext uri="{FF2B5EF4-FFF2-40B4-BE49-F238E27FC236}">
                <a16:creationId xmlns:a16="http://schemas.microsoft.com/office/drawing/2014/main" id="{F274FCF6-563A-E601-F398-D0E282C3AC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0353" y="1860033"/>
            <a:ext cx="3781647" cy="50034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3314290"/>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চীনা</a:t>
            </a:r>
            <a:r>
              <a:rPr lang="en-US" dirty="0"/>
              <a:t> </a:t>
            </a:r>
            <a:r>
              <a:rPr lang="en-US" dirty="0" err="1"/>
              <a:t>রাজহাঁসের</a:t>
            </a:r>
            <a:r>
              <a:rPr lang="bn-IN" dirty="0"/>
              <a:t>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158408"/>
            <a:ext cx="5906815" cy="3539430"/>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ছোট</a:t>
            </a:r>
            <a:r>
              <a:rPr lang="en-US" sz="2800" dirty="0"/>
              <a:t> </a:t>
            </a:r>
            <a:r>
              <a:rPr lang="en-US" sz="2800" dirty="0" err="1"/>
              <a:t>সুঠাম</a:t>
            </a:r>
            <a:r>
              <a:rPr lang="en-US" sz="2800" dirty="0"/>
              <a:t> ও </a:t>
            </a:r>
            <a:r>
              <a:rPr lang="en-US" sz="2800" dirty="0" err="1"/>
              <a:t>খাড়া</a:t>
            </a:r>
            <a:endParaRPr lang="en-US" sz="2800" dirty="0"/>
          </a:p>
          <a:p>
            <a:pPr marL="457200" indent="-457200">
              <a:buFont typeface="Wingdings" panose="05000000000000000000" pitchFamily="2" charset="2"/>
              <a:buChar char="Ø"/>
            </a:pPr>
            <a:r>
              <a:rPr lang="en-US" sz="2800" dirty="0" err="1"/>
              <a:t>এদের</a:t>
            </a:r>
            <a:r>
              <a:rPr lang="en-US" sz="2800" dirty="0"/>
              <a:t> </a:t>
            </a:r>
            <a:r>
              <a:rPr lang="en-US" sz="2800" dirty="0" err="1"/>
              <a:t>পিট</a:t>
            </a:r>
            <a:r>
              <a:rPr lang="en-US" sz="2800" dirty="0"/>
              <a:t> </a:t>
            </a:r>
            <a:r>
              <a:rPr lang="en-US" sz="2800" dirty="0" err="1"/>
              <a:t>বেশ</a:t>
            </a:r>
            <a:r>
              <a:rPr lang="en-US" sz="2800" dirty="0"/>
              <a:t> </a:t>
            </a:r>
            <a:r>
              <a:rPr lang="en-US" sz="2800" dirty="0" err="1"/>
              <a:t>খাটো</a:t>
            </a:r>
            <a:r>
              <a:rPr lang="en-US" sz="2800" dirty="0"/>
              <a:t> ও </a:t>
            </a:r>
            <a:r>
              <a:rPr lang="en-US" sz="2800" dirty="0" err="1"/>
              <a:t>প্রশস্ত</a:t>
            </a:r>
            <a:endParaRPr lang="en-US" sz="2800" dirty="0"/>
          </a:p>
          <a:p>
            <a:pPr marL="457200" indent="-457200">
              <a:buFont typeface="Wingdings" panose="05000000000000000000" pitchFamily="2" charset="2"/>
              <a:buChar char="Ø"/>
            </a:pPr>
            <a:r>
              <a:rPr lang="en-US" sz="2800" dirty="0" err="1"/>
              <a:t>বুক</a:t>
            </a:r>
            <a:r>
              <a:rPr lang="en-US" sz="2800" dirty="0"/>
              <a:t> </a:t>
            </a:r>
            <a:r>
              <a:rPr lang="en-US" sz="2800" dirty="0" err="1"/>
              <a:t>গোলাকার</a:t>
            </a:r>
            <a:r>
              <a:rPr lang="en-US" sz="2800" dirty="0"/>
              <a:t>, </a:t>
            </a:r>
            <a:r>
              <a:rPr lang="en-US" sz="2800" dirty="0" err="1"/>
              <a:t>ডানা</a:t>
            </a:r>
            <a:r>
              <a:rPr lang="en-US" sz="2800" dirty="0"/>
              <a:t> </a:t>
            </a:r>
            <a:r>
              <a:rPr lang="en-US" sz="2800" dirty="0" err="1"/>
              <a:t>বড়</a:t>
            </a:r>
            <a:r>
              <a:rPr lang="en-US" sz="2800" dirty="0"/>
              <a:t> ও </a:t>
            </a:r>
            <a:r>
              <a:rPr lang="en-US" sz="2800" dirty="0" err="1"/>
              <a:t>মজবুত</a:t>
            </a:r>
            <a:endParaRPr lang="en-US" sz="2800" dirty="0"/>
          </a:p>
          <a:p>
            <a:pPr marL="457200" indent="-457200">
              <a:buFont typeface="Wingdings" panose="05000000000000000000" pitchFamily="2" charset="2"/>
              <a:buChar char="Ø"/>
            </a:pPr>
            <a:r>
              <a:rPr lang="en-US" sz="2800" dirty="0" err="1"/>
              <a:t>রঙ</a:t>
            </a:r>
            <a:r>
              <a:rPr lang="en-US" sz="2800" dirty="0"/>
              <a:t> </a:t>
            </a:r>
            <a:r>
              <a:rPr lang="en-US" sz="2800" dirty="0" err="1"/>
              <a:t>সাদা</a:t>
            </a:r>
            <a:r>
              <a:rPr lang="en-US" sz="2800" dirty="0"/>
              <a:t> ও </a:t>
            </a:r>
            <a:r>
              <a:rPr lang="en-US" sz="2800" dirty="0" err="1"/>
              <a:t>বাদামী</a:t>
            </a:r>
            <a:r>
              <a:rPr lang="en-US" sz="2800" dirty="0"/>
              <a:t> </a:t>
            </a:r>
            <a:r>
              <a:rPr lang="en-US" sz="2800" dirty="0" err="1"/>
              <a:t>ধূসর</a:t>
            </a:r>
            <a:r>
              <a:rPr lang="en-US" sz="2800" dirty="0"/>
              <a:t> </a:t>
            </a:r>
          </a:p>
          <a:p>
            <a:pPr marL="457200" indent="-457200">
              <a:buFont typeface="Wingdings" panose="05000000000000000000" pitchFamily="2" charset="2"/>
              <a:buChar char="Ø"/>
            </a:pPr>
            <a:r>
              <a:rPr lang="en-US" sz="2800" dirty="0" err="1"/>
              <a:t>ওজন</a:t>
            </a:r>
            <a:r>
              <a:rPr lang="en-US" sz="2800" dirty="0"/>
              <a:t> ৫ </a:t>
            </a:r>
            <a:r>
              <a:rPr lang="en-US" sz="2800" dirty="0" err="1"/>
              <a:t>কেজী</a:t>
            </a:r>
            <a:r>
              <a:rPr lang="en-US" sz="2800" dirty="0"/>
              <a:t>, ৪ </a:t>
            </a:r>
            <a:r>
              <a:rPr lang="en-US" sz="2800" dirty="0" err="1"/>
              <a:t>কেজী</a:t>
            </a:r>
            <a:endParaRPr lang="en-US" sz="2800" dirty="0"/>
          </a:p>
          <a:p>
            <a:pPr marL="457200" indent="-457200">
              <a:buFont typeface="Wingdings" panose="05000000000000000000" pitchFamily="2" charset="2"/>
              <a:buChar char="Ø"/>
            </a:pPr>
            <a:r>
              <a:rPr lang="en-US" sz="2800" dirty="0" err="1"/>
              <a:t>মাথায়</a:t>
            </a:r>
            <a:r>
              <a:rPr lang="en-US" sz="2800" dirty="0"/>
              <a:t> </a:t>
            </a:r>
            <a:r>
              <a:rPr lang="en-US" sz="2800" dirty="0" err="1"/>
              <a:t>ব্লাক</a:t>
            </a:r>
            <a:r>
              <a:rPr lang="en-US" sz="2800" dirty="0"/>
              <a:t> </a:t>
            </a:r>
            <a:r>
              <a:rPr lang="en-US" sz="2800" dirty="0" err="1"/>
              <a:t>নব</a:t>
            </a:r>
            <a:r>
              <a:rPr lang="en-US" sz="2800" dirty="0"/>
              <a:t> </a:t>
            </a:r>
            <a:r>
              <a:rPr lang="en-US" sz="2800" dirty="0" err="1"/>
              <a:t>বা</a:t>
            </a:r>
            <a:r>
              <a:rPr lang="en-US" sz="2800" dirty="0"/>
              <a:t> </a:t>
            </a:r>
            <a:r>
              <a:rPr lang="en-US" sz="2800" dirty="0" err="1"/>
              <a:t>বড়</a:t>
            </a:r>
            <a:r>
              <a:rPr lang="en-US" sz="2800" dirty="0"/>
              <a:t> </a:t>
            </a:r>
            <a:r>
              <a:rPr lang="en-US" sz="2800" dirty="0" err="1"/>
              <a:t>গুটি</a:t>
            </a:r>
            <a:r>
              <a:rPr lang="en-US" sz="2800" dirty="0"/>
              <a:t> </a:t>
            </a:r>
            <a:r>
              <a:rPr lang="en-US" sz="2800" dirty="0" err="1"/>
              <a:t>থাকে</a:t>
            </a:r>
            <a:r>
              <a:rPr lang="en-US" sz="2800" dirty="0"/>
              <a:t> </a:t>
            </a:r>
          </a:p>
        </p:txBody>
      </p:sp>
      <p:pic>
        <p:nvPicPr>
          <p:cNvPr id="11266" name="Picture 2" descr="Chinese Goose - British Waterfowl Association">
            <a:extLst>
              <a:ext uri="{FF2B5EF4-FFF2-40B4-BE49-F238E27FC236}">
                <a16:creationId xmlns:a16="http://schemas.microsoft.com/office/drawing/2014/main" id="{9802E595-F8A3-D885-F5E9-AF68F07741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0322" y="1867520"/>
            <a:ext cx="3391678" cy="499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46799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99570-700A-4AE5-A382-3BAD44CD209C}"/>
              </a:ext>
            </a:extLst>
          </p:cNvPr>
          <p:cNvSpPr>
            <a:spLocks noGrp="1"/>
          </p:cNvSpPr>
          <p:nvPr>
            <p:ph type="title"/>
          </p:nvPr>
        </p:nvSpPr>
        <p:spPr>
          <a:xfrm>
            <a:off x="810001" y="310057"/>
            <a:ext cx="10571998" cy="1213446"/>
          </a:xfrm>
        </p:spPr>
        <p:txBody>
          <a:bodyPr/>
          <a:lstStyle/>
          <a:p>
            <a:r>
              <a:rPr lang="en-US" dirty="0" err="1"/>
              <a:t>সিবাস্টোপল</a:t>
            </a:r>
            <a:r>
              <a:rPr lang="en-US" dirty="0"/>
              <a:t> </a:t>
            </a:r>
            <a:r>
              <a:rPr lang="en-US" dirty="0" err="1"/>
              <a:t>রাজহাঁসের</a:t>
            </a:r>
            <a:r>
              <a:rPr lang="bn-IN" dirty="0"/>
              <a:t> জাত ও বৈশিষ্ট্য</a:t>
            </a:r>
            <a:endParaRPr lang="en-US" dirty="0"/>
          </a:p>
        </p:txBody>
      </p:sp>
      <p:sp>
        <p:nvSpPr>
          <p:cNvPr id="5" name="TextBox 4">
            <a:extLst>
              <a:ext uri="{FF2B5EF4-FFF2-40B4-BE49-F238E27FC236}">
                <a16:creationId xmlns:a16="http://schemas.microsoft.com/office/drawing/2014/main" id="{4B7DE987-10D5-44EA-9E6A-91AB1B30FE40}"/>
              </a:ext>
            </a:extLst>
          </p:cNvPr>
          <p:cNvSpPr txBox="1"/>
          <p:nvPr/>
        </p:nvSpPr>
        <p:spPr>
          <a:xfrm>
            <a:off x="189185" y="2158408"/>
            <a:ext cx="5906815" cy="3539430"/>
          </a:xfrm>
          <a:prstGeom prst="rect">
            <a:avLst/>
          </a:prstGeom>
          <a:noFill/>
        </p:spPr>
        <p:txBody>
          <a:bodyPr wrap="square" rtlCol="0">
            <a:spAutoFit/>
          </a:bodyPr>
          <a:lstStyle/>
          <a:p>
            <a:endParaRPr lang="bn-IN" sz="2800" dirty="0">
              <a:solidFill>
                <a:schemeClr val="accent2"/>
              </a:solidFill>
            </a:endParaRPr>
          </a:p>
          <a:p>
            <a:r>
              <a:rPr lang="bn-IN" sz="2800" dirty="0">
                <a:solidFill>
                  <a:schemeClr val="accent2"/>
                </a:solidFill>
              </a:rPr>
              <a:t> </a:t>
            </a:r>
          </a:p>
          <a:p>
            <a:pPr marL="457200" indent="-457200">
              <a:buFont typeface="Wingdings" panose="05000000000000000000" pitchFamily="2" charset="2"/>
              <a:buChar char="Ø"/>
            </a:pPr>
            <a:r>
              <a:rPr lang="en-US" sz="2800" dirty="0" err="1"/>
              <a:t>দেহ</a:t>
            </a:r>
            <a:r>
              <a:rPr lang="en-US" sz="2800" dirty="0"/>
              <a:t> </a:t>
            </a:r>
            <a:r>
              <a:rPr lang="en-US" sz="2800" dirty="0" err="1"/>
              <a:t>খাড়া</a:t>
            </a:r>
            <a:r>
              <a:rPr lang="en-US" sz="2800" dirty="0"/>
              <a:t> ও </a:t>
            </a:r>
            <a:r>
              <a:rPr lang="en-US" sz="2800" dirty="0" err="1"/>
              <a:t>অবিন্যস্ত</a:t>
            </a:r>
            <a:r>
              <a:rPr lang="en-US" sz="2800" dirty="0"/>
              <a:t> </a:t>
            </a:r>
            <a:r>
              <a:rPr lang="en-US" sz="2800" dirty="0" err="1"/>
              <a:t>সাদা</a:t>
            </a:r>
            <a:r>
              <a:rPr lang="en-US" sz="2800" dirty="0"/>
              <a:t> </a:t>
            </a:r>
            <a:r>
              <a:rPr lang="en-US" sz="2800" dirty="0" err="1"/>
              <a:t>পালকে</a:t>
            </a:r>
            <a:r>
              <a:rPr lang="en-US" sz="2800" dirty="0"/>
              <a:t> </a:t>
            </a:r>
            <a:r>
              <a:rPr lang="en-US" sz="2800" dirty="0" err="1"/>
              <a:t>আবৃত</a:t>
            </a:r>
            <a:endParaRPr lang="en-US" sz="2800" dirty="0"/>
          </a:p>
          <a:p>
            <a:pPr marL="457200" indent="-457200">
              <a:buFont typeface="Wingdings" panose="05000000000000000000" pitchFamily="2" charset="2"/>
              <a:buChar char="Ø"/>
            </a:pPr>
            <a:r>
              <a:rPr lang="en-US" sz="2800" dirty="0" err="1"/>
              <a:t>আকারে</a:t>
            </a:r>
            <a:r>
              <a:rPr lang="en-US" sz="2800" dirty="0"/>
              <a:t> </a:t>
            </a:r>
            <a:r>
              <a:rPr lang="en-US" sz="2800" dirty="0" err="1"/>
              <a:t>মাঝারি</a:t>
            </a:r>
            <a:r>
              <a:rPr lang="en-US" sz="2800" dirty="0"/>
              <a:t>, </a:t>
            </a:r>
            <a:r>
              <a:rPr lang="en-US" sz="2800" dirty="0" err="1"/>
              <a:t>বুক</a:t>
            </a:r>
            <a:r>
              <a:rPr lang="en-US" sz="2800" dirty="0"/>
              <a:t> </a:t>
            </a:r>
            <a:r>
              <a:rPr lang="en-US" sz="2800" dirty="0" err="1"/>
              <a:t>বেশ</a:t>
            </a:r>
            <a:r>
              <a:rPr lang="en-US" sz="2800" dirty="0"/>
              <a:t> </a:t>
            </a:r>
            <a:r>
              <a:rPr lang="en-US" sz="2800" dirty="0" err="1"/>
              <a:t>পুরু</a:t>
            </a:r>
            <a:r>
              <a:rPr lang="en-US" sz="2800" dirty="0"/>
              <a:t> ও </a:t>
            </a:r>
            <a:r>
              <a:rPr lang="en-US" sz="2800" dirty="0" err="1"/>
              <a:t>গভীর</a:t>
            </a:r>
            <a:endParaRPr lang="en-US" sz="2800" dirty="0"/>
          </a:p>
          <a:p>
            <a:pPr marL="457200" indent="-457200">
              <a:buFont typeface="Wingdings" panose="05000000000000000000" pitchFamily="2" charset="2"/>
              <a:buChar char="Ø"/>
            </a:pPr>
            <a:r>
              <a:rPr lang="en-US" sz="2800" dirty="0" err="1"/>
              <a:t>পা</a:t>
            </a:r>
            <a:r>
              <a:rPr lang="en-US" sz="2800" dirty="0"/>
              <a:t> </a:t>
            </a:r>
            <a:r>
              <a:rPr lang="en-US" sz="2800" dirty="0" err="1"/>
              <a:t>খাটো</a:t>
            </a:r>
            <a:r>
              <a:rPr lang="en-US" sz="2800" dirty="0"/>
              <a:t> , </a:t>
            </a:r>
            <a:r>
              <a:rPr lang="en-US" sz="2800" dirty="0" err="1"/>
              <a:t>চোখ</a:t>
            </a:r>
            <a:r>
              <a:rPr lang="en-US" sz="2800" dirty="0"/>
              <a:t> </a:t>
            </a:r>
            <a:r>
              <a:rPr lang="en-US" sz="2800" dirty="0" err="1"/>
              <a:t>নীলাভ</a:t>
            </a:r>
            <a:endParaRPr lang="en-US" sz="2800" dirty="0"/>
          </a:p>
          <a:p>
            <a:pPr marL="457200" indent="-457200">
              <a:buFont typeface="Wingdings" panose="05000000000000000000" pitchFamily="2" charset="2"/>
              <a:buChar char="Ø"/>
            </a:pPr>
            <a:r>
              <a:rPr lang="en-US" sz="2800" dirty="0" err="1"/>
              <a:t>ওজন</a:t>
            </a:r>
            <a:r>
              <a:rPr lang="en-US" sz="2800" dirty="0"/>
              <a:t> ৬ </a:t>
            </a:r>
            <a:r>
              <a:rPr lang="en-US" sz="2800" dirty="0" err="1"/>
              <a:t>কেজি</a:t>
            </a:r>
            <a:r>
              <a:rPr lang="en-US" sz="2800" dirty="0"/>
              <a:t> ও ৫ </a:t>
            </a:r>
            <a:r>
              <a:rPr lang="en-US" sz="2800" dirty="0" err="1"/>
              <a:t>কেজি</a:t>
            </a:r>
            <a:endParaRPr lang="en-US" sz="2800" dirty="0"/>
          </a:p>
        </p:txBody>
      </p:sp>
      <p:pic>
        <p:nvPicPr>
          <p:cNvPr id="12290" name="Picture 2" descr="Goslings: Sebastopol - My Pet Chicken">
            <a:extLst>
              <a:ext uri="{FF2B5EF4-FFF2-40B4-BE49-F238E27FC236}">
                <a16:creationId xmlns:a16="http://schemas.microsoft.com/office/drawing/2014/main" id="{25D14456-D466-2D0F-0FDE-2EA9584E50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34500" y="1864464"/>
            <a:ext cx="2857500" cy="3448050"/>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Raising Sebastopol Geese and Other Waterfowl">
            <a:extLst>
              <a:ext uri="{FF2B5EF4-FFF2-40B4-BE49-F238E27FC236}">
                <a16:creationId xmlns:a16="http://schemas.microsoft.com/office/drawing/2014/main" id="{A090AC03-00C8-1046-AC83-13C680702A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864464"/>
            <a:ext cx="3203058" cy="2904468"/>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Sebastopol goose - Wikipedia">
            <a:extLst>
              <a:ext uri="{FF2B5EF4-FFF2-40B4-BE49-F238E27FC236}">
                <a16:creationId xmlns:a16="http://schemas.microsoft.com/office/drawing/2014/main" id="{8C5DECE6-82A6-0DC2-5BDE-3A728E2EF9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0115" y="4412123"/>
            <a:ext cx="3310270" cy="24827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553380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TM03457503[[fn=Quotable]]</Template>
  <TotalTime>1359</TotalTime>
  <Words>4244</Words>
  <Application>Microsoft Office PowerPoint</Application>
  <PresentationFormat>Widescreen</PresentationFormat>
  <Paragraphs>839</Paragraphs>
  <Slides>95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95</vt:i4>
      </vt:variant>
    </vt:vector>
  </HeadingPairs>
  <TitlesOfParts>
    <vt:vector size="100" baseType="lpstr">
      <vt:lpstr>Arial</vt:lpstr>
      <vt:lpstr>Century Gothic</vt:lpstr>
      <vt:lpstr>Wingdings</vt:lpstr>
      <vt:lpstr>Wingdings 2</vt:lpstr>
      <vt:lpstr>Quotable</vt:lpstr>
      <vt:lpstr>মাৎস্য চাষ</vt:lpstr>
      <vt:lpstr>মাৎস্যের সংখ্যা</vt:lpstr>
      <vt:lpstr>মাৎস্য সম্পর্কিত কিছু সংজ্ঞা</vt:lpstr>
      <vt:lpstr>মাছের শ্রেণিকরণ</vt:lpstr>
      <vt:lpstr>মাছের শ্রেণিকরণ</vt:lpstr>
      <vt:lpstr>মাছের শ্রেণিকরণ</vt:lpstr>
      <vt:lpstr>মাছের শ্রেণিকরণ</vt:lpstr>
      <vt:lpstr>মাছের শ্রেণিকরণ</vt:lpstr>
      <vt:lpstr>মাছের শ্রেণিকরণ</vt:lpstr>
      <vt:lpstr>মাছের শ্রেণিকরণ</vt:lpstr>
      <vt:lpstr>মাছের শ্রেণিকরণ</vt:lpstr>
      <vt:lpstr>পুকুরের গুণাগুণ</vt:lpstr>
      <vt:lpstr>মাছের খাদ্য</vt:lpstr>
      <vt:lpstr>পুকুরের খাদ্য পরীক্ষা </vt:lpstr>
      <vt:lpstr>সম্পুরক খাদ্য</vt:lpstr>
      <vt:lpstr>বায়োফ্লক প্রযুক্তি</vt:lpstr>
      <vt:lpstr>বায়োফ্লক প্রযুক্তির মূলনীতি</vt:lpstr>
      <vt:lpstr>বায়োফ্লক প্রযুক্তির সুবিধা</vt:lpstr>
      <vt:lpstr>বায়োফ্লক প্রযুক্তির সীমাবদ্ধতা</vt:lpstr>
      <vt:lpstr>মাছ চাষের ধাপসমূহ</vt:lpstr>
      <vt:lpstr>মাছ চাষের ধাপসমূহ</vt:lpstr>
      <vt:lpstr>রাজপুটি মাছ চাষ পদ্ধতি</vt:lpstr>
      <vt:lpstr>রাজপুটি মাছ চাষের পুকুর</vt:lpstr>
      <vt:lpstr>রাজপুটি মাছ চাষ পদ্ধতি </vt:lpstr>
      <vt:lpstr>রাজপুটি মাছ চাষ পদ্ধতি </vt:lpstr>
      <vt:lpstr>রাজপুটি মাছ চাষের গুরুত্ব</vt:lpstr>
      <vt:lpstr>রাজপুটি মাছের রোগ</vt:lpstr>
      <vt:lpstr>উত্তর দাও</vt:lpstr>
      <vt:lpstr>পোল্ট্রির প্রয়োজনীয়তা</vt:lpstr>
      <vt:lpstr>পোল্ট্রির শিল্পের সমস্যা</vt:lpstr>
      <vt:lpstr>পোল্ট্রির শিল্পের সমস্যা সমাধানের উপায়</vt:lpstr>
      <vt:lpstr>পোল্ট্রির বিভিন্ন জাত</vt:lpstr>
      <vt:lpstr>মুরগীর পালনের উদ্যেশ্য ভিত্তিক শ্রেণীবিভাগ</vt:lpstr>
      <vt:lpstr>মুরগীর পালনের উদ্যেশ্য ভিত্তিক শ্রেণীবিভাগ</vt:lpstr>
      <vt:lpstr>মুরগীর পালনের উদ্যেশ্য ভিত্তিক শ্রেণীবিভাগ</vt:lpstr>
      <vt:lpstr>মুরগীর স্থানভিত্তিক শ্রেণিবিভাগ</vt:lpstr>
      <vt:lpstr>মুরগীর আমেরিকান, ভূমধ্যসাগরীয়, ইংলিশ ও এশীয় জাতের তুলনামূলক বৈশিষ্ট্য</vt:lpstr>
      <vt:lpstr>বাণিজ্যিক ব্রয়লার ও লেয়ার হাইব্রিড</vt:lpstr>
      <vt:lpstr>আমেরিকান মুরগীর জাত ও বৈশিষ্ট্য</vt:lpstr>
      <vt:lpstr>আমেরিকান মুরগীর জাত ও বৈশিষ্ট্য</vt:lpstr>
      <vt:lpstr>আমেরিকান মুরগীর জাত ও বৈশিষ্ট্য</vt:lpstr>
      <vt:lpstr>ভূমধ্যসাগরীয় মুরগীর জাত ও বৈশিষ্ট্য</vt:lpstr>
      <vt:lpstr>ভূমধ্যসাগরীয় মুরগীর জাত ও বৈশিষ্ট্য</vt:lpstr>
      <vt:lpstr>ভূমধ্যসাগরীয় মুরগীর জাত ও বৈশিষ্ট্য</vt:lpstr>
      <vt:lpstr>ইংলিশ শ্রেনীর মুরগীর জাত ও বৈশিষ্ট্য</vt:lpstr>
      <vt:lpstr>এশীয় শ্রেনীর মুরগীর জাত ও বৈশিষ্ট্য</vt:lpstr>
      <vt:lpstr>বাচ্চা ফুটানোর জন্য ডিম নির্বাচন ও সংরক্ষন</vt:lpstr>
      <vt:lpstr>বাচ্চা ফুটানোর জন্য ডিম নির্বাচন ও সংরক্ষন</vt:lpstr>
      <vt:lpstr>ডিম ফোটানোর পদ্ধতি</vt:lpstr>
      <vt:lpstr>প্রাকৃতিক পদ্ধতি</vt:lpstr>
      <vt:lpstr>কৃত্তিম পদ্ধতি, ইনকিউবেটর</vt:lpstr>
      <vt:lpstr>কৃত্তিম পদ্ধতি, ইনকিউবেটর</vt:lpstr>
      <vt:lpstr>কৃত্তিম পদ্ধতি, তুষ তুলা পদ্ধতি</vt:lpstr>
      <vt:lpstr>কৃত্তিম পদ্ধতি ও প্রাকৃতিক পদ্ধতির তুলনা</vt:lpstr>
      <vt:lpstr>ডিম অনুর্বর হওয়ার কারণ</vt:lpstr>
      <vt:lpstr>মুরগী পালন পদ্ধতি</vt:lpstr>
      <vt:lpstr>মুক্ত পালন পদ্ধতি</vt:lpstr>
      <vt:lpstr>মুক্ত পালন পদ্ধতি</vt:lpstr>
      <vt:lpstr>অর্ধমুক্ত পালন পদ্ধতি</vt:lpstr>
      <vt:lpstr>অর্ধমুক্ত পালন পদ্ধতি</vt:lpstr>
      <vt:lpstr>আবদ্ধ পালন পদ্ধতি (বিচালি বা লিটার)</vt:lpstr>
      <vt:lpstr>আবদ্ধ পালন পদ্ধতি (বিচালি বা লিটার)</vt:lpstr>
      <vt:lpstr>আবদ্ধ পালন পদ্ধতি (খাচা পদ্ধতি)</vt:lpstr>
      <vt:lpstr>আবদ্ধ পালন পদ্ধতি (খাচা পদ্ধতি)</vt:lpstr>
      <vt:lpstr>পোল্ট্রি খামার ও ব্যাবস্থাপনা</vt:lpstr>
      <vt:lpstr>পোল্ট্রি খামার ও ব্যাবস্থাপনা</vt:lpstr>
      <vt:lpstr>পোল্ট্রি খামারের পরিকল্পনা</vt:lpstr>
      <vt:lpstr>লেয়ার খামারের পরিকল্পনা</vt:lpstr>
      <vt:lpstr>ব্রয়লার খামারের পরিকল্পনা</vt:lpstr>
      <vt:lpstr>মুরগীর খাদ্য ব্যাবস্থাপনা</vt:lpstr>
      <vt:lpstr>মুরগীর খাদ্য উপাদান সমূহের উৎস </vt:lpstr>
      <vt:lpstr>মুরগীর রেশনের শ্রেণীবিভাগ</vt:lpstr>
      <vt:lpstr>মুরগীর সুষম খাদ্য</vt:lpstr>
      <vt:lpstr>মুরগীর সুষম খাদ্যের গুরুত্ব</vt:lpstr>
      <vt:lpstr>মুরগীর রোগ ব্যাবস্থাপনা</vt:lpstr>
      <vt:lpstr>মুরগীর রানীক্ষেত রোগ (New Castle Disease)</vt:lpstr>
      <vt:lpstr>মুরগীর বার্ড ফ্ল রোগ (Bird Flue)</vt:lpstr>
      <vt:lpstr>মুরগীর গামবারো রোগ (Gumboro Disease)</vt:lpstr>
      <vt:lpstr>মুরগীর বসন্ত রোগ (Chicken Pox Disease)</vt:lpstr>
      <vt:lpstr>মুরগীর রক্ত আমাশয় রোগ</vt:lpstr>
      <vt:lpstr>মুরগীর কলেরা রোগ (Fowl Cholera)</vt:lpstr>
      <vt:lpstr> হাসের বিভিন্ন জাত ও বৈশিষ্ট্য</vt:lpstr>
      <vt:lpstr>পেকিন জাত ও বৈশিষ্ট্য (বেইজিং হাঁস)</vt:lpstr>
      <vt:lpstr>রোয়েন জাত ও বৈশিষ্ট্য (ফ্রান্সের)</vt:lpstr>
      <vt:lpstr>রানার জাত ও বৈশিষ্ট্য (ইন্ডিয়ান)</vt:lpstr>
      <vt:lpstr>১৯০১ সালের খাকি ক্যাম্বেল জাত ও বৈশিষ্ট্য (ইংল্যান্ড)</vt:lpstr>
      <vt:lpstr>জিনডিং জাত ও বৈশিষ্ট্য (চীনের)</vt:lpstr>
      <vt:lpstr>মাস্কোভি জাত ও বৈশিষ্ট্য (দক্ষিন আমেরিকা)</vt:lpstr>
      <vt:lpstr>আলেসবারি জাত ও বৈশিষ্ট্য (ইংল্যান্ড)</vt:lpstr>
      <vt:lpstr>দেশী রাজহাঁসের জাত ও বৈশিষ্ট্য</vt:lpstr>
      <vt:lpstr>টলুউস রাজহাঁসের জাত ও বৈশিষ্ট্য</vt:lpstr>
      <vt:lpstr>আম্বডেন রাজহাঁসের জাত ও বৈশিষ্ট্য</vt:lpstr>
      <vt:lpstr>আফ্রিকান রাজহাঁসের জাত ও বৈশিষ্ট্য</vt:lpstr>
      <vt:lpstr>চীনা রাজহাঁসের জাত ও বৈশিষ্ট্য</vt:lpstr>
      <vt:lpstr>সিবাস্টোপল রাজহাঁসের জাত ও বৈশিষ্ট্য</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বিশেষ উৎপাদন সম্পর্কিত কৃষি প্রযুক্তি</dc:title>
  <dc:creator>Abdullah Limon</dc:creator>
  <cp:lastModifiedBy>Abdullah Limon</cp:lastModifiedBy>
  <cp:revision>300</cp:revision>
  <dcterms:created xsi:type="dcterms:W3CDTF">2025-01-01T02:54:10Z</dcterms:created>
  <dcterms:modified xsi:type="dcterms:W3CDTF">2025-10-12T01:07:46Z</dcterms:modified>
</cp:coreProperties>
</file>