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380" r:id="rId4"/>
    <p:sldId id="381" r:id="rId5"/>
    <p:sldId id="382" r:id="rId6"/>
    <p:sldId id="383" r:id="rId7"/>
    <p:sldId id="384" r:id="rId8"/>
    <p:sldId id="385" r:id="rId9"/>
    <p:sldId id="386" r:id="rId10"/>
    <p:sldId id="387" r:id="rId11"/>
    <p:sldId id="388" r:id="rId12"/>
    <p:sldId id="389" r:id="rId13"/>
    <p:sldId id="258" r:id="rId14"/>
    <p:sldId id="314" r:id="rId15"/>
    <p:sldId id="311" r:id="rId16"/>
    <p:sldId id="259" r:id="rId17"/>
    <p:sldId id="312" r:id="rId18"/>
    <p:sldId id="313"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 id="331" r:id="rId36"/>
    <p:sldId id="332" r:id="rId37"/>
    <p:sldId id="334" r:id="rId38"/>
    <p:sldId id="335" r:id="rId39"/>
    <p:sldId id="336" r:id="rId40"/>
    <p:sldId id="337" r:id="rId41"/>
    <p:sldId id="338" r:id="rId42"/>
    <p:sldId id="339" r:id="rId43"/>
    <p:sldId id="340" r:id="rId44"/>
    <p:sldId id="345" r:id="rId45"/>
    <p:sldId id="341" r:id="rId46"/>
    <p:sldId id="342" r:id="rId47"/>
    <p:sldId id="346" r:id="rId48"/>
    <p:sldId id="343" r:id="rId49"/>
    <p:sldId id="347" r:id="rId50"/>
    <p:sldId id="344" r:id="rId51"/>
    <p:sldId id="348" r:id="rId52"/>
    <p:sldId id="349" r:id="rId53"/>
    <p:sldId id="351" r:id="rId54"/>
    <p:sldId id="350" r:id="rId55"/>
    <p:sldId id="352" r:id="rId56"/>
    <p:sldId id="353" r:id="rId57"/>
    <p:sldId id="354"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1" r:id="rId74"/>
    <p:sldId id="370" r:id="rId75"/>
    <p:sldId id="372" r:id="rId76"/>
    <p:sldId id="373" r:id="rId77"/>
    <p:sldId id="374" r:id="rId78"/>
    <p:sldId id="375" r:id="rId79"/>
    <p:sldId id="376" r:id="rId80"/>
    <p:sldId id="377" r:id="rId81"/>
    <p:sldId id="378" r:id="rId82"/>
    <p:sldId id="379"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Limon" initials="AL" lastIdx="1" clrIdx="0">
    <p:extLst>
      <p:ext uri="{19B8F6BF-5375-455C-9EA6-DF929625EA0E}">
        <p15:presenceInfo xmlns:p15="http://schemas.microsoft.com/office/powerpoint/2012/main" userId="ccbb95a3173f64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25" autoAdjust="0"/>
    <p:restoredTop sz="94660"/>
  </p:normalViewPr>
  <p:slideViewPr>
    <p:cSldViewPr snapToGrid="0">
      <p:cViewPr varScale="1">
        <p:scale>
          <a:sx n="103" d="100"/>
          <a:sy n="103" d="100"/>
        </p:scale>
        <p:origin x="114" y="1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iagrams/_rels/drawing7.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bn-IN" dirty="0"/>
            <a:t>পোল্ট্রি</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EB91F5A8-5CA3-48ED-842C-6AF2CD358BF9}">
      <dgm:prSet phldrT="[Text]"/>
      <dgm:spPr/>
      <dgm:t>
        <a:bodyPr/>
        <a:lstStyle/>
        <a:p>
          <a:r>
            <a:rPr lang="bn-IN" dirty="0"/>
            <a:t>মুরগী</a:t>
          </a:r>
          <a:endParaRPr lang="en-US" dirty="0"/>
        </a:p>
      </dgm:t>
    </dgm:pt>
    <dgm:pt modelId="{BAB5101B-5226-480E-8B4B-BF376BC31080}" type="parTrans" cxnId="{E8E00C3C-1C8C-4667-B694-D2F0E9728A3C}">
      <dgm:prSet/>
      <dgm:spPr/>
      <dgm:t>
        <a:bodyPr/>
        <a:lstStyle/>
        <a:p>
          <a:endParaRPr lang="en-US"/>
        </a:p>
      </dgm:t>
    </dgm:pt>
    <dgm:pt modelId="{09FD24CE-8BEB-47FD-8743-F72C8C8B996E}" type="sibTrans" cxnId="{E8E00C3C-1C8C-4667-B694-D2F0E9728A3C}">
      <dgm:prSet/>
      <dgm:spPr/>
      <dgm:t>
        <a:bodyPr/>
        <a:lstStyle/>
        <a:p>
          <a:endParaRPr lang="en-US"/>
        </a:p>
      </dgm:t>
    </dgm:pt>
    <dgm:pt modelId="{909CFD97-2A90-4A24-8897-4D2525208B6F}">
      <dgm:prSet phldrT="[Text]"/>
      <dgm:spPr/>
      <dgm:t>
        <a:bodyPr/>
        <a:lstStyle/>
        <a:p>
          <a:r>
            <a:rPr lang="bn-IN" dirty="0"/>
            <a:t>হাঁস</a:t>
          </a:r>
          <a:endParaRPr lang="en-US" dirty="0"/>
        </a:p>
      </dgm:t>
    </dgm:pt>
    <dgm:pt modelId="{963CF87D-669C-4C76-BE7B-DFD5F493862F}" type="parTrans" cxnId="{5EA2FA77-95E8-4A11-BE5B-165EB487120D}">
      <dgm:prSet/>
      <dgm:spPr/>
      <dgm:t>
        <a:bodyPr/>
        <a:lstStyle/>
        <a:p>
          <a:endParaRPr lang="en-US"/>
        </a:p>
      </dgm:t>
    </dgm:pt>
    <dgm:pt modelId="{B3E495A8-935A-4CA3-A259-3A994826EFB7}" type="sibTrans" cxnId="{5EA2FA77-95E8-4A11-BE5B-165EB487120D}">
      <dgm:prSet/>
      <dgm:spPr/>
      <dgm:t>
        <a:bodyPr/>
        <a:lstStyle/>
        <a:p>
          <a:endParaRPr lang="en-US"/>
        </a:p>
      </dgm:t>
    </dgm:pt>
    <dgm:pt modelId="{A1BE64ED-9C90-4696-ADEF-68884FD858BA}">
      <dgm:prSet phldrT="[Text]"/>
      <dgm:spPr/>
      <dgm:t>
        <a:bodyPr/>
        <a:lstStyle/>
        <a:p>
          <a:r>
            <a:rPr lang="bn-IN" dirty="0"/>
            <a:t>বিবিধ</a:t>
          </a:r>
          <a:endParaRPr lang="en-US" dirty="0"/>
        </a:p>
      </dgm:t>
    </dgm:pt>
    <dgm:pt modelId="{19DF06DB-3BF4-4484-8CA8-AD3D598B59FC}" type="parTrans" cxnId="{FAFB34B2-20EB-423F-928A-84D2FE07A7D4}">
      <dgm:prSet/>
      <dgm:spPr/>
      <dgm:t>
        <a:bodyPr/>
        <a:lstStyle/>
        <a:p>
          <a:endParaRPr lang="en-US"/>
        </a:p>
      </dgm:t>
    </dgm:pt>
    <dgm:pt modelId="{8B7F0804-DB34-482A-A1AD-0F9C5FDDB71A}" type="sibTrans" cxnId="{FAFB34B2-20EB-423F-928A-84D2FE07A7D4}">
      <dgm:prSet/>
      <dgm:spPr/>
      <dgm:t>
        <a:bodyPr/>
        <a:lstStyle/>
        <a:p>
          <a:endParaRPr lang="en-US"/>
        </a:p>
      </dgm:t>
    </dgm:pt>
    <dgm:pt modelId="{5C99F8B0-FE26-44B9-8183-D2C829A4AE8C}">
      <dgm:prSet phldrT="[Text]"/>
      <dgm:spPr/>
      <dgm:t>
        <a:bodyPr/>
        <a:lstStyle/>
        <a:p>
          <a:r>
            <a:rPr lang="bn-IN" dirty="0"/>
            <a:t>ব্রয়লার</a:t>
          </a:r>
          <a:endParaRPr lang="en-US" dirty="0"/>
        </a:p>
      </dgm:t>
    </dgm:pt>
    <dgm:pt modelId="{AE158E4A-F280-4FEE-ADEE-AF043B401EFA}" type="parTrans" cxnId="{B0EADEEA-59D2-454C-BB12-67BD943E27CC}">
      <dgm:prSet/>
      <dgm:spPr/>
      <dgm:t>
        <a:bodyPr/>
        <a:lstStyle/>
        <a:p>
          <a:endParaRPr lang="en-US"/>
        </a:p>
      </dgm:t>
    </dgm:pt>
    <dgm:pt modelId="{65788E76-0F33-4BA3-9721-D6CDF4A92EE5}" type="sibTrans" cxnId="{B0EADEEA-59D2-454C-BB12-67BD943E27CC}">
      <dgm:prSet/>
      <dgm:spPr/>
      <dgm:t>
        <a:bodyPr/>
        <a:lstStyle/>
        <a:p>
          <a:endParaRPr lang="en-US"/>
        </a:p>
      </dgm:t>
    </dgm:pt>
    <dgm:pt modelId="{C26087D1-FA3C-472A-9DA3-52EDEC125D89}">
      <dgm:prSet phldrT="[Text]"/>
      <dgm:spPr/>
      <dgm:t>
        <a:bodyPr/>
        <a:lstStyle/>
        <a:p>
          <a:r>
            <a:rPr lang="bn-IN" dirty="0"/>
            <a:t>লেয়ার</a:t>
          </a:r>
          <a:endParaRPr lang="en-US" dirty="0"/>
        </a:p>
      </dgm:t>
    </dgm:pt>
    <dgm:pt modelId="{C92E5DA7-047B-4E6F-A0F5-55E80934BA89}" type="parTrans" cxnId="{1F759AC6-D027-4E42-9865-0260FDE41309}">
      <dgm:prSet/>
      <dgm:spPr/>
      <dgm:t>
        <a:bodyPr/>
        <a:lstStyle/>
        <a:p>
          <a:endParaRPr lang="en-US"/>
        </a:p>
      </dgm:t>
    </dgm:pt>
    <dgm:pt modelId="{FFFF685B-E901-4A57-A33C-EA34C6EA4ACF}" type="sibTrans" cxnId="{1F759AC6-D027-4E42-9865-0260FDE41309}">
      <dgm:prSet/>
      <dgm:spPr/>
      <dgm:t>
        <a:bodyPr/>
        <a:lstStyle/>
        <a:p>
          <a:endParaRPr lang="en-US"/>
        </a:p>
      </dgm:t>
    </dgm:pt>
    <dgm:pt modelId="{5A27741D-C194-4704-9E97-6662BF74C054}">
      <dgm:prSet phldrT="[Text]"/>
      <dgm:spPr/>
      <dgm:t>
        <a:bodyPr/>
        <a:lstStyle/>
        <a:p>
          <a:r>
            <a:rPr lang="bn-IN" dirty="0"/>
            <a:t>কবুতর</a:t>
          </a:r>
          <a:endParaRPr lang="en-US" dirty="0"/>
        </a:p>
      </dgm:t>
    </dgm:pt>
    <dgm:pt modelId="{CC756F00-A3FB-4BDF-AFBF-AFB91BE5DE4B}" type="parTrans" cxnId="{F2B457D5-3132-455E-8AEB-5E94C6881CE8}">
      <dgm:prSet/>
      <dgm:spPr/>
      <dgm:t>
        <a:bodyPr/>
        <a:lstStyle/>
        <a:p>
          <a:endParaRPr lang="en-US"/>
        </a:p>
      </dgm:t>
    </dgm:pt>
    <dgm:pt modelId="{BD29920B-34FF-4D0A-8EB8-C140DFE7E53B}" type="sibTrans" cxnId="{F2B457D5-3132-455E-8AEB-5E94C6881CE8}">
      <dgm:prSet/>
      <dgm:spPr/>
      <dgm:t>
        <a:bodyPr/>
        <a:lstStyle/>
        <a:p>
          <a:endParaRPr lang="en-US"/>
        </a:p>
      </dgm:t>
    </dgm:pt>
    <dgm:pt modelId="{E9B5E2FA-908D-4E01-AD97-F6D63B69F614}">
      <dgm:prSet phldrT="[Text]"/>
      <dgm:spPr/>
      <dgm:t>
        <a:bodyPr/>
        <a:lstStyle/>
        <a:p>
          <a:r>
            <a:rPr lang="bn-IN" dirty="0"/>
            <a:t>তিতির</a:t>
          </a:r>
          <a:endParaRPr lang="en-US" dirty="0"/>
        </a:p>
      </dgm:t>
    </dgm:pt>
    <dgm:pt modelId="{3D3B04E2-2BE4-411C-A11D-9024509AA601}" type="parTrans" cxnId="{F97179F3-8B9A-4338-B53D-0AA2DA5468E1}">
      <dgm:prSet/>
      <dgm:spPr/>
      <dgm:t>
        <a:bodyPr/>
        <a:lstStyle/>
        <a:p>
          <a:endParaRPr lang="en-US"/>
        </a:p>
      </dgm:t>
    </dgm:pt>
    <dgm:pt modelId="{64FF586A-4D8F-47B7-AE7E-43CD651B5961}" type="sibTrans" cxnId="{F97179F3-8B9A-4338-B53D-0AA2DA5468E1}">
      <dgm:prSet/>
      <dgm:spPr/>
      <dgm:t>
        <a:bodyPr/>
        <a:lstStyle/>
        <a:p>
          <a:endParaRPr lang="en-US"/>
        </a:p>
      </dgm:t>
    </dgm:pt>
    <dgm:pt modelId="{75FB2CB9-3EC5-4EA9-A0A4-3BF67C2CE709}">
      <dgm:prSet phldrT="[Text]"/>
      <dgm:spPr/>
      <dgm:t>
        <a:bodyPr/>
        <a:lstStyle/>
        <a:p>
          <a:r>
            <a:rPr lang="bn-IN" dirty="0"/>
            <a:t>উটপাখি</a:t>
          </a:r>
          <a:endParaRPr lang="en-US" dirty="0"/>
        </a:p>
      </dgm:t>
    </dgm:pt>
    <dgm:pt modelId="{0CDF803C-75AD-4200-A5ED-DCEAE1A814B5}" type="parTrans" cxnId="{B5E63246-893D-47D6-9741-E9B533618320}">
      <dgm:prSet/>
      <dgm:spPr/>
      <dgm:t>
        <a:bodyPr/>
        <a:lstStyle/>
        <a:p>
          <a:endParaRPr lang="en-US"/>
        </a:p>
      </dgm:t>
    </dgm:pt>
    <dgm:pt modelId="{6F10001A-ECEC-44E6-BA2B-71B47DB26F16}" type="sibTrans" cxnId="{B5E63246-893D-47D6-9741-E9B533618320}">
      <dgm:prSet/>
      <dgm:spPr/>
      <dgm:t>
        <a:bodyPr/>
        <a:lstStyle/>
        <a:p>
          <a:endParaRPr lang="en-US"/>
        </a:p>
      </dgm:t>
    </dgm:pt>
    <dgm:pt modelId="{FDC3E8AF-F204-4AC5-9DA0-57CB0636D5A8}">
      <dgm:prSet phldrT="[Text]"/>
      <dgm:spPr/>
      <dgm:t>
        <a:bodyPr/>
        <a:lstStyle/>
        <a:p>
          <a:r>
            <a:rPr lang="bn-IN" dirty="0"/>
            <a:t>টার্কি</a:t>
          </a:r>
          <a:endParaRPr lang="en-US" dirty="0"/>
        </a:p>
      </dgm:t>
    </dgm:pt>
    <dgm:pt modelId="{FCCDC1EF-21CD-47B2-8D9E-C44E523A724E}" type="parTrans" cxnId="{1A1A582C-6D94-42B8-8B49-0DB916918910}">
      <dgm:prSet/>
      <dgm:spPr/>
      <dgm:t>
        <a:bodyPr/>
        <a:lstStyle/>
        <a:p>
          <a:endParaRPr lang="en-US"/>
        </a:p>
      </dgm:t>
    </dgm:pt>
    <dgm:pt modelId="{2916BFC9-7781-445F-B4BC-97D4ECBF9461}" type="sibTrans" cxnId="{1A1A582C-6D94-42B8-8B49-0DB916918910}">
      <dgm:prSet/>
      <dgm:spPr/>
      <dgm:t>
        <a:bodyPr/>
        <a:lstStyle/>
        <a:p>
          <a:endParaRPr lang="en-US"/>
        </a:p>
      </dgm:t>
    </dgm:pt>
    <dgm:pt modelId="{5647306E-9DE6-4D1E-8A38-6D3EB5ED1EEC}">
      <dgm:prSet phldrT="[Text]"/>
      <dgm:spPr/>
      <dgm:t>
        <a:bodyPr/>
        <a:lstStyle/>
        <a:p>
          <a:r>
            <a:rPr lang="bn-IN" dirty="0"/>
            <a:t>কোয়েল</a:t>
          </a:r>
          <a:endParaRPr lang="en-US" dirty="0"/>
        </a:p>
      </dgm:t>
    </dgm:pt>
    <dgm:pt modelId="{7F2ACF37-904D-4A9B-95E7-26A4F46D5222}" type="parTrans" cxnId="{94864B56-DBA6-4712-8A6B-869294EBF34B}">
      <dgm:prSet/>
      <dgm:spPr/>
      <dgm:t>
        <a:bodyPr/>
        <a:lstStyle/>
        <a:p>
          <a:endParaRPr lang="en-US"/>
        </a:p>
      </dgm:t>
    </dgm:pt>
    <dgm:pt modelId="{821F43D9-56CD-431F-A419-1763A3B616EF}" type="sibTrans" cxnId="{94864B56-DBA6-4712-8A6B-869294EBF34B}">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BA846CB8-0EFF-434B-9748-D92FAAF4A86F}" type="pres">
      <dgm:prSet presAssocID="{BAB5101B-5226-480E-8B4B-BF376BC31080}" presName="Name19" presStyleLbl="parChTrans1D2" presStyleIdx="0" presStyleCnt="3"/>
      <dgm:spPr/>
    </dgm:pt>
    <dgm:pt modelId="{AD991BD6-45E1-4100-9C08-F16302CF3BF7}" type="pres">
      <dgm:prSet presAssocID="{EB91F5A8-5CA3-48ED-842C-6AF2CD358BF9}" presName="Name21" presStyleCnt="0"/>
      <dgm:spPr/>
    </dgm:pt>
    <dgm:pt modelId="{E2CA5121-13C9-4AD4-997C-A30AB998AD02}" type="pres">
      <dgm:prSet presAssocID="{EB91F5A8-5CA3-48ED-842C-6AF2CD358BF9}" presName="level2Shape" presStyleLbl="node2" presStyleIdx="0" presStyleCnt="3"/>
      <dgm:spPr/>
    </dgm:pt>
    <dgm:pt modelId="{B7E4EDED-6F45-48DC-ADEF-16F424D6B3DD}" type="pres">
      <dgm:prSet presAssocID="{EB91F5A8-5CA3-48ED-842C-6AF2CD358BF9}" presName="hierChild3" presStyleCnt="0"/>
      <dgm:spPr/>
    </dgm:pt>
    <dgm:pt modelId="{0604902D-9D73-44FD-BB51-BA4EC10F9471}" type="pres">
      <dgm:prSet presAssocID="{AE158E4A-F280-4FEE-ADEE-AF043B401EFA}" presName="Name19" presStyleLbl="parChTrans1D3" presStyleIdx="0" presStyleCnt="7"/>
      <dgm:spPr/>
    </dgm:pt>
    <dgm:pt modelId="{77F38C7E-40E6-4DE3-AA52-BA3054E98782}" type="pres">
      <dgm:prSet presAssocID="{5C99F8B0-FE26-44B9-8183-D2C829A4AE8C}" presName="Name21" presStyleCnt="0"/>
      <dgm:spPr/>
    </dgm:pt>
    <dgm:pt modelId="{1B24E73D-B110-4B54-9BBE-55DE222096A9}" type="pres">
      <dgm:prSet presAssocID="{5C99F8B0-FE26-44B9-8183-D2C829A4AE8C}" presName="level2Shape" presStyleLbl="node3" presStyleIdx="0" presStyleCnt="7"/>
      <dgm:spPr/>
    </dgm:pt>
    <dgm:pt modelId="{C8BF26E0-A7C6-476C-8468-78E3A1146CC2}" type="pres">
      <dgm:prSet presAssocID="{5C99F8B0-FE26-44B9-8183-D2C829A4AE8C}" presName="hierChild3" presStyleCnt="0"/>
      <dgm:spPr/>
    </dgm:pt>
    <dgm:pt modelId="{7D0E9AFF-0F0B-4F90-877A-CF4D396E170A}" type="pres">
      <dgm:prSet presAssocID="{C92E5DA7-047B-4E6F-A0F5-55E80934BA89}" presName="Name19" presStyleLbl="parChTrans1D3" presStyleIdx="1" presStyleCnt="7"/>
      <dgm:spPr/>
    </dgm:pt>
    <dgm:pt modelId="{268247DC-521C-4919-9F03-905508E3F4FA}" type="pres">
      <dgm:prSet presAssocID="{C26087D1-FA3C-472A-9DA3-52EDEC125D89}" presName="Name21" presStyleCnt="0"/>
      <dgm:spPr/>
    </dgm:pt>
    <dgm:pt modelId="{4436B87F-CE58-4A14-B136-F593D60CB104}" type="pres">
      <dgm:prSet presAssocID="{C26087D1-FA3C-472A-9DA3-52EDEC125D89}" presName="level2Shape" presStyleLbl="node3" presStyleIdx="1" presStyleCnt="7"/>
      <dgm:spPr/>
    </dgm:pt>
    <dgm:pt modelId="{9319846F-3053-4976-A8F7-F3F03064934E}" type="pres">
      <dgm:prSet presAssocID="{C26087D1-FA3C-472A-9DA3-52EDEC125D89}" presName="hierChild3" presStyleCnt="0"/>
      <dgm:spPr/>
    </dgm:pt>
    <dgm:pt modelId="{D1AB73E9-2A41-4796-80C2-2A4812291826}" type="pres">
      <dgm:prSet presAssocID="{963CF87D-669C-4C76-BE7B-DFD5F493862F}" presName="Name19" presStyleLbl="parChTrans1D2" presStyleIdx="1" presStyleCnt="3"/>
      <dgm:spPr/>
    </dgm:pt>
    <dgm:pt modelId="{54333C26-B6D4-47CF-9B7B-40E7143D8623}" type="pres">
      <dgm:prSet presAssocID="{909CFD97-2A90-4A24-8897-4D2525208B6F}" presName="Name21" presStyleCnt="0"/>
      <dgm:spPr/>
    </dgm:pt>
    <dgm:pt modelId="{CE9B9A2D-4614-446F-A969-BA9914F0DA4B}" type="pres">
      <dgm:prSet presAssocID="{909CFD97-2A90-4A24-8897-4D2525208B6F}" presName="level2Shape" presStyleLbl="node2" presStyleIdx="1" presStyleCnt="3"/>
      <dgm:spPr/>
    </dgm:pt>
    <dgm:pt modelId="{89ECD881-74A5-48F3-8240-0B190672202B}" type="pres">
      <dgm:prSet presAssocID="{909CFD97-2A90-4A24-8897-4D2525208B6F}" presName="hierChild3" presStyleCnt="0"/>
      <dgm:spPr/>
    </dgm:pt>
    <dgm:pt modelId="{A6AF2C97-06AF-4D59-B52B-52AF99706038}" type="pres">
      <dgm:prSet presAssocID="{19DF06DB-3BF4-4484-8CA8-AD3D598B59FC}" presName="Name19" presStyleLbl="parChTrans1D2" presStyleIdx="2" presStyleCnt="3"/>
      <dgm:spPr/>
    </dgm:pt>
    <dgm:pt modelId="{183FDC5E-A45B-4044-8D4C-E5A7566E6C09}" type="pres">
      <dgm:prSet presAssocID="{A1BE64ED-9C90-4696-ADEF-68884FD858BA}" presName="Name21" presStyleCnt="0"/>
      <dgm:spPr/>
    </dgm:pt>
    <dgm:pt modelId="{9E5CEE6F-9F31-4D53-81E6-F7B2D8704C9D}" type="pres">
      <dgm:prSet presAssocID="{A1BE64ED-9C90-4696-ADEF-68884FD858BA}" presName="level2Shape" presStyleLbl="node2" presStyleIdx="2" presStyleCnt="3"/>
      <dgm:spPr/>
    </dgm:pt>
    <dgm:pt modelId="{E1C64D01-98A2-4CFB-AA81-B8ABCC757570}" type="pres">
      <dgm:prSet presAssocID="{A1BE64ED-9C90-4696-ADEF-68884FD858BA}" presName="hierChild3" presStyleCnt="0"/>
      <dgm:spPr/>
    </dgm:pt>
    <dgm:pt modelId="{D77D8A84-3FB5-4457-825A-2DA4A6E0BD34}" type="pres">
      <dgm:prSet presAssocID="{CC756F00-A3FB-4BDF-AFBF-AFB91BE5DE4B}" presName="Name19" presStyleLbl="parChTrans1D3" presStyleIdx="2" presStyleCnt="7"/>
      <dgm:spPr/>
    </dgm:pt>
    <dgm:pt modelId="{F74A4A7B-D927-4EC5-9139-4C36599518E6}" type="pres">
      <dgm:prSet presAssocID="{5A27741D-C194-4704-9E97-6662BF74C054}" presName="Name21" presStyleCnt="0"/>
      <dgm:spPr/>
    </dgm:pt>
    <dgm:pt modelId="{13C43992-A354-4360-BF04-F6F610141A8B}" type="pres">
      <dgm:prSet presAssocID="{5A27741D-C194-4704-9E97-6662BF74C054}" presName="level2Shape" presStyleLbl="node3" presStyleIdx="2" presStyleCnt="7"/>
      <dgm:spPr/>
    </dgm:pt>
    <dgm:pt modelId="{79802D1A-D23B-4DDD-8FAC-910C4F0A87B8}" type="pres">
      <dgm:prSet presAssocID="{5A27741D-C194-4704-9E97-6662BF74C054}" presName="hierChild3" presStyleCnt="0"/>
      <dgm:spPr/>
    </dgm:pt>
    <dgm:pt modelId="{5E51355E-DABD-4722-BF90-07AE204EF600}" type="pres">
      <dgm:prSet presAssocID="{3D3B04E2-2BE4-411C-A11D-9024509AA601}" presName="Name19" presStyleLbl="parChTrans1D3" presStyleIdx="3" presStyleCnt="7"/>
      <dgm:spPr/>
    </dgm:pt>
    <dgm:pt modelId="{5273C0E8-DC73-4C6C-8489-D3C3C6C9C93A}" type="pres">
      <dgm:prSet presAssocID="{E9B5E2FA-908D-4E01-AD97-F6D63B69F614}" presName="Name21" presStyleCnt="0"/>
      <dgm:spPr/>
    </dgm:pt>
    <dgm:pt modelId="{50A78190-3CA7-48F6-9202-ABD8BA597E21}" type="pres">
      <dgm:prSet presAssocID="{E9B5E2FA-908D-4E01-AD97-F6D63B69F614}" presName="level2Shape" presStyleLbl="node3" presStyleIdx="3" presStyleCnt="7"/>
      <dgm:spPr/>
    </dgm:pt>
    <dgm:pt modelId="{D8D7BB8A-61EB-4661-BF55-6061891470A1}" type="pres">
      <dgm:prSet presAssocID="{E9B5E2FA-908D-4E01-AD97-F6D63B69F614}" presName="hierChild3" presStyleCnt="0"/>
      <dgm:spPr/>
    </dgm:pt>
    <dgm:pt modelId="{820CEE21-EF8B-4A79-8EC1-A25754BCABF1}" type="pres">
      <dgm:prSet presAssocID="{0CDF803C-75AD-4200-A5ED-DCEAE1A814B5}" presName="Name19" presStyleLbl="parChTrans1D3" presStyleIdx="4" presStyleCnt="7"/>
      <dgm:spPr/>
    </dgm:pt>
    <dgm:pt modelId="{28F1B9C2-0CEC-4C46-9FA7-1060C3D9F73E}" type="pres">
      <dgm:prSet presAssocID="{75FB2CB9-3EC5-4EA9-A0A4-3BF67C2CE709}" presName="Name21" presStyleCnt="0"/>
      <dgm:spPr/>
    </dgm:pt>
    <dgm:pt modelId="{7E1E9608-8CF7-42E6-BA8B-A974F3FC66B9}" type="pres">
      <dgm:prSet presAssocID="{75FB2CB9-3EC5-4EA9-A0A4-3BF67C2CE709}" presName="level2Shape" presStyleLbl="node3" presStyleIdx="4" presStyleCnt="7"/>
      <dgm:spPr/>
    </dgm:pt>
    <dgm:pt modelId="{B644CE3B-D755-4223-86B5-5B3712783925}" type="pres">
      <dgm:prSet presAssocID="{75FB2CB9-3EC5-4EA9-A0A4-3BF67C2CE709}" presName="hierChild3" presStyleCnt="0"/>
      <dgm:spPr/>
    </dgm:pt>
    <dgm:pt modelId="{F232D6D0-1809-41D4-9BD0-7D27AD47BEE3}" type="pres">
      <dgm:prSet presAssocID="{FCCDC1EF-21CD-47B2-8D9E-C44E523A724E}" presName="Name19" presStyleLbl="parChTrans1D3" presStyleIdx="5" presStyleCnt="7"/>
      <dgm:spPr/>
    </dgm:pt>
    <dgm:pt modelId="{D052D0BE-1886-4EDF-A702-65BED4D532AB}" type="pres">
      <dgm:prSet presAssocID="{FDC3E8AF-F204-4AC5-9DA0-57CB0636D5A8}" presName="Name21" presStyleCnt="0"/>
      <dgm:spPr/>
    </dgm:pt>
    <dgm:pt modelId="{CA6FD5A7-018E-4CC1-A544-C030F0D43B3C}" type="pres">
      <dgm:prSet presAssocID="{FDC3E8AF-F204-4AC5-9DA0-57CB0636D5A8}" presName="level2Shape" presStyleLbl="node3" presStyleIdx="5" presStyleCnt="7"/>
      <dgm:spPr/>
    </dgm:pt>
    <dgm:pt modelId="{0547BE96-4DA7-4B5E-9F69-CCFC869F4058}" type="pres">
      <dgm:prSet presAssocID="{FDC3E8AF-F204-4AC5-9DA0-57CB0636D5A8}" presName="hierChild3" presStyleCnt="0"/>
      <dgm:spPr/>
    </dgm:pt>
    <dgm:pt modelId="{CE3A703F-4A12-4CC9-B8D6-43D05486C8EF}" type="pres">
      <dgm:prSet presAssocID="{7F2ACF37-904D-4A9B-95E7-26A4F46D5222}" presName="Name19" presStyleLbl="parChTrans1D3" presStyleIdx="6" presStyleCnt="7"/>
      <dgm:spPr/>
    </dgm:pt>
    <dgm:pt modelId="{992E4071-BADE-4DBA-B9B3-5F90B61BE7DD}" type="pres">
      <dgm:prSet presAssocID="{5647306E-9DE6-4D1E-8A38-6D3EB5ED1EEC}" presName="Name21" presStyleCnt="0"/>
      <dgm:spPr/>
    </dgm:pt>
    <dgm:pt modelId="{B70C6AA8-6AEA-4A73-9AF5-1B642DF44258}" type="pres">
      <dgm:prSet presAssocID="{5647306E-9DE6-4D1E-8A38-6D3EB5ED1EEC}" presName="level2Shape" presStyleLbl="node3" presStyleIdx="6" presStyleCnt="7"/>
      <dgm:spPr/>
    </dgm:pt>
    <dgm:pt modelId="{513BB2D3-BE8E-4D58-AE13-26005481823A}" type="pres">
      <dgm:prSet presAssocID="{5647306E-9DE6-4D1E-8A38-6D3EB5ED1EEC}" presName="hierChild3" presStyleCnt="0"/>
      <dgm:spPr/>
    </dgm:pt>
    <dgm:pt modelId="{F4BF86CD-B1F9-47E0-80D0-98AF976CD52C}" type="pres">
      <dgm:prSet presAssocID="{0B0BBC68-9942-4C9C-815C-3966CBF9D4CF}" presName="bgShapesFlow" presStyleCnt="0"/>
      <dgm:spPr/>
    </dgm:pt>
  </dgm:ptLst>
  <dgm:cxnLst>
    <dgm:cxn modelId="{4C871802-B301-4519-99AC-5FD24A6881C4}" type="presOf" srcId="{EB91F5A8-5CA3-48ED-842C-6AF2CD358BF9}" destId="{E2CA5121-13C9-4AD4-997C-A30AB998AD02}" srcOrd="0" destOrd="0" presId="urn:microsoft.com/office/officeart/2005/8/layout/hierarchy6"/>
    <dgm:cxn modelId="{6C918602-E017-403D-8FD5-F0F1C6D46C20}" type="presOf" srcId="{5C99F8B0-FE26-44B9-8183-D2C829A4AE8C}" destId="{1B24E73D-B110-4B54-9BBE-55DE222096A9}" srcOrd="0" destOrd="0" presId="urn:microsoft.com/office/officeart/2005/8/layout/hierarchy6"/>
    <dgm:cxn modelId="{3B011E04-ED5B-47DF-AFF0-B92ED019FD76}" type="presOf" srcId="{75FB2CB9-3EC5-4EA9-A0A4-3BF67C2CE709}" destId="{7E1E9608-8CF7-42E6-BA8B-A974F3FC66B9}" srcOrd="0" destOrd="0" presId="urn:microsoft.com/office/officeart/2005/8/layout/hierarchy6"/>
    <dgm:cxn modelId="{57EF421A-9ACC-47E1-B2B8-F829F1E5AA46}" type="presOf" srcId="{19DF06DB-3BF4-4484-8CA8-AD3D598B59FC}" destId="{A6AF2C97-06AF-4D59-B52B-52AF99706038}" srcOrd="0" destOrd="0" presId="urn:microsoft.com/office/officeart/2005/8/layout/hierarchy6"/>
    <dgm:cxn modelId="{1A1A582C-6D94-42B8-8B49-0DB916918910}" srcId="{A1BE64ED-9C90-4696-ADEF-68884FD858BA}" destId="{FDC3E8AF-F204-4AC5-9DA0-57CB0636D5A8}" srcOrd="3" destOrd="0" parTransId="{FCCDC1EF-21CD-47B2-8D9E-C44E523A724E}" sibTransId="{2916BFC9-7781-445F-B4BC-97D4ECBF9461}"/>
    <dgm:cxn modelId="{9E30C332-3081-415B-87A2-E6EF5F94AC2B}" type="presOf" srcId="{7F2ACF37-904D-4A9B-95E7-26A4F46D5222}" destId="{CE3A703F-4A12-4CC9-B8D6-43D05486C8EF}" srcOrd="0" destOrd="0" presId="urn:microsoft.com/office/officeart/2005/8/layout/hierarchy6"/>
    <dgm:cxn modelId="{E8E00C3C-1C8C-4667-B694-D2F0E9728A3C}" srcId="{9FC0380F-66B2-4639-ADB7-EC2221CEDF4C}" destId="{EB91F5A8-5CA3-48ED-842C-6AF2CD358BF9}" srcOrd="0" destOrd="0" parTransId="{BAB5101B-5226-480E-8B4B-BF376BC31080}" sibTransId="{09FD24CE-8BEB-47FD-8743-F72C8C8B996E}"/>
    <dgm:cxn modelId="{F576F63D-66DF-4D65-BAA8-4457DE826F2C}" srcId="{0B0BBC68-9942-4C9C-815C-3966CBF9D4CF}" destId="{9FC0380F-66B2-4639-ADB7-EC2221CEDF4C}" srcOrd="0" destOrd="0" parTransId="{06EF3AE0-8F2D-4A51-888E-80F52EAC573C}" sibTransId="{5CEEE8B7-9DB8-4B1C-B906-2D856F5C433C}"/>
    <dgm:cxn modelId="{B5E63246-893D-47D6-9741-E9B533618320}" srcId="{A1BE64ED-9C90-4696-ADEF-68884FD858BA}" destId="{75FB2CB9-3EC5-4EA9-A0A4-3BF67C2CE709}" srcOrd="2" destOrd="0" parTransId="{0CDF803C-75AD-4200-A5ED-DCEAE1A814B5}" sibTransId="{6F10001A-ECEC-44E6-BA2B-71B47DB26F16}"/>
    <dgm:cxn modelId="{C952F067-2258-41C5-B30B-C387897F6BDC}" type="presOf" srcId="{C26087D1-FA3C-472A-9DA3-52EDEC125D89}" destId="{4436B87F-CE58-4A14-B136-F593D60CB104}" srcOrd="0" destOrd="0" presId="urn:microsoft.com/office/officeart/2005/8/layout/hierarchy6"/>
    <dgm:cxn modelId="{94864B56-DBA6-4712-8A6B-869294EBF34B}" srcId="{A1BE64ED-9C90-4696-ADEF-68884FD858BA}" destId="{5647306E-9DE6-4D1E-8A38-6D3EB5ED1EEC}" srcOrd="4" destOrd="0" parTransId="{7F2ACF37-904D-4A9B-95E7-26A4F46D5222}" sibTransId="{821F43D9-56CD-431F-A419-1763A3B616EF}"/>
    <dgm:cxn modelId="{5EA2FA77-95E8-4A11-BE5B-165EB487120D}" srcId="{9FC0380F-66B2-4639-ADB7-EC2221CEDF4C}" destId="{909CFD97-2A90-4A24-8897-4D2525208B6F}" srcOrd="1" destOrd="0" parTransId="{963CF87D-669C-4C76-BE7B-DFD5F493862F}" sibTransId="{B3E495A8-935A-4CA3-A259-3A994826EFB7}"/>
    <dgm:cxn modelId="{2A49117E-F1EE-432B-B612-2BA9D1D15591}" type="presOf" srcId="{963CF87D-669C-4C76-BE7B-DFD5F493862F}" destId="{D1AB73E9-2A41-4796-80C2-2A4812291826}" srcOrd="0" destOrd="0" presId="urn:microsoft.com/office/officeart/2005/8/layout/hierarchy6"/>
    <dgm:cxn modelId="{AD2B9983-DD54-4DF8-839D-3E147CF050B3}" type="presOf" srcId="{BAB5101B-5226-480E-8B4B-BF376BC31080}" destId="{BA846CB8-0EFF-434B-9748-D92FAAF4A86F}" srcOrd="0" destOrd="0" presId="urn:microsoft.com/office/officeart/2005/8/layout/hierarchy6"/>
    <dgm:cxn modelId="{0F232094-D077-4213-87E0-D84ECFD8FFCB}" type="presOf" srcId="{A1BE64ED-9C90-4696-ADEF-68884FD858BA}" destId="{9E5CEE6F-9F31-4D53-81E6-F7B2D8704C9D}" srcOrd="0" destOrd="0" presId="urn:microsoft.com/office/officeart/2005/8/layout/hierarchy6"/>
    <dgm:cxn modelId="{5D7A2994-0233-48BD-B40C-30A9BB17894E}" type="presOf" srcId="{3D3B04E2-2BE4-411C-A11D-9024509AA601}" destId="{5E51355E-DABD-4722-BF90-07AE204EF600}" srcOrd="0" destOrd="0" presId="urn:microsoft.com/office/officeart/2005/8/layout/hierarchy6"/>
    <dgm:cxn modelId="{C1F192A5-5C84-479B-B3BF-B489D300A41B}" type="presOf" srcId="{CC756F00-A3FB-4BDF-AFBF-AFB91BE5DE4B}" destId="{D77D8A84-3FB5-4457-825A-2DA4A6E0BD34}" srcOrd="0" destOrd="0" presId="urn:microsoft.com/office/officeart/2005/8/layout/hierarchy6"/>
    <dgm:cxn modelId="{B0F03DA7-3EAC-438B-82A2-06EAD0DDB945}" type="presOf" srcId="{AE158E4A-F280-4FEE-ADEE-AF043B401EFA}" destId="{0604902D-9D73-44FD-BB51-BA4EC10F9471}" srcOrd="0" destOrd="0" presId="urn:microsoft.com/office/officeart/2005/8/layout/hierarchy6"/>
    <dgm:cxn modelId="{6A8A02B2-5CC0-4E27-8EE0-03209221C071}" type="presOf" srcId="{5A27741D-C194-4704-9E97-6662BF74C054}" destId="{13C43992-A354-4360-BF04-F6F610141A8B}" srcOrd="0" destOrd="0" presId="urn:microsoft.com/office/officeart/2005/8/layout/hierarchy6"/>
    <dgm:cxn modelId="{FAFB34B2-20EB-423F-928A-84D2FE07A7D4}" srcId="{9FC0380F-66B2-4639-ADB7-EC2221CEDF4C}" destId="{A1BE64ED-9C90-4696-ADEF-68884FD858BA}" srcOrd="2" destOrd="0" parTransId="{19DF06DB-3BF4-4484-8CA8-AD3D598B59FC}" sibTransId="{8B7F0804-DB34-482A-A1AD-0F9C5FDDB71A}"/>
    <dgm:cxn modelId="{76A86DBF-2642-4D8E-86AB-303C61208967}" type="presOf" srcId="{FDC3E8AF-F204-4AC5-9DA0-57CB0636D5A8}" destId="{CA6FD5A7-018E-4CC1-A544-C030F0D43B3C}" srcOrd="0" destOrd="0" presId="urn:microsoft.com/office/officeart/2005/8/layout/hierarchy6"/>
    <dgm:cxn modelId="{1F759AC6-D027-4E42-9865-0260FDE41309}" srcId="{EB91F5A8-5CA3-48ED-842C-6AF2CD358BF9}" destId="{C26087D1-FA3C-472A-9DA3-52EDEC125D89}" srcOrd="1" destOrd="0" parTransId="{C92E5DA7-047B-4E6F-A0F5-55E80934BA89}" sibTransId="{FFFF685B-E901-4A57-A33C-EA34C6EA4ACF}"/>
    <dgm:cxn modelId="{E46D2CCF-9CC0-4369-A414-587079ABB1F2}" type="presOf" srcId="{E9B5E2FA-908D-4E01-AD97-F6D63B69F614}" destId="{50A78190-3CA7-48F6-9202-ABD8BA597E21}" srcOrd="0" destOrd="0" presId="urn:microsoft.com/office/officeart/2005/8/layout/hierarchy6"/>
    <dgm:cxn modelId="{3A011DD0-3759-4188-81F5-8925FDB41CBD}" type="presOf" srcId="{5647306E-9DE6-4D1E-8A38-6D3EB5ED1EEC}" destId="{B70C6AA8-6AEA-4A73-9AF5-1B642DF44258}" srcOrd="0" destOrd="0" presId="urn:microsoft.com/office/officeart/2005/8/layout/hierarchy6"/>
    <dgm:cxn modelId="{F2B457D5-3132-455E-8AEB-5E94C6881CE8}" srcId="{A1BE64ED-9C90-4696-ADEF-68884FD858BA}" destId="{5A27741D-C194-4704-9E97-6662BF74C054}" srcOrd="0" destOrd="0" parTransId="{CC756F00-A3FB-4BDF-AFBF-AFB91BE5DE4B}" sibTransId="{BD29920B-34FF-4D0A-8EB8-C140DFE7E53B}"/>
    <dgm:cxn modelId="{7E405FDD-D420-43A2-9668-B2A60DD5A6FF}" type="presOf" srcId="{0B0BBC68-9942-4C9C-815C-3966CBF9D4CF}" destId="{EA2DFB08-3B24-4886-AEEE-A3CFE6EEAF23}" srcOrd="0" destOrd="0" presId="urn:microsoft.com/office/officeart/2005/8/layout/hierarchy6"/>
    <dgm:cxn modelId="{813655DF-78DA-4FB6-B3D7-BAB33456FEEC}" type="presOf" srcId="{909CFD97-2A90-4A24-8897-4D2525208B6F}" destId="{CE9B9A2D-4614-446F-A969-BA9914F0DA4B}" srcOrd="0" destOrd="0" presId="urn:microsoft.com/office/officeart/2005/8/layout/hierarchy6"/>
    <dgm:cxn modelId="{99A147E8-EFB6-4471-9EF3-2537AE2FB1F3}" type="presOf" srcId="{0CDF803C-75AD-4200-A5ED-DCEAE1A814B5}" destId="{820CEE21-EF8B-4A79-8EC1-A25754BCABF1}" srcOrd="0" destOrd="0" presId="urn:microsoft.com/office/officeart/2005/8/layout/hierarchy6"/>
    <dgm:cxn modelId="{0C4028EA-BD9C-46D4-B2B2-DC0161977D76}" type="presOf" srcId="{C92E5DA7-047B-4E6F-A0F5-55E80934BA89}" destId="{7D0E9AFF-0F0B-4F90-877A-CF4D396E170A}" srcOrd="0" destOrd="0" presId="urn:microsoft.com/office/officeart/2005/8/layout/hierarchy6"/>
    <dgm:cxn modelId="{B0EADEEA-59D2-454C-BB12-67BD943E27CC}" srcId="{EB91F5A8-5CA3-48ED-842C-6AF2CD358BF9}" destId="{5C99F8B0-FE26-44B9-8183-D2C829A4AE8C}" srcOrd="0" destOrd="0" parTransId="{AE158E4A-F280-4FEE-ADEE-AF043B401EFA}" sibTransId="{65788E76-0F33-4BA3-9721-D6CDF4A92EE5}"/>
    <dgm:cxn modelId="{9E898EEB-B899-4E93-AB6A-9476351CEECD}" type="presOf" srcId="{FCCDC1EF-21CD-47B2-8D9E-C44E523A724E}" destId="{F232D6D0-1809-41D4-9BD0-7D27AD47BEE3}" srcOrd="0" destOrd="0" presId="urn:microsoft.com/office/officeart/2005/8/layout/hierarchy6"/>
    <dgm:cxn modelId="{F97179F3-8B9A-4338-B53D-0AA2DA5468E1}" srcId="{A1BE64ED-9C90-4696-ADEF-68884FD858BA}" destId="{E9B5E2FA-908D-4E01-AD97-F6D63B69F614}" srcOrd="1" destOrd="0" parTransId="{3D3B04E2-2BE4-411C-A11D-9024509AA601}" sibTransId="{64FF586A-4D8F-47B7-AE7E-43CD651B5961}"/>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166209E9-4F30-4212-8119-99BB84E0BBA0}" type="presParOf" srcId="{5113DCFF-39A1-4162-BBEE-ADE4172C6B7B}" destId="{BA846CB8-0EFF-434B-9748-D92FAAF4A86F}" srcOrd="0" destOrd="0" presId="urn:microsoft.com/office/officeart/2005/8/layout/hierarchy6"/>
    <dgm:cxn modelId="{2B5EBD72-D46F-4F94-A58F-4B2691A88C84}" type="presParOf" srcId="{5113DCFF-39A1-4162-BBEE-ADE4172C6B7B}" destId="{AD991BD6-45E1-4100-9C08-F16302CF3BF7}" srcOrd="1" destOrd="0" presId="urn:microsoft.com/office/officeart/2005/8/layout/hierarchy6"/>
    <dgm:cxn modelId="{67508916-843F-469B-9E99-03906388F097}" type="presParOf" srcId="{AD991BD6-45E1-4100-9C08-F16302CF3BF7}" destId="{E2CA5121-13C9-4AD4-997C-A30AB998AD02}" srcOrd="0" destOrd="0" presId="urn:microsoft.com/office/officeart/2005/8/layout/hierarchy6"/>
    <dgm:cxn modelId="{09F679A4-F84D-4C7B-A9EA-644FBB3BFF4A}" type="presParOf" srcId="{AD991BD6-45E1-4100-9C08-F16302CF3BF7}" destId="{B7E4EDED-6F45-48DC-ADEF-16F424D6B3DD}" srcOrd="1" destOrd="0" presId="urn:microsoft.com/office/officeart/2005/8/layout/hierarchy6"/>
    <dgm:cxn modelId="{B4A0CEEA-47CC-4AC7-A476-21C969B6B0B4}" type="presParOf" srcId="{B7E4EDED-6F45-48DC-ADEF-16F424D6B3DD}" destId="{0604902D-9D73-44FD-BB51-BA4EC10F9471}" srcOrd="0" destOrd="0" presId="urn:microsoft.com/office/officeart/2005/8/layout/hierarchy6"/>
    <dgm:cxn modelId="{FDA64613-39EE-4A00-BDC0-BFB77CD85DF1}" type="presParOf" srcId="{B7E4EDED-6F45-48DC-ADEF-16F424D6B3DD}" destId="{77F38C7E-40E6-4DE3-AA52-BA3054E98782}" srcOrd="1" destOrd="0" presId="urn:microsoft.com/office/officeart/2005/8/layout/hierarchy6"/>
    <dgm:cxn modelId="{55D2D5A1-B4F7-4953-A998-4ABF395C252F}" type="presParOf" srcId="{77F38C7E-40E6-4DE3-AA52-BA3054E98782}" destId="{1B24E73D-B110-4B54-9BBE-55DE222096A9}" srcOrd="0" destOrd="0" presId="urn:microsoft.com/office/officeart/2005/8/layout/hierarchy6"/>
    <dgm:cxn modelId="{042A3A7E-2E36-48CF-B3D2-5524391ED5EA}" type="presParOf" srcId="{77F38C7E-40E6-4DE3-AA52-BA3054E98782}" destId="{C8BF26E0-A7C6-476C-8468-78E3A1146CC2}" srcOrd="1" destOrd="0" presId="urn:microsoft.com/office/officeart/2005/8/layout/hierarchy6"/>
    <dgm:cxn modelId="{569616FA-14A1-4B99-92AA-75AAFA6089BB}" type="presParOf" srcId="{B7E4EDED-6F45-48DC-ADEF-16F424D6B3DD}" destId="{7D0E9AFF-0F0B-4F90-877A-CF4D396E170A}" srcOrd="2" destOrd="0" presId="urn:microsoft.com/office/officeart/2005/8/layout/hierarchy6"/>
    <dgm:cxn modelId="{EE5DA548-3001-4FF3-BEED-D371EAE9BEE8}" type="presParOf" srcId="{B7E4EDED-6F45-48DC-ADEF-16F424D6B3DD}" destId="{268247DC-521C-4919-9F03-905508E3F4FA}" srcOrd="3" destOrd="0" presId="urn:microsoft.com/office/officeart/2005/8/layout/hierarchy6"/>
    <dgm:cxn modelId="{7C7E3791-FFF2-43E5-A8BF-F0646305AD00}" type="presParOf" srcId="{268247DC-521C-4919-9F03-905508E3F4FA}" destId="{4436B87F-CE58-4A14-B136-F593D60CB104}" srcOrd="0" destOrd="0" presId="urn:microsoft.com/office/officeart/2005/8/layout/hierarchy6"/>
    <dgm:cxn modelId="{4F1150D5-465D-4FA0-B7F4-15FB3A3109E4}" type="presParOf" srcId="{268247DC-521C-4919-9F03-905508E3F4FA}" destId="{9319846F-3053-4976-A8F7-F3F03064934E}" srcOrd="1" destOrd="0" presId="urn:microsoft.com/office/officeart/2005/8/layout/hierarchy6"/>
    <dgm:cxn modelId="{760CC2D2-1617-45CD-9938-E8E7540EDB35}" type="presParOf" srcId="{5113DCFF-39A1-4162-BBEE-ADE4172C6B7B}" destId="{D1AB73E9-2A41-4796-80C2-2A4812291826}" srcOrd="2" destOrd="0" presId="urn:microsoft.com/office/officeart/2005/8/layout/hierarchy6"/>
    <dgm:cxn modelId="{03F2B1B7-4978-4536-9388-6B9FAE535568}" type="presParOf" srcId="{5113DCFF-39A1-4162-BBEE-ADE4172C6B7B}" destId="{54333C26-B6D4-47CF-9B7B-40E7143D8623}" srcOrd="3" destOrd="0" presId="urn:microsoft.com/office/officeart/2005/8/layout/hierarchy6"/>
    <dgm:cxn modelId="{C43D7EF3-2575-4F2B-AB7E-94C24FD9859A}" type="presParOf" srcId="{54333C26-B6D4-47CF-9B7B-40E7143D8623}" destId="{CE9B9A2D-4614-446F-A969-BA9914F0DA4B}" srcOrd="0" destOrd="0" presId="urn:microsoft.com/office/officeart/2005/8/layout/hierarchy6"/>
    <dgm:cxn modelId="{2B9B7B61-2087-473B-AA0C-859FF6E4360E}" type="presParOf" srcId="{54333C26-B6D4-47CF-9B7B-40E7143D8623}" destId="{89ECD881-74A5-48F3-8240-0B190672202B}" srcOrd="1" destOrd="0" presId="urn:microsoft.com/office/officeart/2005/8/layout/hierarchy6"/>
    <dgm:cxn modelId="{94F86D95-43DB-415B-88F0-F582E6A2FAB9}" type="presParOf" srcId="{5113DCFF-39A1-4162-BBEE-ADE4172C6B7B}" destId="{A6AF2C97-06AF-4D59-B52B-52AF99706038}" srcOrd="4" destOrd="0" presId="urn:microsoft.com/office/officeart/2005/8/layout/hierarchy6"/>
    <dgm:cxn modelId="{2AB7C85D-EBCF-4765-A10D-70808B383EB3}" type="presParOf" srcId="{5113DCFF-39A1-4162-BBEE-ADE4172C6B7B}" destId="{183FDC5E-A45B-4044-8D4C-E5A7566E6C09}" srcOrd="5" destOrd="0" presId="urn:microsoft.com/office/officeart/2005/8/layout/hierarchy6"/>
    <dgm:cxn modelId="{25BA28B6-B9A5-426F-9D11-C956C23C0009}" type="presParOf" srcId="{183FDC5E-A45B-4044-8D4C-E5A7566E6C09}" destId="{9E5CEE6F-9F31-4D53-81E6-F7B2D8704C9D}" srcOrd="0" destOrd="0" presId="urn:microsoft.com/office/officeart/2005/8/layout/hierarchy6"/>
    <dgm:cxn modelId="{F59CDDE7-56F1-45BC-BEA2-32CB09352BA6}" type="presParOf" srcId="{183FDC5E-A45B-4044-8D4C-E5A7566E6C09}" destId="{E1C64D01-98A2-4CFB-AA81-B8ABCC757570}" srcOrd="1" destOrd="0" presId="urn:microsoft.com/office/officeart/2005/8/layout/hierarchy6"/>
    <dgm:cxn modelId="{D2B603EF-18CC-4ABD-BE7C-0333B16DFCD8}" type="presParOf" srcId="{E1C64D01-98A2-4CFB-AA81-B8ABCC757570}" destId="{D77D8A84-3FB5-4457-825A-2DA4A6E0BD34}" srcOrd="0" destOrd="0" presId="urn:microsoft.com/office/officeart/2005/8/layout/hierarchy6"/>
    <dgm:cxn modelId="{539FA5BC-26B2-4248-892F-7A422F007DA3}" type="presParOf" srcId="{E1C64D01-98A2-4CFB-AA81-B8ABCC757570}" destId="{F74A4A7B-D927-4EC5-9139-4C36599518E6}" srcOrd="1" destOrd="0" presId="urn:microsoft.com/office/officeart/2005/8/layout/hierarchy6"/>
    <dgm:cxn modelId="{37C543EA-FE0F-4336-BB4F-247AA537F386}" type="presParOf" srcId="{F74A4A7B-D927-4EC5-9139-4C36599518E6}" destId="{13C43992-A354-4360-BF04-F6F610141A8B}" srcOrd="0" destOrd="0" presId="urn:microsoft.com/office/officeart/2005/8/layout/hierarchy6"/>
    <dgm:cxn modelId="{16E4AB32-705E-41B3-86D6-2AE8371A6FD4}" type="presParOf" srcId="{F74A4A7B-D927-4EC5-9139-4C36599518E6}" destId="{79802D1A-D23B-4DDD-8FAC-910C4F0A87B8}" srcOrd="1" destOrd="0" presId="urn:microsoft.com/office/officeart/2005/8/layout/hierarchy6"/>
    <dgm:cxn modelId="{DB1CEABC-C913-4D3C-BCF4-041A0FC7EA0D}" type="presParOf" srcId="{E1C64D01-98A2-4CFB-AA81-B8ABCC757570}" destId="{5E51355E-DABD-4722-BF90-07AE204EF600}" srcOrd="2" destOrd="0" presId="urn:microsoft.com/office/officeart/2005/8/layout/hierarchy6"/>
    <dgm:cxn modelId="{0324EBFE-2717-48E5-8E76-EAA29C642051}" type="presParOf" srcId="{E1C64D01-98A2-4CFB-AA81-B8ABCC757570}" destId="{5273C0E8-DC73-4C6C-8489-D3C3C6C9C93A}" srcOrd="3" destOrd="0" presId="urn:microsoft.com/office/officeart/2005/8/layout/hierarchy6"/>
    <dgm:cxn modelId="{017857B1-1EB8-4AE7-89CE-CFF96925FEB8}" type="presParOf" srcId="{5273C0E8-DC73-4C6C-8489-D3C3C6C9C93A}" destId="{50A78190-3CA7-48F6-9202-ABD8BA597E21}" srcOrd="0" destOrd="0" presId="urn:microsoft.com/office/officeart/2005/8/layout/hierarchy6"/>
    <dgm:cxn modelId="{E74D0BD1-5609-4E4C-8318-D24525C34B52}" type="presParOf" srcId="{5273C0E8-DC73-4C6C-8489-D3C3C6C9C93A}" destId="{D8D7BB8A-61EB-4661-BF55-6061891470A1}" srcOrd="1" destOrd="0" presId="urn:microsoft.com/office/officeart/2005/8/layout/hierarchy6"/>
    <dgm:cxn modelId="{D0A13575-C986-4CE9-9DFA-7143D23AE4F4}" type="presParOf" srcId="{E1C64D01-98A2-4CFB-AA81-B8ABCC757570}" destId="{820CEE21-EF8B-4A79-8EC1-A25754BCABF1}" srcOrd="4" destOrd="0" presId="urn:microsoft.com/office/officeart/2005/8/layout/hierarchy6"/>
    <dgm:cxn modelId="{1580C0ED-6709-42FD-A3D5-97276F22639F}" type="presParOf" srcId="{E1C64D01-98A2-4CFB-AA81-B8ABCC757570}" destId="{28F1B9C2-0CEC-4C46-9FA7-1060C3D9F73E}" srcOrd="5" destOrd="0" presId="urn:microsoft.com/office/officeart/2005/8/layout/hierarchy6"/>
    <dgm:cxn modelId="{F27F0CB9-1972-4A70-939C-37FB4475CC59}" type="presParOf" srcId="{28F1B9C2-0CEC-4C46-9FA7-1060C3D9F73E}" destId="{7E1E9608-8CF7-42E6-BA8B-A974F3FC66B9}" srcOrd="0" destOrd="0" presId="urn:microsoft.com/office/officeart/2005/8/layout/hierarchy6"/>
    <dgm:cxn modelId="{94C5C09A-3DE8-4109-9AA3-9EE3345436FB}" type="presParOf" srcId="{28F1B9C2-0CEC-4C46-9FA7-1060C3D9F73E}" destId="{B644CE3B-D755-4223-86B5-5B3712783925}" srcOrd="1" destOrd="0" presId="urn:microsoft.com/office/officeart/2005/8/layout/hierarchy6"/>
    <dgm:cxn modelId="{656008B5-090C-478D-BF3F-D0DF5F5E98F8}" type="presParOf" srcId="{E1C64D01-98A2-4CFB-AA81-B8ABCC757570}" destId="{F232D6D0-1809-41D4-9BD0-7D27AD47BEE3}" srcOrd="6" destOrd="0" presId="urn:microsoft.com/office/officeart/2005/8/layout/hierarchy6"/>
    <dgm:cxn modelId="{CB00FF31-D376-4F77-986B-22CE3B5B65BB}" type="presParOf" srcId="{E1C64D01-98A2-4CFB-AA81-B8ABCC757570}" destId="{D052D0BE-1886-4EDF-A702-65BED4D532AB}" srcOrd="7" destOrd="0" presId="urn:microsoft.com/office/officeart/2005/8/layout/hierarchy6"/>
    <dgm:cxn modelId="{9145E7CE-1598-41E1-9D69-4D2885AFD9FF}" type="presParOf" srcId="{D052D0BE-1886-4EDF-A702-65BED4D532AB}" destId="{CA6FD5A7-018E-4CC1-A544-C030F0D43B3C}" srcOrd="0" destOrd="0" presId="urn:microsoft.com/office/officeart/2005/8/layout/hierarchy6"/>
    <dgm:cxn modelId="{6296E628-F0F1-4C97-9C97-3D82CA7DB6AD}" type="presParOf" srcId="{D052D0BE-1886-4EDF-A702-65BED4D532AB}" destId="{0547BE96-4DA7-4B5E-9F69-CCFC869F4058}" srcOrd="1" destOrd="0" presId="urn:microsoft.com/office/officeart/2005/8/layout/hierarchy6"/>
    <dgm:cxn modelId="{F70BC9CF-0F4C-4A5D-AAFD-8A85495580FF}" type="presParOf" srcId="{E1C64D01-98A2-4CFB-AA81-B8ABCC757570}" destId="{CE3A703F-4A12-4CC9-B8D6-43D05486C8EF}" srcOrd="8" destOrd="0" presId="urn:microsoft.com/office/officeart/2005/8/layout/hierarchy6"/>
    <dgm:cxn modelId="{4A78AC95-636D-4C33-B42B-3C5DE3BD6CF2}" type="presParOf" srcId="{E1C64D01-98A2-4CFB-AA81-B8ABCC757570}" destId="{992E4071-BADE-4DBA-B9B3-5F90B61BE7DD}" srcOrd="9" destOrd="0" presId="urn:microsoft.com/office/officeart/2005/8/layout/hierarchy6"/>
    <dgm:cxn modelId="{CD17F2EB-D3E1-4C7F-A787-A346D545B1BE}" type="presParOf" srcId="{992E4071-BADE-4DBA-B9B3-5F90B61BE7DD}" destId="{B70C6AA8-6AEA-4A73-9AF5-1B642DF44258}" srcOrd="0" destOrd="0" presId="urn:microsoft.com/office/officeart/2005/8/layout/hierarchy6"/>
    <dgm:cxn modelId="{3333111C-EC38-44BA-A08C-4C981CE1B166}" type="presParOf" srcId="{992E4071-BADE-4DBA-B9B3-5F90B61BE7DD}" destId="{513BB2D3-BE8E-4D58-AE13-26005481823A}"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bn-IN" dirty="0"/>
            <a:t>আমেরিকান শ্রেণী</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909CFD97-2A90-4A24-8897-4D2525208B6F}">
      <dgm:prSet phldrT="[Text]"/>
      <dgm:spPr/>
      <dgm:t>
        <a:bodyPr/>
        <a:lstStyle/>
        <a:p>
          <a:r>
            <a:rPr lang="bn-IN" dirty="0"/>
            <a:t>ভূমধ্যসাগরীয় শ্রেণী</a:t>
          </a:r>
          <a:endParaRPr lang="en-US" dirty="0"/>
        </a:p>
      </dgm:t>
    </dgm:pt>
    <dgm:pt modelId="{963CF87D-669C-4C76-BE7B-DFD5F493862F}" type="parTrans" cxnId="{5EA2FA77-95E8-4A11-BE5B-165EB487120D}">
      <dgm:prSet/>
      <dgm:spPr/>
      <dgm:t>
        <a:bodyPr/>
        <a:lstStyle/>
        <a:p>
          <a:endParaRPr lang="en-US"/>
        </a:p>
      </dgm:t>
    </dgm:pt>
    <dgm:pt modelId="{B3E495A8-935A-4CA3-A259-3A994826EFB7}" type="sibTrans" cxnId="{5EA2FA77-95E8-4A11-BE5B-165EB487120D}">
      <dgm:prSet/>
      <dgm:spPr/>
      <dgm:t>
        <a:bodyPr/>
        <a:lstStyle/>
        <a:p>
          <a:endParaRPr lang="en-US"/>
        </a:p>
      </dgm:t>
    </dgm:pt>
    <dgm:pt modelId="{A1BE64ED-9C90-4696-ADEF-68884FD858BA}">
      <dgm:prSet phldrT="[Text]"/>
      <dgm:spPr/>
      <dgm:t>
        <a:bodyPr/>
        <a:lstStyle/>
        <a:p>
          <a:r>
            <a:rPr lang="bn-IN" dirty="0"/>
            <a:t>ইংলিশ শ্রেণী</a:t>
          </a:r>
          <a:endParaRPr lang="en-US" dirty="0"/>
        </a:p>
      </dgm:t>
    </dgm:pt>
    <dgm:pt modelId="{19DF06DB-3BF4-4484-8CA8-AD3D598B59FC}" type="parTrans" cxnId="{FAFB34B2-20EB-423F-928A-84D2FE07A7D4}">
      <dgm:prSet/>
      <dgm:spPr/>
      <dgm:t>
        <a:bodyPr/>
        <a:lstStyle/>
        <a:p>
          <a:endParaRPr lang="en-US"/>
        </a:p>
      </dgm:t>
    </dgm:pt>
    <dgm:pt modelId="{8B7F0804-DB34-482A-A1AD-0F9C5FDDB71A}" type="sibTrans" cxnId="{FAFB34B2-20EB-423F-928A-84D2FE07A7D4}">
      <dgm:prSet/>
      <dgm:spPr/>
      <dgm:t>
        <a:bodyPr/>
        <a:lstStyle/>
        <a:p>
          <a:endParaRPr lang="en-US"/>
        </a:p>
      </dgm:t>
    </dgm:pt>
    <dgm:pt modelId="{5C99F8B0-FE26-44B9-8183-D2C829A4AE8C}">
      <dgm:prSet phldrT="[Text]"/>
      <dgm:spPr/>
      <dgm:t>
        <a:bodyPr/>
        <a:lstStyle/>
        <a:p>
          <a:r>
            <a:rPr lang="bn-IN" dirty="0"/>
            <a:t>রোড আইল্যান্ড রেড</a:t>
          </a:r>
          <a:endParaRPr lang="en-US" dirty="0"/>
        </a:p>
      </dgm:t>
    </dgm:pt>
    <dgm:pt modelId="{AE158E4A-F280-4FEE-ADEE-AF043B401EFA}" type="parTrans" cxnId="{B0EADEEA-59D2-454C-BB12-67BD943E27CC}">
      <dgm:prSet/>
      <dgm:spPr/>
      <dgm:t>
        <a:bodyPr/>
        <a:lstStyle/>
        <a:p>
          <a:endParaRPr lang="en-US"/>
        </a:p>
      </dgm:t>
    </dgm:pt>
    <dgm:pt modelId="{65788E76-0F33-4BA3-9721-D6CDF4A92EE5}" type="sibTrans" cxnId="{B0EADEEA-59D2-454C-BB12-67BD943E27CC}">
      <dgm:prSet/>
      <dgm:spPr/>
      <dgm:t>
        <a:bodyPr/>
        <a:lstStyle/>
        <a:p>
          <a:endParaRPr lang="en-US"/>
        </a:p>
      </dgm:t>
    </dgm:pt>
    <dgm:pt modelId="{C26087D1-FA3C-472A-9DA3-52EDEC125D89}">
      <dgm:prSet phldrT="[Text]"/>
      <dgm:spPr/>
      <dgm:t>
        <a:bodyPr/>
        <a:lstStyle/>
        <a:p>
          <a:r>
            <a:rPr lang="bn-IN" dirty="0"/>
            <a:t>নিউ হ্যাম্পশায়ার</a:t>
          </a:r>
          <a:endParaRPr lang="en-US" dirty="0"/>
        </a:p>
      </dgm:t>
    </dgm:pt>
    <dgm:pt modelId="{C92E5DA7-047B-4E6F-A0F5-55E80934BA89}" type="parTrans" cxnId="{1F759AC6-D027-4E42-9865-0260FDE41309}">
      <dgm:prSet/>
      <dgm:spPr/>
      <dgm:t>
        <a:bodyPr/>
        <a:lstStyle/>
        <a:p>
          <a:endParaRPr lang="en-US"/>
        </a:p>
      </dgm:t>
    </dgm:pt>
    <dgm:pt modelId="{FFFF685B-E901-4A57-A33C-EA34C6EA4ACF}" type="sibTrans" cxnId="{1F759AC6-D027-4E42-9865-0260FDE41309}">
      <dgm:prSet/>
      <dgm:spPr/>
      <dgm:t>
        <a:bodyPr/>
        <a:lstStyle/>
        <a:p>
          <a:endParaRPr lang="en-US"/>
        </a:p>
      </dgm:t>
    </dgm:pt>
    <dgm:pt modelId="{C2C487F6-BD7D-4845-AD7D-488D64EAABE9}">
      <dgm:prSet phldrT="[Text]"/>
      <dgm:spPr/>
      <dgm:t>
        <a:bodyPr/>
        <a:lstStyle/>
        <a:p>
          <a:r>
            <a:rPr lang="bn-IN" dirty="0"/>
            <a:t>এশীয় শ্রেণী</a:t>
          </a:r>
          <a:endParaRPr lang="en-US" dirty="0"/>
        </a:p>
      </dgm:t>
    </dgm:pt>
    <dgm:pt modelId="{7502F724-9DE5-4AE7-BCA6-E2E0D4777B7A}" type="parTrans" cxnId="{BC21245A-5712-41E9-9965-807433F8E158}">
      <dgm:prSet/>
      <dgm:spPr/>
      <dgm:t>
        <a:bodyPr/>
        <a:lstStyle/>
        <a:p>
          <a:endParaRPr lang="en-US"/>
        </a:p>
      </dgm:t>
    </dgm:pt>
    <dgm:pt modelId="{1BD0220D-C052-488A-8455-0FF183E36F9E}" type="sibTrans" cxnId="{BC21245A-5712-41E9-9965-807433F8E158}">
      <dgm:prSet/>
      <dgm:spPr/>
      <dgm:t>
        <a:bodyPr/>
        <a:lstStyle/>
        <a:p>
          <a:endParaRPr lang="en-US"/>
        </a:p>
      </dgm:t>
    </dgm:pt>
    <dgm:pt modelId="{E033805F-5982-4547-B94E-F27CEDE9ACD4}">
      <dgm:prSet phldrT="[Text]"/>
      <dgm:spPr/>
      <dgm:t>
        <a:bodyPr/>
        <a:lstStyle/>
        <a:p>
          <a:r>
            <a:rPr lang="bn-IN" dirty="0"/>
            <a:t>লেগহর্ণ</a:t>
          </a:r>
          <a:endParaRPr lang="en-US" dirty="0"/>
        </a:p>
      </dgm:t>
    </dgm:pt>
    <dgm:pt modelId="{072FE05A-0655-41FB-B472-213C8744C389}" type="parTrans" cxnId="{44300AF5-6D46-4A37-B761-5A8E206C93B2}">
      <dgm:prSet/>
      <dgm:spPr/>
      <dgm:t>
        <a:bodyPr/>
        <a:lstStyle/>
        <a:p>
          <a:endParaRPr lang="en-US"/>
        </a:p>
      </dgm:t>
    </dgm:pt>
    <dgm:pt modelId="{33ED781B-B8BA-4132-A5CA-4661F7527F1F}" type="sibTrans" cxnId="{44300AF5-6D46-4A37-B761-5A8E206C93B2}">
      <dgm:prSet/>
      <dgm:spPr/>
      <dgm:t>
        <a:bodyPr/>
        <a:lstStyle/>
        <a:p>
          <a:endParaRPr lang="en-US"/>
        </a:p>
      </dgm:t>
    </dgm:pt>
    <dgm:pt modelId="{85FE0B03-CE22-4AC1-B625-E87ED5D6B8E6}">
      <dgm:prSet phldrT="[Text]"/>
      <dgm:spPr/>
      <dgm:t>
        <a:bodyPr/>
        <a:lstStyle/>
        <a:p>
          <a:r>
            <a:rPr lang="bn-IN" dirty="0"/>
            <a:t>ফাউমি</a:t>
          </a:r>
          <a:endParaRPr lang="en-US" dirty="0"/>
        </a:p>
      </dgm:t>
    </dgm:pt>
    <dgm:pt modelId="{42A1F195-56F6-4B1D-A20E-C1BC9745DF38}" type="parTrans" cxnId="{CA836135-7F11-4274-9011-46A6F4158943}">
      <dgm:prSet/>
      <dgm:spPr/>
      <dgm:t>
        <a:bodyPr/>
        <a:lstStyle/>
        <a:p>
          <a:endParaRPr lang="en-US"/>
        </a:p>
      </dgm:t>
    </dgm:pt>
    <dgm:pt modelId="{D08C8898-878E-4CB2-B53E-54811A395247}" type="sibTrans" cxnId="{CA836135-7F11-4274-9011-46A6F4158943}">
      <dgm:prSet/>
      <dgm:spPr/>
      <dgm:t>
        <a:bodyPr/>
        <a:lstStyle/>
        <a:p>
          <a:endParaRPr lang="en-US"/>
        </a:p>
      </dgm:t>
    </dgm:pt>
    <dgm:pt modelId="{0EB1F310-6157-4230-BB03-452904CB008F}">
      <dgm:prSet phldrT="[Text]"/>
      <dgm:spPr/>
      <dgm:t>
        <a:bodyPr/>
        <a:lstStyle/>
        <a:p>
          <a:r>
            <a:rPr lang="bn-IN" dirty="0"/>
            <a:t>অস্ট্রার্লপ</a:t>
          </a:r>
          <a:endParaRPr lang="en-US" dirty="0"/>
        </a:p>
      </dgm:t>
    </dgm:pt>
    <dgm:pt modelId="{B9E8D1A2-B5A8-4AA9-8729-16182D3182FA}" type="parTrans" cxnId="{2EC51C97-B7AF-445F-8068-9B367FF41461}">
      <dgm:prSet/>
      <dgm:spPr/>
      <dgm:t>
        <a:bodyPr/>
        <a:lstStyle/>
        <a:p>
          <a:endParaRPr lang="en-US"/>
        </a:p>
      </dgm:t>
    </dgm:pt>
    <dgm:pt modelId="{58FA7989-0E1E-4FA0-AC31-B861122FDB79}" type="sibTrans" cxnId="{2EC51C97-B7AF-445F-8068-9B367FF41461}">
      <dgm:prSet/>
      <dgm:spPr/>
      <dgm:t>
        <a:bodyPr/>
        <a:lstStyle/>
        <a:p>
          <a:endParaRPr lang="en-US"/>
        </a:p>
      </dgm:t>
    </dgm:pt>
    <dgm:pt modelId="{E280AB9C-0E6E-48A6-B617-6429151788F0}">
      <dgm:prSet phldrT="[Text]"/>
      <dgm:spPr/>
      <dgm:t>
        <a:bodyPr/>
        <a:lstStyle/>
        <a:p>
          <a:r>
            <a:rPr lang="bn-IN" dirty="0"/>
            <a:t>কর্নিশ</a:t>
          </a:r>
          <a:endParaRPr lang="en-US" dirty="0"/>
        </a:p>
      </dgm:t>
    </dgm:pt>
    <dgm:pt modelId="{4125854F-EDEC-4A5F-8123-018C689943FD}" type="parTrans" cxnId="{DC2ED8D9-B8ED-4B3D-A749-6A39A1F2323B}">
      <dgm:prSet/>
      <dgm:spPr/>
      <dgm:t>
        <a:bodyPr/>
        <a:lstStyle/>
        <a:p>
          <a:endParaRPr lang="en-US"/>
        </a:p>
      </dgm:t>
    </dgm:pt>
    <dgm:pt modelId="{70C220D8-C360-4C77-9AD7-41554ED4344A}" type="sibTrans" cxnId="{DC2ED8D9-B8ED-4B3D-A749-6A39A1F2323B}">
      <dgm:prSet/>
      <dgm:spPr/>
      <dgm:t>
        <a:bodyPr/>
        <a:lstStyle/>
        <a:p>
          <a:endParaRPr lang="en-US"/>
        </a:p>
      </dgm:t>
    </dgm:pt>
    <dgm:pt modelId="{F2659B2F-8355-45D3-A7BD-2DB5C95E119D}">
      <dgm:prSet phldrT="[Text]"/>
      <dgm:spPr/>
      <dgm:t>
        <a:bodyPr/>
        <a:lstStyle/>
        <a:p>
          <a:r>
            <a:rPr lang="bn-IN" dirty="0"/>
            <a:t>ব্রাহমা</a:t>
          </a:r>
          <a:endParaRPr lang="en-US" dirty="0"/>
        </a:p>
      </dgm:t>
    </dgm:pt>
    <dgm:pt modelId="{9A62BDB8-ACB5-4D3D-9C8B-07EB8E27B650}" type="parTrans" cxnId="{AE9FA1B5-E526-40B9-957D-859F1BC7EC6F}">
      <dgm:prSet/>
      <dgm:spPr/>
      <dgm:t>
        <a:bodyPr/>
        <a:lstStyle/>
        <a:p>
          <a:endParaRPr lang="en-US"/>
        </a:p>
      </dgm:t>
    </dgm:pt>
    <dgm:pt modelId="{CED5EBFE-96E4-440B-AE17-3A6257AC80E7}" type="sibTrans" cxnId="{AE9FA1B5-E526-40B9-957D-859F1BC7EC6F}">
      <dgm:prSet/>
      <dgm:spPr/>
      <dgm:t>
        <a:bodyPr/>
        <a:lstStyle/>
        <a:p>
          <a:endParaRPr lang="en-US"/>
        </a:p>
      </dgm:t>
    </dgm:pt>
    <dgm:pt modelId="{19EB1D18-2ACC-49D4-B0BA-A82BD06E5B79}">
      <dgm:prSet phldrT="[Text]"/>
      <dgm:spPr/>
      <dgm:t>
        <a:bodyPr/>
        <a:lstStyle/>
        <a:p>
          <a:r>
            <a:rPr lang="bn-IN" dirty="0"/>
            <a:t>কোচিন</a:t>
          </a:r>
          <a:endParaRPr lang="en-US" dirty="0"/>
        </a:p>
      </dgm:t>
    </dgm:pt>
    <dgm:pt modelId="{F23756FB-9E11-4563-9511-4195AF7F0CA1}" type="parTrans" cxnId="{CDB9C896-4D85-4B45-85A5-699A6B9729B1}">
      <dgm:prSet/>
      <dgm:spPr/>
      <dgm:t>
        <a:bodyPr/>
        <a:lstStyle/>
        <a:p>
          <a:endParaRPr lang="en-US"/>
        </a:p>
      </dgm:t>
    </dgm:pt>
    <dgm:pt modelId="{B5A23CD5-C696-46F2-B144-EF19D52CA0D6}" type="sibTrans" cxnId="{CDB9C896-4D85-4B45-85A5-699A6B9729B1}">
      <dgm:prSet/>
      <dgm:spPr/>
      <dgm:t>
        <a:bodyPr/>
        <a:lstStyle/>
        <a:p>
          <a:endParaRPr lang="en-US"/>
        </a:p>
      </dgm:t>
    </dgm:pt>
    <dgm:pt modelId="{DBD833B1-1F4F-45AC-B833-CC2AB2BE0792}">
      <dgm:prSet phldrT="[Text]"/>
      <dgm:spPr/>
      <dgm:t>
        <a:bodyPr/>
        <a:lstStyle/>
        <a:p>
          <a:r>
            <a:rPr lang="bn-IN" dirty="0"/>
            <a:t>প্লাইমাউথ রক</a:t>
          </a:r>
          <a:endParaRPr lang="en-US" dirty="0"/>
        </a:p>
      </dgm:t>
    </dgm:pt>
    <dgm:pt modelId="{C388F59C-8B5A-4B6C-859A-FCC53E617561}" type="parTrans" cxnId="{F7B167D6-D409-496F-9AF9-68FE76562F44}">
      <dgm:prSet/>
      <dgm:spPr/>
      <dgm:t>
        <a:bodyPr/>
        <a:lstStyle/>
        <a:p>
          <a:endParaRPr lang="en-US"/>
        </a:p>
      </dgm:t>
    </dgm:pt>
    <dgm:pt modelId="{22BE58BB-EE72-4E21-B157-A40F3D3D3893}" type="sibTrans" cxnId="{F7B167D6-D409-496F-9AF9-68FE76562F44}">
      <dgm:prSet/>
      <dgm:spPr/>
      <dgm:t>
        <a:bodyPr/>
        <a:lstStyle/>
        <a:p>
          <a:endParaRPr lang="en-US"/>
        </a:p>
      </dgm:t>
    </dgm:pt>
    <dgm:pt modelId="{BDF7FD2A-65A4-45DF-91C8-D7F5088BDCDF}">
      <dgm:prSet phldrT="[Text]"/>
      <dgm:spPr/>
      <dgm:t>
        <a:bodyPr/>
        <a:lstStyle/>
        <a:p>
          <a:r>
            <a:rPr lang="bn-IN" dirty="0"/>
            <a:t>মিনর্কা</a:t>
          </a:r>
          <a:endParaRPr lang="en-US" dirty="0"/>
        </a:p>
      </dgm:t>
    </dgm:pt>
    <dgm:pt modelId="{538787AB-D5D6-417E-95BD-0E8158D02296}" type="parTrans" cxnId="{11CA6EBE-B20C-42AF-89BF-ED6DEF6297B7}">
      <dgm:prSet/>
      <dgm:spPr/>
      <dgm:t>
        <a:bodyPr/>
        <a:lstStyle/>
        <a:p>
          <a:endParaRPr lang="en-US"/>
        </a:p>
      </dgm:t>
    </dgm:pt>
    <dgm:pt modelId="{35870B13-3C3C-4763-B149-A4B0549A2DB9}" type="sibTrans" cxnId="{11CA6EBE-B20C-42AF-89BF-ED6DEF6297B7}">
      <dgm:prSet/>
      <dgm:spPr/>
      <dgm:t>
        <a:bodyPr/>
        <a:lstStyle/>
        <a:p>
          <a:endParaRPr lang="en-US"/>
        </a:p>
      </dgm:t>
    </dgm:pt>
    <dgm:pt modelId="{AD2C6084-D853-4C94-85D1-39CD540638FD}">
      <dgm:prSet phldrT="[Text]"/>
      <dgm:spPr/>
      <dgm:t>
        <a:bodyPr/>
        <a:lstStyle/>
        <a:p>
          <a:r>
            <a:rPr lang="bn-IN" dirty="0"/>
            <a:t>সাসেক্স</a:t>
          </a:r>
          <a:endParaRPr lang="en-US" dirty="0"/>
        </a:p>
      </dgm:t>
    </dgm:pt>
    <dgm:pt modelId="{9327A4EF-6829-4772-BFE4-55998403EB34}" type="parTrans" cxnId="{CAD820D3-2ECA-48C3-9E31-F2ECFD6B6AA8}">
      <dgm:prSet/>
      <dgm:spPr/>
      <dgm:t>
        <a:bodyPr/>
        <a:lstStyle/>
        <a:p>
          <a:endParaRPr lang="en-US"/>
        </a:p>
      </dgm:t>
    </dgm:pt>
    <dgm:pt modelId="{26A19D4E-5C03-498C-9196-0504CB63F7CD}" type="sibTrans" cxnId="{CAD820D3-2ECA-48C3-9E31-F2ECFD6B6AA8}">
      <dgm:prSet/>
      <dgm:spPr/>
      <dgm:t>
        <a:bodyPr/>
        <a:lstStyle/>
        <a:p>
          <a:endParaRPr lang="en-US"/>
        </a:p>
      </dgm:t>
    </dgm:pt>
    <dgm:pt modelId="{AE4B2F2F-F19F-4DAD-A379-C4A2F6A8CEE9}">
      <dgm:prSet phldrT="[Text]"/>
      <dgm:spPr/>
      <dgm:t>
        <a:bodyPr/>
        <a:lstStyle/>
        <a:p>
          <a:r>
            <a:rPr lang="bn-IN" dirty="0"/>
            <a:t>আসিল</a:t>
          </a:r>
          <a:endParaRPr lang="en-US" dirty="0"/>
        </a:p>
      </dgm:t>
    </dgm:pt>
    <dgm:pt modelId="{01335367-53FF-4452-AB79-FE18E69E2533}" type="parTrans" cxnId="{FAC0255B-7B63-4A56-8C89-A16557588537}">
      <dgm:prSet/>
      <dgm:spPr/>
      <dgm:t>
        <a:bodyPr/>
        <a:lstStyle/>
        <a:p>
          <a:endParaRPr lang="en-US"/>
        </a:p>
      </dgm:t>
    </dgm:pt>
    <dgm:pt modelId="{A881D334-8541-4846-AC64-B5D80105DCF2}" type="sibTrans" cxnId="{FAC0255B-7B63-4A56-8C89-A16557588537}">
      <dgm:prSet/>
      <dgm:spPr/>
      <dgm:t>
        <a:bodyPr/>
        <a:lstStyle/>
        <a:p>
          <a:endParaRPr lang="en-US"/>
        </a:p>
      </dgm:t>
    </dgm:pt>
    <dgm:pt modelId="{84D14323-3592-40D4-B43C-98A562786B7B}" type="pres">
      <dgm:prSet presAssocID="{0B0BBC68-9942-4C9C-815C-3966CBF9D4CF}" presName="diagram" presStyleCnt="0">
        <dgm:presLayoutVars>
          <dgm:chPref val="1"/>
          <dgm:dir/>
          <dgm:animOne val="branch"/>
          <dgm:animLvl val="lvl"/>
          <dgm:resizeHandles/>
        </dgm:presLayoutVars>
      </dgm:prSet>
      <dgm:spPr/>
    </dgm:pt>
    <dgm:pt modelId="{B247CC0D-BD53-4709-84C3-80FD80CE1391}" type="pres">
      <dgm:prSet presAssocID="{9FC0380F-66B2-4639-ADB7-EC2221CEDF4C}" presName="root" presStyleCnt="0"/>
      <dgm:spPr/>
    </dgm:pt>
    <dgm:pt modelId="{A4645294-C4EA-4C5B-87EB-B8AA888BD157}" type="pres">
      <dgm:prSet presAssocID="{9FC0380F-66B2-4639-ADB7-EC2221CEDF4C}" presName="rootComposite" presStyleCnt="0"/>
      <dgm:spPr/>
    </dgm:pt>
    <dgm:pt modelId="{5194786A-C93A-4B64-89EB-286BD2106319}" type="pres">
      <dgm:prSet presAssocID="{9FC0380F-66B2-4639-ADB7-EC2221CEDF4C}" presName="rootText" presStyleLbl="node1" presStyleIdx="0" presStyleCnt="4"/>
      <dgm:spPr/>
    </dgm:pt>
    <dgm:pt modelId="{249321BA-1CA9-40D6-9015-7D24CEC3E184}" type="pres">
      <dgm:prSet presAssocID="{9FC0380F-66B2-4639-ADB7-EC2221CEDF4C}" presName="rootConnector" presStyleLbl="node1" presStyleIdx="0" presStyleCnt="4"/>
      <dgm:spPr/>
    </dgm:pt>
    <dgm:pt modelId="{66122629-EE86-446C-ADF0-517A891B03F4}" type="pres">
      <dgm:prSet presAssocID="{9FC0380F-66B2-4639-ADB7-EC2221CEDF4C}" presName="childShape" presStyleCnt="0"/>
      <dgm:spPr/>
    </dgm:pt>
    <dgm:pt modelId="{87868605-DE5D-4BF3-B625-1D92F4B01179}" type="pres">
      <dgm:prSet presAssocID="{AE158E4A-F280-4FEE-ADEE-AF043B401EFA}" presName="Name13" presStyleLbl="parChTrans1D2" presStyleIdx="0" presStyleCnt="12"/>
      <dgm:spPr/>
    </dgm:pt>
    <dgm:pt modelId="{F474F939-E805-4286-A8DC-D9A69A8B1F94}" type="pres">
      <dgm:prSet presAssocID="{5C99F8B0-FE26-44B9-8183-D2C829A4AE8C}" presName="childText" presStyleLbl="bgAcc1" presStyleIdx="0" presStyleCnt="12">
        <dgm:presLayoutVars>
          <dgm:bulletEnabled val="1"/>
        </dgm:presLayoutVars>
      </dgm:prSet>
      <dgm:spPr/>
    </dgm:pt>
    <dgm:pt modelId="{71336DF8-C12E-4355-8399-740F06EA66A7}" type="pres">
      <dgm:prSet presAssocID="{C92E5DA7-047B-4E6F-A0F5-55E80934BA89}" presName="Name13" presStyleLbl="parChTrans1D2" presStyleIdx="1" presStyleCnt="12"/>
      <dgm:spPr/>
    </dgm:pt>
    <dgm:pt modelId="{C1765850-BB40-4BA5-A151-EDBCD82997C6}" type="pres">
      <dgm:prSet presAssocID="{C26087D1-FA3C-472A-9DA3-52EDEC125D89}" presName="childText" presStyleLbl="bgAcc1" presStyleIdx="1" presStyleCnt="12">
        <dgm:presLayoutVars>
          <dgm:bulletEnabled val="1"/>
        </dgm:presLayoutVars>
      </dgm:prSet>
      <dgm:spPr/>
    </dgm:pt>
    <dgm:pt modelId="{4F7A7FFB-906B-4D02-B2DC-B95E18FDC006}" type="pres">
      <dgm:prSet presAssocID="{C388F59C-8B5A-4B6C-859A-FCC53E617561}" presName="Name13" presStyleLbl="parChTrans1D2" presStyleIdx="2" presStyleCnt="12"/>
      <dgm:spPr/>
    </dgm:pt>
    <dgm:pt modelId="{87C7D5CE-792C-4578-9CE3-759B5230E298}" type="pres">
      <dgm:prSet presAssocID="{DBD833B1-1F4F-45AC-B833-CC2AB2BE0792}" presName="childText" presStyleLbl="bgAcc1" presStyleIdx="2" presStyleCnt="12">
        <dgm:presLayoutVars>
          <dgm:bulletEnabled val="1"/>
        </dgm:presLayoutVars>
      </dgm:prSet>
      <dgm:spPr/>
    </dgm:pt>
    <dgm:pt modelId="{2702FC5E-5171-408D-801D-E585595AA947}" type="pres">
      <dgm:prSet presAssocID="{909CFD97-2A90-4A24-8897-4D2525208B6F}" presName="root" presStyleCnt="0"/>
      <dgm:spPr/>
    </dgm:pt>
    <dgm:pt modelId="{A1B39554-08E8-4B41-84B0-D05ACFF9175A}" type="pres">
      <dgm:prSet presAssocID="{909CFD97-2A90-4A24-8897-4D2525208B6F}" presName="rootComposite" presStyleCnt="0"/>
      <dgm:spPr/>
    </dgm:pt>
    <dgm:pt modelId="{336840B7-B532-4C3B-AD13-D780C462781B}" type="pres">
      <dgm:prSet presAssocID="{909CFD97-2A90-4A24-8897-4D2525208B6F}" presName="rootText" presStyleLbl="node1" presStyleIdx="1" presStyleCnt="4"/>
      <dgm:spPr/>
    </dgm:pt>
    <dgm:pt modelId="{841D3B4D-E196-4635-83DA-52CAE90E7EA4}" type="pres">
      <dgm:prSet presAssocID="{909CFD97-2A90-4A24-8897-4D2525208B6F}" presName="rootConnector" presStyleLbl="node1" presStyleIdx="1" presStyleCnt="4"/>
      <dgm:spPr/>
    </dgm:pt>
    <dgm:pt modelId="{F4BF1D62-4D96-4495-8AB2-A61069CF5F99}" type="pres">
      <dgm:prSet presAssocID="{909CFD97-2A90-4A24-8897-4D2525208B6F}" presName="childShape" presStyleCnt="0"/>
      <dgm:spPr/>
    </dgm:pt>
    <dgm:pt modelId="{9528C1BA-B0B1-4B32-BFD2-16C55152C152}" type="pres">
      <dgm:prSet presAssocID="{072FE05A-0655-41FB-B472-213C8744C389}" presName="Name13" presStyleLbl="parChTrans1D2" presStyleIdx="3" presStyleCnt="12"/>
      <dgm:spPr/>
    </dgm:pt>
    <dgm:pt modelId="{F040B7D3-F052-490C-A88B-B29A78310F59}" type="pres">
      <dgm:prSet presAssocID="{E033805F-5982-4547-B94E-F27CEDE9ACD4}" presName="childText" presStyleLbl="bgAcc1" presStyleIdx="3" presStyleCnt="12">
        <dgm:presLayoutVars>
          <dgm:bulletEnabled val="1"/>
        </dgm:presLayoutVars>
      </dgm:prSet>
      <dgm:spPr/>
    </dgm:pt>
    <dgm:pt modelId="{5DE899CC-0652-4CDE-A686-36211241694F}" type="pres">
      <dgm:prSet presAssocID="{42A1F195-56F6-4B1D-A20E-C1BC9745DF38}" presName="Name13" presStyleLbl="parChTrans1D2" presStyleIdx="4" presStyleCnt="12"/>
      <dgm:spPr/>
    </dgm:pt>
    <dgm:pt modelId="{32FADC20-C895-428F-A80D-B60D49E5BA5E}" type="pres">
      <dgm:prSet presAssocID="{85FE0B03-CE22-4AC1-B625-E87ED5D6B8E6}" presName="childText" presStyleLbl="bgAcc1" presStyleIdx="4" presStyleCnt="12">
        <dgm:presLayoutVars>
          <dgm:bulletEnabled val="1"/>
        </dgm:presLayoutVars>
      </dgm:prSet>
      <dgm:spPr/>
    </dgm:pt>
    <dgm:pt modelId="{C865676B-C920-4B07-BC1C-ADDBAA701E34}" type="pres">
      <dgm:prSet presAssocID="{538787AB-D5D6-417E-95BD-0E8158D02296}" presName="Name13" presStyleLbl="parChTrans1D2" presStyleIdx="5" presStyleCnt="12"/>
      <dgm:spPr/>
    </dgm:pt>
    <dgm:pt modelId="{6D5F7B42-8DF0-418C-9C78-47E64D3F0ADF}" type="pres">
      <dgm:prSet presAssocID="{BDF7FD2A-65A4-45DF-91C8-D7F5088BDCDF}" presName="childText" presStyleLbl="bgAcc1" presStyleIdx="5" presStyleCnt="12">
        <dgm:presLayoutVars>
          <dgm:bulletEnabled val="1"/>
        </dgm:presLayoutVars>
      </dgm:prSet>
      <dgm:spPr/>
    </dgm:pt>
    <dgm:pt modelId="{9D1F4A24-42E1-4220-B454-C851CD1B665D}" type="pres">
      <dgm:prSet presAssocID="{A1BE64ED-9C90-4696-ADEF-68884FD858BA}" presName="root" presStyleCnt="0"/>
      <dgm:spPr/>
    </dgm:pt>
    <dgm:pt modelId="{99FCBBA9-9140-4818-A89E-7BF38E0D5829}" type="pres">
      <dgm:prSet presAssocID="{A1BE64ED-9C90-4696-ADEF-68884FD858BA}" presName="rootComposite" presStyleCnt="0"/>
      <dgm:spPr/>
    </dgm:pt>
    <dgm:pt modelId="{8009F096-A19D-4E7D-A401-B429C912BA75}" type="pres">
      <dgm:prSet presAssocID="{A1BE64ED-9C90-4696-ADEF-68884FD858BA}" presName="rootText" presStyleLbl="node1" presStyleIdx="2" presStyleCnt="4"/>
      <dgm:spPr/>
    </dgm:pt>
    <dgm:pt modelId="{519A6978-2D12-462C-B02D-0FF1C2971826}" type="pres">
      <dgm:prSet presAssocID="{A1BE64ED-9C90-4696-ADEF-68884FD858BA}" presName="rootConnector" presStyleLbl="node1" presStyleIdx="2" presStyleCnt="4"/>
      <dgm:spPr/>
    </dgm:pt>
    <dgm:pt modelId="{D2E6D5CD-540B-44FD-AEEE-9686A16D4F59}" type="pres">
      <dgm:prSet presAssocID="{A1BE64ED-9C90-4696-ADEF-68884FD858BA}" presName="childShape" presStyleCnt="0"/>
      <dgm:spPr/>
    </dgm:pt>
    <dgm:pt modelId="{307BA7A2-C709-4AC8-A50B-B1059F846314}" type="pres">
      <dgm:prSet presAssocID="{B9E8D1A2-B5A8-4AA9-8729-16182D3182FA}" presName="Name13" presStyleLbl="parChTrans1D2" presStyleIdx="6" presStyleCnt="12"/>
      <dgm:spPr/>
    </dgm:pt>
    <dgm:pt modelId="{403F98FD-FCDA-4653-B246-B99270784990}" type="pres">
      <dgm:prSet presAssocID="{0EB1F310-6157-4230-BB03-452904CB008F}" presName="childText" presStyleLbl="bgAcc1" presStyleIdx="6" presStyleCnt="12">
        <dgm:presLayoutVars>
          <dgm:bulletEnabled val="1"/>
        </dgm:presLayoutVars>
      </dgm:prSet>
      <dgm:spPr/>
    </dgm:pt>
    <dgm:pt modelId="{C425201B-9ACF-4947-A90D-573D75D752DA}" type="pres">
      <dgm:prSet presAssocID="{4125854F-EDEC-4A5F-8123-018C689943FD}" presName="Name13" presStyleLbl="parChTrans1D2" presStyleIdx="7" presStyleCnt="12"/>
      <dgm:spPr/>
    </dgm:pt>
    <dgm:pt modelId="{9CA298D4-53A6-4405-AF13-7D49DB6D591B}" type="pres">
      <dgm:prSet presAssocID="{E280AB9C-0E6E-48A6-B617-6429151788F0}" presName="childText" presStyleLbl="bgAcc1" presStyleIdx="7" presStyleCnt="12">
        <dgm:presLayoutVars>
          <dgm:bulletEnabled val="1"/>
        </dgm:presLayoutVars>
      </dgm:prSet>
      <dgm:spPr/>
    </dgm:pt>
    <dgm:pt modelId="{F69E006E-DBC8-4939-AD88-10AFE2A6DFBF}" type="pres">
      <dgm:prSet presAssocID="{9327A4EF-6829-4772-BFE4-55998403EB34}" presName="Name13" presStyleLbl="parChTrans1D2" presStyleIdx="8" presStyleCnt="12"/>
      <dgm:spPr/>
    </dgm:pt>
    <dgm:pt modelId="{1C30B183-2873-409C-A8E9-ACF55E60E346}" type="pres">
      <dgm:prSet presAssocID="{AD2C6084-D853-4C94-85D1-39CD540638FD}" presName="childText" presStyleLbl="bgAcc1" presStyleIdx="8" presStyleCnt="12">
        <dgm:presLayoutVars>
          <dgm:bulletEnabled val="1"/>
        </dgm:presLayoutVars>
      </dgm:prSet>
      <dgm:spPr/>
    </dgm:pt>
    <dgm:pt modelId="{849D2CC0-8C0D-4442-96CE-B3A42E7D210A}" type="pres">
      <dgm:prSet presAssocID="{C2C487F6-BD7D-4845-AD7D-488D64EAABE9}" presName="root" presStyleCnt="0"/>
      <dgm:spPr/>
    </dgm:pt>
    <dgm:pt modelId="{53FD639F-ADB0-4B73-8581-0A790E8A63F9}" type="pres">
      <dgm:prSet presAssocID="{C2C487F6-BD7D-4845-AD7D-488D64EAABE9}" presName="rootComposite" presStyleCnt="0"/>
      <dgm:spPr/>
    </dgm:pt>
    <dgm:pt modelId="{EBD98054-0A84-4CA4-9996-89ABEFA704B6}" type="pres">
      <dgm:prSet presAssocID="{C2C487F6-BD7D-4845-AD7D-488D64EAABE9}" presName="rootText" presStyleLbl="node1" presStyleIdx="3" presStyleCnt="4"/>
      <dgm:spPr/>
    </dgm:pt>
    <dgm:pt modelId="{12F29714-28C9-497C-A538-76DE9BE0BCDE}" type="pres">
      <dgm:prSet presAssocID="{C2C487F6-BD7D-4845-AD7D-488D64EAABE9}" presName="rootConnector" presStyleLbl="node1" presStyleIdx="3" presStyleCnt="4"/>
      <dgm:spPr/>
    </dgm:pt>
    <dgm:pt modelId="{2CBC65AF-ECFB-43E3-8315-D4A2FD7E388E}" type="pres">
      <dgm:prSet presAssocID="{C2C487F6-BD7D-4845-AD7D-488D64EAABE9}" presName="childShape" presStyleCnt="0"/>
      <dgm:spPr/>
    </dgm:pt>
    <dgm:pt modelId="{EF9CA835-611F-4DF7-824F-7C1F8E08509A}" type="pres">
      <dgm:prSet presAssocID="{9A62BDB8-ACB5-4D3D-9C8B-07EB8E27B650}" presName="Name13" presStyleLbl="parChTrans1D2" presStyleIdx="9" presStyleCnt="12"/>
      <dgm:spPr/>
    </dgm:pt>
    <dgm:pt modelId="{4177BB3F-E363-445E-BAD3-1415B0DF3741}" type="pres">
      <dgm:prSet presAssocID="{F2659B2F-8355-45D3-A7BD-2DB5C95E119D}" presName="childText" presStyleLbl="bgAcc1" presStyleIdx="9" presStyleCnt="12">
        <dgm:presLayoutVars>
          <dgm:bulletEnabled val="1"/>
        </dgm:presLayoutVars>
      </dgm:prSet>
      <dgm:spPr/>
    </dgm:pt>
    <dgm:pt modelId="{F676E694-6403-4471-83EF-440E64416601}" type="pres">
      <dgm:prSet presAssocID="{F23756FB-9E11-4563-9511-4195AF7F0CA1}" presName="Name13" presStyleLbl="parChTrans1D2" presStyleIdx="10" presStyleCnt="12"/>
      <dgm:spPr/>
    </dgm:pt>
    <dgm:pt modelId="{A36AD7DC-496D-4198-8E9A-5F7F02FD267E}" type="pres">
      <dgm:prSet presAssocID="{19EB1D18-2ACC-49D4-B0BA-A82BD06E5B79}" presName="childText" presStyleLbl="bgAcc1" presStyleIdx="10" presStyleCnt="12">
        <dgm:presLayoutVars>
          <dgm:bulletEnabled val="1"/>
        </dgm:presLayoutVars>
      </dgm:prSet>
      <dgm:spPr/>
    </dgm:pt>
    <dgm:pt modelId="{C83A2F5D-D2A3-4C21-B3CB-4A111211AED8}" type="pres">
      <dgm:prSet presAssocID="{01335367-53FF-4452-AB79-FE18E69E2533}" presName="Name13" presStyleLbl="parChTrans1D2" presStyleIdx="11" presStyleCnt="12"/>
      <dgm:spPr/>
    </dgm:pt>
    <dgm:pt modelId="{1DA62C3C-2D4B-4412-8BFF-A9C6E2D5B1B8}" type="pres">
      <dgm:prSet presAssocID="{AE4B2F2F-F19F-4DAD-A379-C4A2F6A8CEE9}" presName="childText" presStyleLbl="bgAcc1" presStyleIdx="11" presStyleCnt="12">
        <dgm:presLayoutVars>
          <dgm:bulletEnabled val="1"/>
        </dgm:presLayoutVars>
      </dgm:prSet>
      <dgm:spPr/>
    </dgm:pt>
  </dgm:ptLst>
  <dgm:cxnLst>
    <dgm:cxn modelId="{21313804-7BD0-4E6B-AF0B-0BCC908E97DB}" type="presOf" srcId="{E033805F-5982-4547-B94E-F27CEDE9ACD4}" destId="{F040B7D3-F052-490C-A88B-B29A78310F59}" srcOrd="0" destOrd="0" presId="urn:microsoft.com/office/officeart/2005/8/layout/hierarchy3"/>
    <dgm:cxn modelId="{70B3DB06-39C0-422C-8281-55DA60A15AEC}" type="presOf" srcId="{DBD833B1-1F4F-45AC-B833-CC2AB2BE0792}" destId="{87C7D5CE-792C-4578-9CE3-759B5230E298}" srcOrd="0" destOrd="0" presId="urn:microsoft.com/office/officeart/2005/8/layout/hierarchy3"/>
    <dgm:cxn modelId="{04B7D70C-083B-4C62-A214-E758DE07538A}" type="presOf" srcId="{C388F59C-8B5A-4B6C-859A-FCC53E617561}" destId="{4F7A7FFB-906B-4D02-B2DC-B95E18FDC006}" srcOrd="0" destOrd="0" presId="urn:microsoft.com/office/officeart/2005/8/layout/hierarchy3"/>
    <dgm:cxn modelId="{158C3A0D-A61C-4AFC-829B-2C4507C1A616}" type="presOf" srcId="{01335367-53FF-4452-AB79-FE18E69E2533}" destId="{C83A2F5D-D2A3-4C21-B3CB-4A111211AED8}" srcOrd="0" destOrd="0" presId="urn:microsoft.com/office/officeart/2005/8/layout/hierarchy3"/>
    <dgm:cxn modelId="{2CC2BF13-9BFB-4908-8CC7-2AF10591B436}" type="presOf" srcId="{C2C487F6-BD7D-4845-AD7D-488D64EAABE9}" destId="{EBD98054-0A84-4CA4-9996-89ABEFA704B6}" srcOrd="0" destOrd="0" presId="urn:microsoft.com/office/officeart/2005/8/layout/hierarchy3"/>
    <dgm:cxn modelId="{6967AF1C-5A8A-41DB-963D-85A2876248F1}" type="presOf" srcId="{42A1F195-56F6-4B1D-A20E-C1BC9745DF38}" destId="{5DE899CC-0652-4CDE-A686-36211241694F}" srcOrd="0" destOrd="0" presId="urn:microsoft.com/office/officeart/2005/8/layout/hierarchy3"/>
    <dgm:cxn modelId="{F66F9728-DA50-454A-A3DF-DEE881DE3A63}" type="presOf" srcId="{85FE0B03-CE22-4AC1-B625-E87ED5D6B8E6}" destId="{32FADC20-C895-428F-A80D-B60D49E5BA5E}" srcOrd="0" destOrd="0" presId="urn:microsoft.com/office/officeart/2005/8/layout/hierarchy3"/>
    <dgm:cxn modelId="{3F76AC29-6840-49DA-9CBD-85F5B5238200}" type="presOf" srcId="{C92E5DA7-047B-4E6F-A0F5-55E80934BA89}" destId="{71336DF8-C12E-4355-8399-740F06EA66A7}" srcOrd="0" destOrd="0" presId="urn:microsoft.com/office/officeart/2005/8/layout/hierarchy3"/>
    <dgm:cxn modelId="{090E6033-2DD3-4633-B8D7-796734706741}" type="presOf" srcId="{B9E8D1A2-B5A8-4AA9-8729-16182D3182FA}" destId="{307BA7A2-C709-4AC8-A50B-B1059F846314}" srcOrd="0" destOrd="0" presId="urn:microsoft.com/office/officeart/2005/8/layout/hierarchy3"/>
    <dgm:cxn modelId="{CA836135-7F11-4274-9011-46A6F4158943}" srcId="{909CFD97-2A90-4A24-8897-4D2525208B6F}" destId="{85FE0B03-CE22-4AC1-B625-E87ED5D6B8E6}" srcOrd="1" destOrd="0" parTransId="{42A1F195-56F6-4B1D-A20E-C1BC9745DF38}" sibTransId="{D08C8898-878E-4CB2-B53E-54811A395247}"/>
    <dgm:cxn modelId="{6D7D0337-F439-4536-87FE-790C864A9E25}" type="presOf" srcId="{072FE05A-0655-41FB-B472-213C8744C389}" destId="{9528C1BA-B0B1-4B32-BFD2-16C55152C152}" srcOrd="0" destOrd="0" presId="urn:microsoft.com/office/officeart/2005/8/layout/hierarchy3"/>
    <dgm:cxn modelId="{372E063C-84C4-4C14-9008-C485D6646A8C}" type="presOf" srcId="{AE4B2F2F-F19F-4DAD-A379-C4A2F6A8CEE9}" destId="{1DA62C3C-2D4B-4412-8BFF-A9C6E2D5B1B8}" srcOrd="0" destOrd="0" presId="urn:microsoft.com/office/officeart/2005/8/layout/hierarchy3"/>
    <dgm:cxn modelId="{F576F63D-66DF-4D65-BAA8-4457DE826F2C}" srcId="{0B0BBC68-9942-4C9C-815C-3966CBF9D4CF}" destId="{9FC0380F-66B2-4639-ADB7-EC2221CEDF4C}" srcOrd="0" destOrd="0" parTransId="{06EF3AE0-8F2D-4A51-888E-80F52EAC573C}" sibTransId="{5CEEE8B7-9DB8-4B1C-B906-2D856F5C433C}"/>
    <dgm:cxn modelId="{FAC0255B-7B63-4A56-8C89-A16557588537}" srcId="{C2C487F6-BD7D-4845-AD7D-488D64EAABE9}" destId="{AE4B2F2F-F19F-4DAD-A379-C4A2F6A8CEE9}" srcOrd="2" destOrd="0" parTransId="{01335367-53FF-4452-AB79-FE18E69E2533}" sibTransId="{A881D334-8541-4846-AC64-B5D80105DCF2}"/>
    <dgm:cxn modelId="{335F0C5D-0B06-42CA-AEAB-72ED67B3C7B3}" type="presOf" srcId="{909CFD97-2A90-4A24-8897-4D2525208B6F}" destId="{336840B7-B532-4C3B-AD13-D780C462781B}" srcOrd="0" destOrd="0" presId="urn:microsoft.com/office/officeart/2005/8/layout/hierarchy3"/>
    <dgm:cxn modelId="{2ED42063-8218-45B8-AD1D-6136C7F3864F}" type="presOf" srcId="{BDF7FD2A-65A4-45DF-91C8-D7F5088BDCDF}" destId="{6D5F7B42-8DF0-418C-9C78-47E64D3F0ADF}" srcOrd="0" destOrd="0" presId="urn:microsoft.com/office/officeart/2005/8/layout/hierarchy3"/>
    <dgm:cxn modelId="{AD0BDE43-E69C-4AF4-9500-AEBEB1A179D7}" type="presOf" srcId="{9FC0380F-66B2-4639-ADB7-EC2221CEDF4C}" destId="{249321BA-1CA9-40D6-9015-7D24CEC3E184}" srcOrd="1" destOrd="0" presId="urn:microsoft.com/office/officeart/2005/8/layout/hierarchy3"/>
    <dgm:cxn modelId="{CF9B7347-4BAF-4CB4-832A-34A892AB08A6}" type="presOf" srcId="{C26087D1-FA3C-472A-9DA3-52EDEC125D89}" destId="{C1765850-BB40-4BA5-A151-EDBCD82997C6}" srcOrd="0" destOrd="0" presId="urn:microsoft.com/office/officeart/2005/8/layout/hierarchy3"/>
    <dgm:cxn modelId="{D4A8726C-88BF-4216-B73D-4F9D15F3A784}" type="presOf" srcId="{AE158E4A-F280-4FEE-ADEE-AF043B401EFA}" destId="{87868605-DE5D-4BF3-B625-1D92F4B01179}" srcOrd="0" destOrd="0" presId="urn:microsoft.com/office/officeart/2005/8/layout/hierarchy3"/>
    <dgm:cxn modelId="{9D24994D-6350-430C-B3FA-F4D0A8DB18DD}" type="presOf" srcId="{538787AB-D5D6-417E-95BD-0E8158D02296}" destId="{C865676B-C920-4B07-BC1C-ADDBAA701E34}" srcOrd="0" destOrd="0" presId="urn:microsoft.com/office/officeart/2005/8/layout/hierarchy3"/>
    <dgm:cxn modelId="{91C88C51-5C90-4A35-B0EA-1E7FAC7F4789}" type="presOf" srcId="{F23756FB-9E11-4563-9511-4195AF7F0CA1}" destId="{F676E694-6403-4471-83EF-440E64416601}" srcOrd="0" destOrd="0" presId="urn:microsoft.com/office/officeart/2005/8/layout/hierarchy3"/>
    <dgm:cxn modelId="{34AB1252-331A-489A-86E3-F87583DCE91D}" type="presOf" srcId="{AD2C6084-D853-4C94-85D1-39CD540638FD}" destId="{1C30B183-2873-409C-A8E9-ACF55E60E346}" srcOrd="0" destOrd="0" presId="urn:microsoft.com/office/officeart/2005/8/layout/hierarchy3"/>
    <dgm:cxn modelId="{FBC8B973-A1BF-4C51-A314-E7EAE14BF758}" type="presOf" srcId="{9FC0380F-66B2-4639-ADB7-EC2221CEDF4C}" destId="{5194786A-C93A-4B64-89EB-286BD2106319}" srcOrd="0" destOrd="0" presId="urn:microsoft.com/office/officeart/2005/8/layout/hierarchy3"/>
    <dgm:cxn modelId="{0156F155-90EC-49FA-944A-CB60084E53C9}" type="presOf" srcId="{909CFD97-2A90-4A24-8897-4D2525208B6F}" destId="{841D3B4D-E196-4635-83DA-52CAE90E7EA4}" srcOrd="1" destOrd="0" presId="urn:microsoft.com/office/officeart/2005/8/layout/hierarchy3"/>
    <dgm:cxn modelId="{5EA2FA77-95E8-4A11-BE5B-165EB487120D}" srcId="{0B0BBC68-9942-4C9C-815C-3966CBF9D4CF}" destId="{909CFD97-2A90-4A24-8897-4D2525208B6F}" srcOrd="1" destOrd="0" parTransId="{963CF87D-669C-4C76-BE7B-DFD5F493862F}" sibTransId="{B3E495A8-935A-4CA3-A259-3A994826EFB7}"/>
    <dgm:cxn modelId="{C2F5C159-6F71-4566-913F-4F576209CBB4}" type="presOf" srcId="{0B0BBC68-9942-4C9C-815C-3966CBF9D4CF}" destId="{84D14323-3592-40D4-B43C-98A562786B7B}" srcOrd="0" destOrd="0" presId="urn:microsoft.com/office/officeart/2005/8/layout/hierarchy3"/>
    <dgm:cxn modelId="{BC21245A-5712-41E9-9965-807433F8E158}" srcId="{0B0BBC68-9942-4C9C-815C-3966CBF9D4CF}" destId="{C2C487F6-BD7D-4845-AD7D-488D64EAABE9}" srcOrd="3" destOrd="0" parTransId="{7502F724-9DE5-4AE7-BCA6-E2E0D4777B7A}" sibTransId="{1BD0220D-C052-488A-8455-0FF183E36F9E}"/>
    <dgm:cxn modelId="{C5BE467F-756D-4D86-808D-059D96B6ADCC}" type="presOf" srcId="{9327A4EF-6829-4772-BFE4-55998403EB34}" destId="{F69E006E-DBC8-4939-AD88-10AFE2A6DFBF}" srcOrd="0" destOrd="0" presId="urn:microsoft.com/office/officeart/2005/8/layout/hierarchy3"/>
    <dgm:cxn modelId="{E6737A80-6977-4BBA-9B04-BA33C8FC1167}" type="presOf" srcId="{A1BE64ED-9C90-4696-ADEF-68884FD858BA}" destId="{519A6978-2D12-462C-B02D-0FF1C2971826}" srcOrd="1" destOrd="0" presId="urn:microsoft.com/office/officeart/2005/8/layout/hierarchy3"/>
    <dgm:cxn modelId="{FE589E83-7A0D-4116-AB08-C4058E54F205}" type="presOf" srcId="{19EB1D18-2ACC-49D4-B0BA-A82BD06E5B79}" destId="{A36AD7DC-496D-4198-8E9A-5F7F02FD267E}" srcOrd="0" destOrd="0" presId="urn:microsoft.com/office/officeart/2005/8/layout/hierarchy3"/>
    <dgm:cxn modelId="{E72D5096-0B0B-47B3-838D-4082A0F281C5}" type="presOf" srcId="{E280AB9C-0E6E-48A6-B617-6429151788F0}" destId="{9CA298D4-53A6-4405-AF13-7D49DB6D591B}" srcOrd="0" destOrd="0" presId="urn:microsoft.com/office/officeart/2005/8/layout/hierarchy3"/>
    <dgm:cxn modelId="{CDB9C896-4D85-4B45-85A5-699A6B9729B1}" srcId="{C2C487F6-BD7D-4845-AD7D-488D64EAABE9}" destId="{19EB1D18-2ACC-49D4-B0BA-A82BD06E5B79}" srcOrd="1" destOrd="0" parTransId="{F23756FB-9E11-4563-9511-4195AF7F0CA1}" sibTransId="{B5A23CD5-C696-46F2-B144-EF19D52CA0D6}"/>
    <dgm:cxn modelId="{2EC51C97-B7AF-445F-8068-9B367FF41461}" srcId="{A1BE64ED-9C90-4696-ADEF-68884FD858BA}" destId="{0EB1F310-6157-4230-BB03-452904CB008F}" srcOrd="0" destOrd="0" parTransId="{B9E8D1A2-B5A8-4AA9-8729-16182D3182FA}" sibTransId="{58FA7989-0E1E-4FA0-AC31-B861122FDB79}"/>
    <dgm:cxn modelId="{FAFB34B2-20EB-423F-928A-84D2FE07A7D4}" srcId="{0B0BBC68-9942-4C9C-815C-3966CBF9D4CF}" destId="{A1BE64ED-9C90-4696-ADEF-68884FD858BA}" srcOrd="2" destOrd="0" parTransId="{19DF06DB-3BF4-4484-8CA8-AD3D598B59FC}" sibTransId="{8B7F0804-DB34-482A-A1AD-0F9C5FDDB71A}"/>
    <dgm:cxn modelId="{AE9FA1B5-E526-40B9-957D-859F1BC7EC6F}" srcId="{C2C487F6-BD7D-4845-AD7D-488D64EAABE9}" destId="{F2659B2F-8355-45D3-A7BD-2DB5C95E119D}" srcOrd="0" destOrd="0" parTransId="{9A62BDB8-ACB5-4D3D-9C8B-07EB8E27B650}" sibTransId="{CED5EBFE-96E4-440B-AE17-3A6257AC80E7}"/>
    <dgm:cxn modelId="{11CA6EBE-B20C-42AF-89BF-ED6DEF6297B7}" srcId="{909CFD97-2A90-4A24-8897-4D2525208B6F}" destId="{BDF7FD2A-65A4-45DF-91C8-D7F5088BDCDF}" srcOrd="2" destOrd="0" parTransId="{538787AB-D5D6-417E-95BD-0E8158D02296}" sibTransId="{35870B13-3C3C-4763-B149-A4B0549A2DB9}"/>
    <dgm:cxn modelId="{F5B378C2-ECDA-454B-A75C-482B8F5E7158}" type="presOf" srcId="{C2C487F6-BD7D-4845-AD7D-488D64EAABE9}" destId="{12F29714-28C9-497C-A538-76DE9BE0BCDE}" srcOrd="1" destOrd="0" presId="urn:microsoft.com/office/officeart/2005/8/layout/hierarchy3"/>
    <dgm:cxn modelId="{E5AAA1C3-5A7E-4B06-B6CF-DDFB3C72EA1E}" type="presOf" srcId="{5C99F8B0-FE26-44B9-8183-D2C829A4AE8C}" destId="{F474F939-E805-4286-A8DC-D9A69A8B1F94}" srcOrd="0" destOrd="0" presId="urn:microsoft.com/office/officeart/2005/8/layout/hierarchy3"/>
    <dgm:cxn modelId="{1F759AC6-D027-4E42-9865-0260FDE41309}" srcId="{9FC0380F-66B2-4639-ADB7-EC2221CEDF4C}" destId="{C26087D1-FA3C-472A-9DA3-52EDEC125D89}" srcOrd="1" destOrd="0" parTransId="{C92E5DA7-047B-4E6F-A0F5-55E80934BA89}" sibTransId="{FFFF685B-E901-4A57-A33C-EA34C6EA4ACF}"/>
    <dgm:cxn modelId="{6E4CB3CB-7904-43C1-8FF1-ECAD2C3CD9BA}" type="presOf" srcId="{F2659B2F-8355-45D3-A7BD-2DB5C95E119D}" destId="{4177BB3F-E363-445E-BAD3-1415B0DF3741}" srcOrd="0" destOrd="0" presId="urn:microsoft.com/office/officeart/2005/8/layout/hierarchy3"/>
    <dgm:cxn modelId="{77F380CF-ECF2-4970-94FA-261334FD1684}" type="presOf" srcId="{0EB1F310-6157-4230-BB03-452904CB008F}" destId="{403F98FD-FCDA-4653-B246-B99270784990}" srcOrd="0" destOrd="0" presId="urn:microsoft.com/office/officeart/2005/8/layout/hierarchy3"/>
    <dgm:cxn modelId="{CAD820D3-2ECA-48C3-9E31-F2ECFD6B6AA8}" srcId="{A1BE64ED-9C90-4696-ADEF-68884FD858BA}" destId="{AD2C6084-D853-4C94-85D1-39CD540638FD}" srcOrd="2" destOrd="0" parTransId="{9327A4EF-6829-4772-BFE4-55998403EB34}" sibTransId="{26A19D4E-5C03-498C-9196-0504CB63F7CD}"/>
    <dgm:cxn modelId="{F7B167D6-D409-496F-9AF9-68FE76562F44}" srcId="{9FC0380F-66B2-4639-ADB7-EC2221CEDF4C}" destId="{DBD833B1-1F4F-45AC-B833-CC2AB2BE0792}" srcOrd="2" destOrd="0" parTransId="{C388F59C-8B5A-4B6C-859A-FCC53E617561}" sibTransId="{22BE58BB-EE72-4E21-B157-A40F3D3D3893}"/>
    <dgm:cxn modelId="{68B841D7-33A2-488C-A0C1-A3FA6B732928}" type="presOf" srcId="{9A62BDB8-ACB5-4D3D-9C8B-07EB8E27B650}" destId="{EF9CA835-611F-4DF7-824F-7C1F8E08509A}" srcOrd="0" destOrd="0" presId="urn:microsoft.com/office/officeart/2005/8/layout/hierarchy3"/>
    <dgm:cxn modelId="{F79BAFD7-2148-4D45-9BE7-18C880BDFE68}" type="presOf" srcId="{4125854F-EDEC-4A5F-8123-018C689943FD}" destId="{C425201B-9ACF-4947-A90D-573D75D752DA}" srcOrd="0" destOrd="0" presId="urn:microsoft.com/office/officeart/2005/8/layout/hierarchy3"/>
    <dgm:cxn modelId="{DC2ED8D9-B8ED-4B3D-A749-6A39A1F2323B}" srcId="{A1BE64ED-9C90-4696-ADEF-68884FD858BA}" destId="{E280AB9C-0E6E-48A6-B617-6429151788F0}" srcOrd="1" destOrd="0" parTransId="{4125854F-EDEC-4A5F-8123-018C689943FD}" sibTransId="{70C220D8-C360-4C77-9AD7-41554ED4344A}"/>
    <dgm:cxn modelId="{26717CDB-C01F-4CFC-B2ED-13C6D77DC690}" type="presOf" srcId="{A1BE64ED-9C90-4696-ADEF-68884FD858BA}" destId="{8009F096-A19D-4E7D-A401-B429C912BA75}" srcOrd="0" destOrd="0" presId="urn:microsoft.com/office/officeart/2005/8/layout/hierarchy3"/>
    <dgm:cxn modelId="{B0EADEEA-59D2-454C-BB12-67BD943E27CC}" srcId="{9FC0380F-66B2-4639-ADB7-EC2221CEDF4C}" destId="{5C99F8B0-FE26-44B9-8183-D2C829A4AE8C}" srcOrd="0" destOrd="0" parTransId="{AE158E4A-F280-4FEE-ADEE-AF043B401EFA}" sibTransId="{65788E76-0F33-4BA3-9721-D6CDF4A92EE5}"/>
    <dgm:cxn modelId="{44300AF5-6D46-4A37-B761-5A8E206C93B2}" srcId="{909CFD97-2A90-4A24-8897-4D2525208B6F}" destId="{E033805F-5982-4547-B94E-F27CEDE9ACD4}" srcOrd="0" destOrd="0" parTransId="{072FE05A-0655-41FB-B472-213C8744C389}" sibTransId="{33ED781B-B8BA-4132-A5CA-4661F7527F1F}"/>
    <dgm:cxn modelId="{FA9759B5-B6E9-423E-941B-935FA019D5B8}" type="presParOf" srcId="{84D14323-3592-40D4-B43C-98A562786B7B}" destId="{B247CC0D-BD53-4709-84C3-80FD80CE1391}" srcOrd="0" destOrd="0" presId="urn:microsoft.com/office/officeart/2005/8/layout/hierarchy3"/>
    <dgm:cxn modelId="{3F72F91B-B494-408D-8E3D-271AF8FDBA44}" type="presParOf" srcId="{B247CC0D-BD53-4709-84C3-80FD80CE1391}" destId="{A4645294-C4EA-4C5B-87EB-B8AA888BD157}" srcOrd="0" destOrd="0" presId="urn:microsoft.com/office/officeart/2005/8/layout/hierarchy3"/>
    <dgm:cxn modelId="{97856D4D-E3DC-4C59-8841-84ECB15D20F5}" type="presParOf" srcId="{A4645294-C4EA-4C5B-87EB-B8AA888BD157}" destId="{5194786A-C93A-4B64-89EB-286BD2106319}" srcOrd="0" destOrd="0" presId="urn:microsoft.com/office/officeart/2005/8/layout/hierarchy3"/>
    <dgm:cxn modelId="{E977077C-1C35-4C83-9A5D-CC7C968DA2EC}" type="presParOf" srcId="{A4645294-C4EA-4C5B-87EB-B8AA888BD157}" destId="{249321BA-1CA9-40D6-9015-7D24CEC3E184}" srcOrd="1" destOrd="0" presId="urn:microsoft.com/office/officeart/2005/8/layout/hierarchy3"/>
    <dgm:cxn modelId="{482679ED-8C7A-43BD-B185-BD56445FB5D0}" type="presParOf" srcId="{B247CC0D-BD53-4709-84C3-80FD80CE1391}" destId="{66122629-EE86-446C-ADF0-517A891B03F4}" srcOrd="1" destOrd="0" presId="urn:microsoft.com/office/officeart/2005/8/layout/hierarchy3"/>
    <dgm:cxn modelId="{502CA335-B4BA-4DB7-B2A4-5B7F4B77AFCC}" type="presParOf" srcId="{66122629-EE86-446C-ADF0-517A891B03F4}" destId="{87868605-DE5D-4BF3-B625-1D92F4B01179}" srcOrd="0" destOrd="0" presId="urn:microsoft.com/office/officeart/2005/8/layout/hierarchy3"/>
    <dgm:cxn modelId="{46C144C0-CA51-45CF-9527-4FFDA587AF28}" type="presParOf" srcId="{66122629-EE86-446C-ADF0-517A891B03F4}" destId="{F474F939-E805-4286-A8DC-D9A69A8B1F94}" srcOrd="1" destOrd="0" presId="urn:microsoft.com/office/officeart/2005/8/layout/hierarchy3"/>
    <dgm:cxn modelId="{25C7186E-0AAD-49E3-90F4-570B1A3DD825}" type="presParOf" srcId="{66122629-EE86-446C-ADF0-517A891B03F4}" destId="{71336DF8-C12E-4355-8399-740F06EA66A7}" srcOrd="2" destOrd="0" presId="urn:microsoft.com/office/officeart/2005/8/layout/hierarchy3"/>
    <dgm:cxn modelId="{0373C3CC-3443-4E10-BFA2-C2B8DDC77092}" type="presParOf" srcId="{66122629-EE86-446C-ADF0-517A891B03F4}" destId="{C1765850-BB40-4BA5-A151-EDBCD82997C6}" srcOrd="3" destOrd="0" presId="urn:microsoft.com/office/officeart/2005/8/layout/hierarchy3"/>
    <dgm:cxn modelId="{E886A92E-2B75-448A-8AFA-AF7B608215FE}" type="presParOf" srcId="{66122629-EE86-446C-ADF0-517A891B03F4}" destId="{4F7A7FFB-906B-4D02-B2DC-B95E18FDC006}" srcOrd="4" destOrd="0" presId="urn:microsoft.com/office/officeart/2005/8/layout/hierarchy3"/>
    <dgm:cxn modelId="{94D5BB06-5084-4A2E-B4E6-551C86F8DC58}" type="presParOf" srcId="{66122629-EE86-446C-ADF0-517A891B03F4}" destId="{87C7D5CE-792C-4578-9CE3-759B5230E298}" srcOrd="5" destOrd="0" presId="urn:microsoft.com/office/officeart/2005/8/layout/hierarchy3"/>
    <dgm:cxn modelId="{EC35BADF-9B37-471B-999B-3F693174D3A1}" type="presParOf" srcId="{84D14323-3592-40D4-B43C-98A562786B7B}" destId="{2702FC5E-5171-408D-801D-E585595AA947}" srcOrd="1" destOrd="0" presId="urn:microsoft.com/office/officeart/2005/8/layout/hierarchy3"/>
    <dgm:cxn modelId="{DD5EB8A5-2E3F-4675-A2EF-9406F71A8871}" type="presParOf" srcId="{2702FC5E-5171-408D-801D-E585595AA947}" destId="{A1B39554-08E8-4B41-84B0-D05ACFF9175A}" srcOrd="0" destOrd="0" presId="urn:microsoft.com/office/officeart/2005/8/layout/hierarchy3"/>
    <dgm:cxn modelId="{1FFC22ED-181A-4FDB-BE2D-9A11BFB0E276}" type="presParOf" srcId="{A1B39554-08E8-4B41-84B0-D05ACFF9175A}" destId="{336840B7-B532-4C3B-AD13-D780C462781B}" srcOrd="0" destOrd="0" presId="urn:microsoft.com/office/officeart/2005/8/layout/hierarchy3"/>
    <dgm:cxn modelId="{43FBDE34-A470-4CC0-971E-03E1214DC72C}" type="presParOf" srcId="{A1B39554-08E8-4B41-84B0-D05ACFF9175A}" destId="{841D3B4D-E196-4635-83DA-52CAE90E7EA4}" srcOrd="1" destOrd="0" presId="urn:microsoft.com/office/officeart/2005/8/layout/hierarchy3"/>
    <dgm:cxn modelId="{B1515713-B9CF-4AE2-B85C-3107B5AD03E8}" type="presParOf" srcId="{2702FC5E-5171-408D-801D-E585595AA947}" destId="{F4BF1D62-4D96-4495-8AB2-A61069CF5F99}" srcOrd="1" destOrd="0" presId="urn:microsoft.com/office/officeart/2005/8/layout/hierarchy3"/>
    <dgm:cxn modelId="{309EEA1E-72DD-4489-A026-485F25FC6BDF}" type="presParOf" srcId="{F4BF1D62-4D96-4495-8AB2-A61069CF5F99}" destId="{9528C1BA-B0B1-4B32-BFD2-16C55152C152}" srcOrd="0" destOrd="0" presId="urn:microsoft.com/office/officeart/2005/8/layout/hierarchy3"/>
    <dgm:cxn modelId="{EFC17EDB-71C3-487E-BCAD-4F8A37601E3F}" type="presParOf" srcId="{F4BF1D62-4D96-4495-8AB2-A61069CF5F99}" destId="{F040B7D3-F052-490C-A88B-B29A78310F59}" srcOrd="1" destOrd="0" presId="urn:microsoft.com/office/officeart/2005/8/layout/hierarchy3"/>
    <dgm:cxn modelId="{021AF584-C90A-4476-B52C-C1EA8A253103}" type="presParOf" srcId="{F4BF1D62-4D96-4495-8AB2-A61069CF5F99}" destId="{5DE899CC-0652-4CDE-A686-36211241694F}" srcOrd="2" destOrd="0" presId="urn:microsoft.com/office/officeart/2005/8/layout/hierarchy3"/>
    <dgm:cxn modelId="{123F110C-76D2-44D9-A9FB-BD82C73D3ECF}" type="presParOf" srcId="{F4BF1D62-4D96-4495-8AB2-A61069CF5F99}" destId="{32FADC20-C895-428F-A80D-B60D49E5BA5E}" srcOrd="3" destOrd="0" presId="urn:microsoft.com/office/officeart/2005/8/layout/hierarchy3"/>
    <dgm:cxn modelId="{6809D793-5C24-477F-9A64-D3225645F2C1}" type="presParOf" srcId="{F4BF1D62-4D96-4495-8AB2-A61069CF5F99}" destId="{C865676B-C920-4B07-BC1C-ADDBAA701E34}" srcOrd="4" destOrd="0" presId="urn:microsoft.com/office/officeart/2005/8/layout/hierarchy3"/>
    <dgm:cxn modelId="{C06B5737-787E-41EC-BAFA-5E6D515F73A2}" type="presParOf" srcId="{F4BF1D62-4D96-4495-8AB2-A61069CF5F99}" destId="{6D5F7B42-8DF0-418C-9C78-47E64D3F0ADF}" srcOrd="5" destOrd="0" presId="urn:microsoft.com/office/officeart/2005/8/layout/hierarchy3"/>
    <dgm:cxn modelId="{866E5028-95D1-4A77-858E-155CA8384168}" type="presParOf" srcId="{84D14323-3592-40D4-B43C-98A562786B7B}" destId="{9D1F4A24-42E1-4220-B454-C851CD1B665D}" srcOrd="2" destOrd="0" presId="urn:microsoft.com/office/officeart/2005/8/layout/hierarchy3"/>
    <dgm:cxn modelId="{C7733E27-006B-4430-80A1-35D8AF68B3FB}" type="presParOf" srcId="{9D1F4A24-42E1-4220-B454-C851CD1B665D}" destId="{99FCBBA9-9140-4818-A89E-7BF38E0D5829}" srcOrd="0" destOrd="0" presId="urn:microsoft.com/office/officeart/2005/8/layout/hierarchy3"/>
    <dgm:cxn modelId="{CA8A34BE-95C1-4114-AD18-9B1F443B15BC}" type="presParOf" srcId="{99FCBBA9-9140-4818-A89E-7BF38E0D5829}" destId="{8009F096-A19D-4E7D-A401-B429C912BA75}" srcOrd="0" destOrd="0" presId="urn:microsoft.com/office/officeart/2005/8/layout/hierarchy3"/>
    <dgm:cxn modelId="{A65A9E82-93FF-44AB-BFE1-5D27D31FA1D1}" type="presParOf" srcId="{99FCBBA9-9140-4818-A89E-7BF38E0D5829}" destId="{519A6978-2D12-462C-B02D-0FF1C2971826}" srcOrd="1" destOrd="0" presId="urn:microsoft.com/office/officeart/2005/8/layout/hierarchy3"/>
    <dgm:cxn modelId="{CBE548A2-BFCE-4781-934A-8AC1C9A6E57A}" type="presParOf" srcId="{9D1F4A24-42E1-4220-B454-C851CD1B665D}" destId="{D2E6D5CD-540B-44FD-AEEE-9686A16D4F59}" srcOrd="1" destOrd="0" presId="urn:microsoft.com/office/officeart/2005/8/layout/hierarchy3"/>
    <dgm:cxn modelId="{1AAB513B-3BD5-4AB8-9427-065C49C349F3}" type="presParOf" srcId="{D2E6D5CD-540B-44FD-AEEE-9686A16D4F59}" destId="{307BA7A2-C709-4AC8-A50B-B1059F846314}" srcOrd="0" destOrd="0" presId="urn:microsoft.com/office/officeart/2005/8/layout/hierarchy3"/>
    <dgm:cxn modelId="{FCFD4FA7-6DCD-49B8-8115-2BCE7CCB7264}" type="presParOf" srcId="{D2E6D5CD-540B-44FD-AEEE-9686A16D4F59}" destId="{403F98FD-FCDA-4653-B246-B99270784990}" srcOrd="1" destOrd="0" presId="urn:microsoft.com/office/officeart/2005/8/layout/hierarchy3"/>
    <dgm:cxn modelId="{DD96118E-DAA7-4647-BE34-C99FFC719AC3}" type="presParOf" srcId="{D2E6D5CD-540B-44FD-AEEE-9686A16D4F59}" destId="{C425201B-9ACF-4947-A90D-573D75D752DA}" srcOrd="2" destOrd="0" presId="urn:microsoft.com/office/officeart/2005/8/layout/hierarchy3"/>
    <dgm:cxn modelId="{FEC724A1-2E5D-4B0B-B4CB-51305BA63FA9}" type="presParOf" srcId="{D2E6D5CD-540B-44FD-AEEE-9686A16D4F59}" destId="{9CA298D4-53A6-4405-AF13-7D49DB6D591B}" srcOrd="3" destOrd="0" presId="urn:microsoft.com/office/officeart/2005/8/layout/hierarchy3"/>
    <dgm:cxn modelId="{A323A548-656E-48B5-8656-CC677743C005}" type="presParOf" srcId="{D2E6D5CD-540B-44FD-AEEE-9686A16D4F59}" destId="{F69E006E-DBC8-4939-AD88-10AFE2A6DFBF}" srcOrd="4" destOrd="0" presId="urn:microsoft.com/office/officeart/2005/8/layout/hierarchy3"/>
    <dgm:cxn modelId="{B1641078-2C77-4977-9982-DCFC222E398F}" type="presParOf" srcId="{D2E6D5CD-540B-44FD-AEEE-9686A16D4F59}" destId="{1C30B183-2873-409C-A8E9-ACF55E60E346}" srcOrd="5" destOrd="0" presId="urn:microsoft.com/office/officeart/2005/8/layout/hierarchy3"/>
    <dgm:cxn modelId="{5828BA45-DD50-4E79-9F81-1187C2B9F003}" type="presParOf" srcId="{84D14323-3592-40D4-B43C-98A562786B7B}" destId="{849D2CC0-8C0D-4442-96CE-B3A42E7D210A}" srcOrd="3" destOrd="0" presId="urn:microsoft.com/office/officeart/2005/8/layout/hierarchy3"/>
    <dgm:cxn modelId="{3C84C51D-AB91-4A53-ACDB-5CF12FAB2F7D}" type="presParOf" srcId="{849D2CC0-8C0D-4442-96CE-B3A42E7D210A}" destId="{53FD639F-ADB0-4B73-8581-0A790E8A63F9}" srcOrd="0" destOrd="0" presId="urn:microsoft.com/office/officeart/2005/8/layout/hierarchy3"/>
    <dgm:cxn modelId="{6C84BC37-5683-4DA8-AF90-B3552DFA09E1}" type="presParOf" srcId="{53FD639F-ADB0-4B73-8581-0A790E8A63F9}" destId="{EBD98054-0A84-4CA4-9996-89ABEFA704B6}" srcOrd="0" destOrd="0" presId="urn:microsoft.com/office/officeart/2005/8/layout/hierarchy3"/>
    <dgm:cxn modelId="{5D6A7AD2-6843-4E32-93E7-C660483187B6}" type="presParOf" srcId="{53FD639F-ADB0-4B73-8581-0A790E8A63F9}" destId="{12F29714-28C9-497C-A538-76DE9BE0BCDE}" srcOrd="1" destOrd="0" presId="urn:microsoft.com/office/officeart/2005/8/layout/hierarchy3"/>
    <dgm:cxn modelId="{5877361E-C0E1-4AA0-A960-C1D1423B460F}" type="presParOf" srcId="{849D2CC0-8C0D-4442-96CE-B3A42E7D210A}" destId="{2CBC65AF-ECFB-43E3-8315-D4A2FD7E388E}" srcOrd="1" destOrd="0" presId="urn:microsoft.com/office/officeart/2005/8/layout/hierarchy3"/>
    <dgm:cxn modelId="{188E2732-2E36-4900-9183-D64A8787A0E7}" type="presParOf" srcId="{2CBC65AF-ECFB-43E3-8315-D4A2FD7E388E}" destId="{EF9CA835-611F-4DF7-824F-7C1F8E08509A}" srcOrd="0" destOrd="0" presId="urn:microsoft.com/office/officeart/2005/8/layout/hierarchy3"/>
    <dgm:cxn modelId="{106C2B96-0053-4377-896D-F9DBC5F37BFC}" type="presParOf" srcId="{2CBC65AF-ECFB-43E3-8315-D4A2FD7E388E}" destId="{4177BB3F-E363-445E-BAD3-1415B0DF3741}" srcOrd="1" destOrd="0" presId="urn:microsoft.com/office/officeart/2005/8/layout/hierarchy3"/>
    <dgm:cxn modelId="{D2001461-62BB-4971-A8AC-AE8BB05D5A84}" type="presParOf" srcId="{2CBC65AF-ECFB-43E3-8315-D4A2FD7E388E}" destId="{F676E694-6403-4471-83EF-440E64416601}" srcOrd="2" destOrd="0" presId="urn:microsoft.com/office/officeart/2005/8/layout/hierarchy3"/>
    <dgm:cxn modelId="{EDE812CE-1DF4-4487-A953-CECAB68FFB5F}" type="presParOf" srcId="{2CBC65AF-ECFB-43E3-8315-D4A2FD7E388E}" destId="{A36AD7DC-496D-4198-8E9A-5F7F02FD267E}" srcOrd="3" destOrd="0" presId="urn:microsoft.com/office/officeart/2005/8/layout/hierarchy3"/>
    <dgm:cxn modelId="{6AC1B2C5-B100-4FC9-93C7-9A5D214574F6}" type="presParOf" srcId="{2CBC65AF-ECFB-43E3-8315-D4A2FD7E388E}" destId="{C83A2F5D-D2A3-4C21-B3CB-4A111211AED8}" srcOrd="4" destOrd="0" presId="urn:microsoft.com/office/officeart/2005/8/layout/hierarchy3"/>
    <dgm:cxn modelId="{232FF110-8485-4A8E-97F6-253F0BA2E707}" type="presParOf" srcId="{2CBC65AF-ECFB-43E3-8315-D4A2FD7E388E}" destId="{1DA62C3C-2D4B-4412-8BFF-A9C6E2D5B1B8}"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1F19DB-9C02-4C15-9207-B40111FBF75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E227B9F-8417-4390-966A-F0108DB9B0E1}">
      <dgm:prSet phldrT="[Text]"/>
      <dgm:spPr/>
      <dgm:t>
        <a:bodyPr/>
        <a:lstStyle/>
        <a:p>
          <a:r>
            <a:rPr lang="bn-IN" dirty="0"/>
            <a:t>গ্রান্ড প্যারেন্ট স্টক সৃষ্টি</a:t>
          </a:r>
          <a:endParaRPr lang="en-US" dirty="0"/>
        </a:p>
      </dgm:t>
    </dgm:pt>
    <dgm:pt modelId="{6FCC2B4D-DDFE-47ED-8EAF-ADC731E87083}" type="parTrans" cxnId="{A2B254E7-DAFE-40C0-83CC-4A4B2FC558EA}">
      <dgm:prSet/>
      <dgm:spPr/>
      <dgm:t>
        <a:bodyPr/>
        <a:lstStyle/>
        <a:p>
          <a:endParaRPr lang="en-US"/>
        </a:p>
      </dgm:t>
    </dgm:pt>
    <dgm:pt modelId="{D402EFE9-1BDB-4300-88EB-CE697DB4C6B9}" type="sibTrans" cxnId="{A2B254E7-DAFE-40C0-83CC-4A4B2FC558EA}">
      <dgm:prSet/>
      <dgm:spPr/>
      <dgm:t>
        <a:bodyPr/>
        <a:lstStyle/>
        <a:p>
          <a:endParaRPr lang="en-US"/>
        </a:p>
      </dgm:t>
    </dgm:pt>
    <dgm:pt modelId="{9165A848-C540-47ED-BB75-71BD11E21DFF}">
      <dgm:prSet phldrT="[Text]"/>
      <dgm:spPr/>
      <dgm:t>
        <a:bodyPr/>
        <a:lstStyle/>
        <a:p>
          <a:r>
            <a:rPr lang="bn-IN" dirty="0"/>
            <a:t>প্যারেন্ট স্টক সৃষ্টি</a:t>
          </a:r>
          <a:endParaRPr lang="en-US" dirty="0"/>
        </a:p>
      </dgm:t>
    </dgm:pt>
    <dgm:pt modelId="{65FD9975-4CF0-47A0-B6FC-B07A30339949}" type="parTrans" cxnId="{FE020FBC-624C-4A60-8724-19BF0EF6DCDC}">
      <dgm:prSet/>
      <dgm:spPr/>
      <dgm:t>
        <a:bodyPr/>
        <a:lstStyle/>
        <a:p>
          <a:endParaRPr lang="en-US"/>
        </a:p>
      </dgm:t>
    </dgm:pt>
    <dgm:pt modelId="{EFF38853-66B2-4993-A3EC-CC2FA436CD93}" type="sibTrans" cxnId="{FE020FBC-624C-4A60-8724-19BF0EF6DCDC}">
      <dgm:prSet/>
      <dgm:spPr/>
      <dgm:t>
        <a:bodyPr/>
        <a:lstStyle/>
        <a:p>
          <a:endParaRPr lang="en-US"/>
        </a:p>
      </dgm:t>
    </dgm:pt>
    <dgm:pt modelId="{759C4DE6-BC2C-4CE3-A123-AA43BCAC488A}">
      <dgm:prSet phldrT="[Text]"/>
      <dgm:spPr/>
      <dgm:t>
        <a:bodyPr/>
        <a:lstStyle/>
        <a:p>
          <a:r>
            <a:rPr lang="bn-IN" dirty="0"/>
            <a:t>ডিম-&gt;ব্রয়লার/লেয়ার/মোরগ</a:t>
          </a:r>
          <a:endParaRPr lang="en-US" dirty="0"/>
        </a:p>
      </dgm:t>
    </dgm:pt>
    <dgm:pt modelId="{7210A2E5-AA11-4A7A-A827-198105116F54}" type="parTrans" cxnId="{77E5B12C-E696-4D14-B0DF-8A8691011E76}">
      <dgm:prSet/>
      <dgm:spPr/>
      <dgm:t>
        <a:bodyPr/>
        <a:lstStyle/>
        <a:p>
          <a:endParaRPr lang="en-US"/>
        </a:p>
      </dgm:t>
    </dgm:pt>
    <dgm:pt modelId="{07248C61-1974-480F-80B5-41F3EFCAD19D}" type="sibTrans" cxnId="{77E5B12C-E696-4D14-B0DF-8A8691011E76}">
      <dgm:prSet/>
      <dgm:spPr/>
      <dgm:t>
        <a:bodyPr/>
        <a:lstStyle/>
        <a:p>
          <a:endParaRPr lang="en-US"/>
        </a:p>
      </dgm:t>
    </dgm:pt>
    <dgm:pt modelId="{D68E21AB-2352-4252-9753-6703F8A84BBF}" type="pres">
      <dgm:prSet presAssocID="{4C1F19DB-9C02-4C15-9207-B40111FBF75D}" presName="linearFlow" presStyleCnt="0">
        <dgm:presLayoutVars>
          <dgm:resizeHandles val="exact"/>
        </dgm:presLayoutVars>
      </dgm:prSet>
      <dgm:spPr/>
    </dgm:pt>
    <dgm:pt modelId="{59B20FBD-67D7-4705-8BC8-C0CF98146100}" type="pres">
      <dgm:prSet presAssocID="{7E227B9F-8417-4390-966A-F0108DB9B0E1}" presName="node" presStyleLbl="node1" presStyleIdx="0" presStyleCnt="3">
        <dgm:presLayoutVars>
          <dgm:bulletEnabled val="1"/>
        </dgm:presLayoutVars>
      </dgm:prSet>
      <dgm:spPr/>
    </dgm:pt>
    <dgm:pt modelId="{BDB56DB1-4EA5-4F6A-9DE6-E960BE7FE578}" type="pres">
      <dgm:prSet presAssocID="{D402EFE9-1BDB-4300-88EB-CE697DB4C6B9}" presName="sibTrans" presStyleLbl="sibTrans2D1" presStyleIdx="0" presStyleCnt="2"/>
      <dgm:spPr/>
    </dgm:pt>
    <dgm:pt modelId="{0E3DE1AC-1ECD-41C5-B999-4EFA1CE61D1B}" type="pres">
      <dgm:prSet presAssocID="{D402EFE9-1BDB-4300-88EB-CE697DB4C6B9}" presName="connectorText" presStyleLbl="sibTrans2D1" presStyleIdx="0" presStyleCnt="2"/>
      <dgm:spPr/>
    </dgm:pt>
    <dgm:pt modelId="{638A0AC3-D83B-45AB-A1A4-B00E0A826276}" type="pres">
      <dgm:prSet presAssocID="{9165A848-C540-47ED-BB75-71BD11E21DFF}" presName="node" presStyleLbl="node1" presStyleIdx="1" presStyleCnt="3">
        <dgm:presLayoutVars>
          <dgm:bulletEnabled val="1"/>
        </dgm:presLayoutVars>
      </dgm:prSet>
      <dgm:spPr/>
    </dgm:pt>
    <dgm:pt modelId="{03B97818-4873-418E-9539-057E818F0F6A}" type="pres">
      <dgm:prSet presAssocID="{EFF38853-66B2-4993-A3EC-CC2FA436CD93}" presName="sibTrans" presStyleLbl="sibTrans2D1" presStyleIdx="1" presStyleCnt="2"/>
      <dgm:spPr/>
    </dgm:pt>
    <dgm:pt modelId="{B592A627-22B1-4398-958C-3F974C6C6A39}" type="pres">
      <dgm:prSet presAssocID="{EFF38853-66B2-4993-A3EC-CC2FA436CD93}" presName="connectorText" presStyleLbl="sibTrans2D1" presStyleIdx="1" presStyleCnt="2"/>
      <dgm:spPr/>
    </dgm:pt>
    <dgm:pt modelId="{228C1BA9-B88D-4A43-A6F6-B2AD85E34583}" type="pres">
      <dgm:prSet presAssocID="{759C4DE6-BC2C-4CE3-A123-AA43BCAC488A}" presName="node" presStyleLbl="node1" presStyleIdx="2" presStyleCnt="3">
        <dgm:presLayoutVars>
          <dgm:bulletEnabled val="1"/>
        </dgm:presLayoutVars>
      </dgm:prSet>
      <dgm:spPr/>
    </dgm:pt>
  </dgm:ptLst>
  <dgm:cxnLst>
    <dgm:cxn modelId="{40C14311-5A65-435D-8283-2AC70B82111C}" type="presOf" srcId="{759C4DE6-BC2C-4CE3-A123-AA43BCAC488A}" destId="{228C1BA9-B88D-4A43-A6F6-B2AD85E34583}" srcOrd="0" destOrd="0" presId="urn:microsoft.com/office/officeart/2005/8/layout/process2"/>
    <dgm:cxn modelId="{BB773E1B-5AA1-460B-92B1-A38E250C8A4A}" type="presOf" srcId="{EFF38853-66B2-4993-A3EC-CC2FA436CD93}" destId="{03B97818-4873-418E-9539-057E818F0F6A}" srcOrd="0" destOrd="0" presId="urn:microsoft.com/office/officeart/2005/8/layout/process2"/>
    <dgm:cxn modelId="{77E5B12C-E696-4D14-B0DF-8A8691011E76}" srcId="{4C1F19DB-9C02-4C15-9207-B40111FBF75D}" destId="{759C4DE6-BC2C-4CE3-A123-AA43BCAC488A}" srcOrd="2" destOrd="0" parTransId="{7210A2E5-AA11-4A7A-A827-198105116F54}" sibTransId="{07248C61-1974-480F-80B5-41F3EFCAD19D}"/>
    <dgm:cxn modelId="{6BFE532D-319E-4848-BD71-1BDFF5313F1D}" type="presOf" srcId="{EFF38853-66B2-4993-A3EC-CC2FA436CD93}" destId="{B592A627-22B1-4398-958C-3F974C6C6A39}" srcOrd="1" destOrd="0" presId="urn:microsoft.com/office/officeart/2005/8/layout/process2"/>
    <dgm:cxn modelId="{029748B6-26FF-437D-A9B6-D0AFF6921996}" type="presOf" srcId="{9165A848-C540-47ED-BB75-71BD11E21DFF}" destId="{638A0AC3-D83B-45AB-A1A4-B00E0A826276}" srcOrd="0" destOrd="0" presId="urn:microsoft.com/office/officeart/2005/8/layout/process2"/>
    <dgm:cxn modelId="{FE020FBC-624C-4A60-8724-19BF0EF6DCDC}" srcId="{4C1F19DB-9C02-4C15-9207-B40111FBF75D}" destId="{9165A848-C540-47ED-BB75-71BD11E21DFF}" srcOrd="1" destOrd="0" parTransId="{65FD9975-4CF0-47A0-B6FC-B07A30339949}" sibTransId="{EFF38853-66B2-4993-A3EC-CC2FA436CD93}"/>
    <dgm:cxn modelId="{4F3712CD-AA8D-4CCB-B75E-9DD3E1CAA526}" type="presOf" srcId="{4C1F19DB-9C02-4C15-9207-B40111FBF75D}" destId="{D68E21AB-2352-4252-9753-6703F8A84BBF}" srcOrd="0" destOrd="0" presId="urn:microsoft.com/office/officeart/2005/8/layout/process2"/>
    <dgm:cxn modelId="{E07BD4CF-97A1-41B2-B40B-C17FAC7E5391}" type="presOf" srcId="{7E227B9F-8417-4390-966A-F0108DB9B0E1}" destId="{59B20FBD-67D7-4705-8BC8-C0CF98146100}" srcOrd="0" destOrd="0" presId="urn:microsoft.com/office/officeart/2005/8/layout/process2"/>
    <dgm:cxn modelId="{A2B254E7-DAFE-40C0-83CC-4A4B2FC558EA}" srcId="{4C1F19DB-9C02-4C15-9207-B40111FBF75D}" destId="{7E227B9F-8417-4390-966A-F0108DB9B0E1}" srcOrd="0" destOrd="0" parTransId="{6FCC2B4D-DDFE-47ED-8EAF-ADC731E87083}" sibTransId="{D402EFE9-1BDB-4300-88EB-CE697DB4C6B9}"/>
    <dgm:cxn modelId="{42B123EA-BC6C-480C-A642-6705F3E266BC}" type="presOf" srcId="{D402EFE9-1BDB-4300-88EB-CE697DB4C6B9}" destId="{BDB56DB1-4EA5-4F6A-9DE6-E960BE7FE578}" srcOrd="0" destOrd="0" presId="urn:microsoft.com/office/officeart/2005/8/layout/process2"/>
    <dgm:cxn modelId="{6D8B38EB-77EF-4201-B485-A96A8D57B8CB}" type="presOf" srcId="{D402EFE9-1BDB-4300-88EB-CE697DB4C6B9}" destId="{0E3DE1AC-1ECD-41C5-B999-4EFA1CE61D1B}" srcOrd="1" destOrd="0" presId="urn:microsoft.com/office/officeart/2005/8/layout/process2"/>
    <dgm:cxn modelId="{5941FA00-F715-421D-BDE0-13DD98EACE91}" type="presParOf" srcId="{D68E21AB-2352-4252-9753-6703F8A84BBF}" destId="{59B20FBD-67D7-4705-8BC8-C0CF98146100}" srcOrd="0" destOrd="0" presId="urn:microsoft.com/office/officeart/2005/8/layout/process2"/>
    <dgm:cxn modelId="{5BC7C001-08D8-453E-A306-8CFF98C2E122}" type="presParOf" srcId="{D68E21AB-2352-4252-9753-6703F8A84BBF}" destId="{BDB56DB1-4EA5-4F6A-9DE6-E960BE7FE578}" srcOrd="1" destOrd="0" presId="urn:microsoft.com/office/officeart/2005/8/layout/process2"/>
    <dgm:cxn modelId="{C0002FD0-9CD8-4EE5-9812-FE3177D623FC}" type="presParOf" srcId="{BDB56DB1-4EA5-4F6A-9DE6-E960BE7FE578}" destId="{0E3DE1AC-1ECD-41C5-B999-4EFA1CE61D1B}" srcOrd="0" destOrd="0" presId="urn:microsoft.com/office/officeart/2005/8/layout/process2"/>
    <dgm:cxn modelId="{2A4538AC-43BD-4B54-8CBF-63C1E7182812}" type="presParOf" srcId="{D68E21AB-2352-4252-9753-6703F8A84BBF}" destId="{638A0AC3-D83B-45AB-A1A4-B00E0A826276}" srcOrd="2" destOrd="0" presId="urn:microsoft.com/office/officeart/2005/8/layout/process2"/>
    <dgm:cxn modelId="{450FF786-6468-40A2-B746-E4CC3648A64A}" type="presParOf" srcId="{D68E21AB-2352-4252-9753-6703F8A84BBF}" destId="{03B97818-4873-418E-9539-057E818F0F6A}" srcOrd="3" destOrd="0" presId="urn:microsoft.com/office/officeart/2005/8/layout/process2"/>
    <dgm:cxn modelId="{F8A2828A-AEA0-42B6-8FF7-29001824CFE0}" type="presParOf" srcId="{03B97818-4873-418E-9539-057E818F0F6A}" destId="{B592A627-22B1-4398-958C-3F974C6C6A39}" srcOrd="0" destOrd="0" presId="urn:microsoft.com/office/officeart/2005/8/layout/process2"/>
    <dgm:cxn modelId="{F97DB688-5EA5-4AE6-9EFD-46733339A3F9}" type="presParOf" srcId="{D68E21AB-2352-4252-9753-6703F8A84BBF}" destId="{228C1BA9-B88D-4A43-A6F6-B2AD85E34583}"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4690EF-CCD6-460D-A98F-3EDD5607B614}"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1EE674E9-0F7A-4F9A-913A-22DB6A53D1B1}">
      <dgm:prSet phldrT="[Text]"/>
      <dgm:spPr/>
      <dgm:t>
        <a:bodyPr/>
        <a:lstStyle/>
        <a:p>
          <a:r>
            <a:rPr lang="en-US" dirty="0" err="1"/>
            <a:t>ডিম</a:t>
          </a:r>
          <a:r>
            <a:rPr lang="en-US" dirty="0"/>
            <a:t> </a:t>
          </a:r>
          <a:r>
            <a:rPr lang="en-US" dirty="0" err="1"/>
            <a:t>ফোটানোর</a:t>
          </a:r>
          <a:r>
            <a:rPr lang="en-US" dirty="0"/>
            <a:t> </a:t>
          </a:r>
          <a:r>
            <a:rPr lang="en-US" dirty="0" err="1"/>
            <a:t>পদ্ধতি</a:t>
          </a:r>
          <a:endParaRPr lang="en-US" dirty="0"/>
        </a:p>
      </dgm:t>
    </dgm:pt>
    <dgm:pt modelId="{8076F6BA-E6B4-48EB-AC7B-3511D5E33074}" type="parTrans" cxnId="{B2EA6329-0552-4B18-9518-B65B43F2947D}">
      <dgm:prSet/>
      <dgm:spPr/>
      <dgm:t>
        <a:bodyPr/>
        <a:lstStyle/>
        <a:p>
          <a:endParaRPr lang="en-US"/>
        </a:p>
      </dgm:t>
    </dgm:pt>
    <dgm:pt modelId="{72BDAAFE-B574-4082-9F29-FB92FD8244B4}" type="sibTrans" cxnId="{B2EA6329-0552-4B18-9518-B65B43F2947D}">
      <dgm:prSet/>
      <dgm:spPr/>
      <dgm:t>
        <a:bodyPr/>
        <a:lstStyle/>
        <a:p>
          <a:endParaRPr lang="en-US"/>
        </a:p>
      </dgm:t>
    </dgm:pt>
    <dgm:pt modelId="{19932819-A096-4662-B8D3-78CCFC399A7D}">
      <dgm:prSet phldrT="[Text]"/>
      <dgm:spPr/>
      <dgm:t>
        <a:bodyPr/>
        <a:lstStyle/>
        <a:p>
          <a:r>
            <a:rPr lang="en-US" dirty="0" err="1"/>
            <a:t>প্রাকৃতিক</a:t>
          </a:r>
          <a:r>
            <a:rPr lang="en-US" dirty="0"/>
            <a:t> </a:t>
          </a:r>
          <a:r>
            <a:rPr lang="en-US" dirty="0" err="1"/>
            <a:t>পদ্ধতি</a:t>
          </a:r>
          <a:endParaRPr lang="en-US" dirty="0"/>
        </a:p>
      </dgm:t>
    </dgm:pt>
    <dgm:pt modelId="{91E9DA79-8DF6-47EE-8ACF-79244D44BF6F}" type="parTrans" cxnId="{461987C0-2D72-47DD-970C-E89430BB99A2}">
      <dgm:prSet/>
      <dgm:spPr/>
      <dgm:t>
        <a:bodyPr/>
        <a:lstStyle/>
        <a:p>
          <a:endParaRPr lang="en-US"/>
        </a:p>
      </dgm:t>
    </dgm:pt>
    <dgm:pt modelId="{3CCF4CE4-1458-4811-9802-772BD96FE278}" type="sibTrans" cxnId="{461987C0-2D72-47DD-970C-E89430BB99A2}">
      <dgm:prSet/>
      <dgm:spPr/>
      <dgm:t>
        <a:bodyPr/>
        <a:lstStyle/>
        <a:p>
          <a:endParaRPr lang="en-US"/>
        </a:p>
      </dgm:t>
    </dgm:pt>
    <dgm:pt modelId="{D9A68180-3C12-43D2-9B5B-69FF15951D03}">
      <dgm:prSet phldrT="[Text]"/>
      <dgm:spPr/>
      <dgm:t>
        <a:bodyPr/>
        <a:lstStyle/>
        <a:p>
          <a:r>
            <a:rPr lang="en-US" dirty="0" err="1"/>
            <a:t>কৃত্তিম</a:t>
          </a:r>
          <a:r>
            <a:rPr lang="en-US" dirty="0"/>
            <a:t> </a:t>
          </a:r>
          <a:r>
            <a:rPr lang="en-US" dirty="0" err="1"/>
            <a:t>পদ্ধতি</a:t>
          </a:r>
          <a:endParaRPr lang="en-US" dirty="0"/>
        </a:p>
      </dgm:t>
    </dgm:pt>
    <dgm:pt modelId="{9C9FE296-3792-4563-B8DD-6A7F0BE70A2B}" type="parTrans" cxnId="{6098F32C-1A67-4840-A1AA-A73A30222903}">
      <dgm:prSet/>
      <dgm:spPr/>
      <dgm:t>
        <a:bodyPr/>
        <a:lstStyle/>
        <a:p>
          <a:endParaRPr lang="en-US"/>
        </a:p>
      </dgm:t>
    </dgm:pt>
    <dgm:pt modelId="{813F2BC8-07CF-4C38-A2EF-6487A5C9CE28}" type="sibTrans" cxnId="{6098F32C-1A67-4840-A1AA-A73A30222903}">
      <dgm:prSet/>
      <dgm:spPr/>
      <dgm:t>
        <a:bodyPr/>
        <a:lstStyle/>
        <a:p>
          <a:endParaRPr lang="en-US"/>
        </a:p>
      </dgm:t>
    </dgm:pt>
    <dgm:pt modelId="{60F53F55-E4B3-42AD-A9F4-1ED197A3BC9A}">
      <dgm:prSet phldrT="[Text]"/>
      <dgm:spPr/>
      <dgm:t>
        <a:bodyPr/>
        <a:lstStyle/>
        <a:p>
          <a:r>
            <a:rPr lang="en-US" dirty="0" err="1"/>
            <a:t>ইনকিউবেটর</a:t>
          </a:r>
          <a:r>
            <a:rPr lang="en-US" dirty="0"/>
            <a:t> </a:t>
          </a:r>
          <a:r>
            <a:rPr lang="en-US" dirty="0" err="1"/>
            <a:t>পদ্ধতি</a:t>
          </a:r>
          <a:endParaRPr lang="en-US" dirty="0"/>
        </a:p>
      </dgm:t>
    </dgm:pt>
    <dgm:pt modelId="{F81EA33B-1B70-44CF-951F-D13452F64499}" type="parTrans" cxnId="{7D220F84-3E8E-4E66-805E-D0886A3023E5}">
      <dgm:prSet/>
      <dgm:spPr/>
      <dgm:t>
        <a:bodyPr/>
        <a:lstStyle/>
        <a:p>
          <a:endParaRPr lang="en-US"/>
        </a:p>
      </dgm:t>
    </dgm:pt>
    <dgm:pt modelId="{231B8C1F-0C96-4E6C-BB03-590EEE839DD5}" type="sibTrans" cxnId="{7D220F84-3E8E-4E66-805E-D0886A3023E5}">
      <dgm:prSet/>
      <dgm:spPr/>
      <dgm:t>
        <a:bodyPr/>
        <a:lstStyle/>
        <a:p>
          <a:endParaRPr lang="en-US"/>
        </a:p>
      </dgm:t>
    </dgm:pt>
    <dgm:pt modelId="{D02509A3-2BA8-487E-8778-C04C72E995E9}">
      <dgm:prSet phldrT="[Text]"/>
      <dgm:spPr/>
      <dgm:t>
        <a:bodyPr/>
        <a:lstStyle/>
        <a:p>
          <a:r>
            <a:rPr lang="en-US" dirty="0" err="1"/>
            <a:t>তুষ</a:t>
          </a:r>
          <a:r>
            <a:rPr lang="en-US" dirty="0"/>
            <a:t>, </a:t>
          </a:r>
          <a:r>
            <a:rPr lang="en-US" dirty="0" err="1"/>
            <a:t>তুলা</a:t>
          </a:r>
          <a:r>
            <a:rPr lang="en-US" dirty="0"/>
            <a:t> </a:t>
          </a:r>
          <a:r>
            <a:rPr lang="en-US" dirty="0" err="1"/>
            <a:t>পদ্ধতি</a:t>
          </a:r>
          <a:endParaRPr lang="en-US" dirty="0"/>
        </a:p>
      </dgm:t>
    </dgm:pt>
    <dgm:pt modelId="{71F1FB0C-71D6-411C-8FED-557A024610D0}" type="parTrans" cxnId="{46167DF4-7A64-4CB8-BB33-0077D976FC7A}">
      <dgm:prSet/>
      <dgm:spPr/>
      <dgm:t>
        <a:bodyPr/>
        <a:lstStyle/>
        <a:p>
          <a:endParaRPr lang="en-US"/>
        </a:p>
      </dgm:t>
    </dgm:pt>
    <dgm:pt modelId="{A058192B-0079-49FE-B319-5AD2E7154F55}" type="sibTrans" cxnId="{46167DF4-7A64-4CB8-BB33-0077D976FC7A}">
      <dgm:prSet/>
      <dgm:spPr/>
      <dgm:t>
        <a:bodyPr/>
        <a:lstStyle/>
        <a:p>
          <a:endParaRPr lang="en-US"/>
        </a:p>
      </dgm:t>
    </dgm:pt>
    <dgm:pt modelId="{137DA4AE-FE0F-4E6D-BC5C-FF5638FAB451}">
      <dgm:prSet phldrT="[Text]"/>
      <dgm:spPr/>
      <dgm:t>
        <a:bodyPr/>
        <a:lstStyle/>
        <a:p>
          <a:r>
            <a:rPr lang="en-US" dirty="0" err="1"/>
            <a:t>কেরোসিন</a:t>
          </a:r>
          <a:r>
            <a:rPr lang="en-US" dirty="0"/>
            <a:t>  </a:t>
          </a:r>
          <a:r>
            <a:rPr lang="en-US" dirty="0" err="1"/>
            <a:t>ইনকিউবেটর</a:t>
          </a:r>
          <a:endParaRPr lang="en-US" dirty="0"/>
        </a:p>
      </dgm:t>
    </dgm:pt>
    <dgm:pt modelId="{DAA9CD5A-263E-4FDC-8C35-5B6AB65F6B14}" type="parTrans" cxnId="{533B4877-94E9-4947-9727-7D6DD9370288}">
      <dgm:prSet/>
      <dgm:spPr/>
      <dgm:t>
        <a:bodyPr/>
        <a:lstStyle/>
        <a:p>
          <a:endParaRPr lang="en-US"/>
        </a:p>
      </dgm:t>
    </dgm:pt>
    <dgm:pt modelId="{FEC1422B-BD3E-4702-A18A-1E84A06F4CEB}" type="sibTrans" cxnId="{533B4877-94E9-4947-9727-7D6DD9370288}">
      <dgm:prSet/>
      <dgm:spPr/>
      <dgm:t>
        <a:bodyPr/>
        <a:lstStyle/>
        <a:p>
          <a:endParaRPr lang="en-US"/>
        </a:p>
      </dgm:t>
    </dgm:pt>
    <dgm:pt modelId="{7D0C55F5-7C51-466A-8BDC-B3DCF128003D}">
      <dgm:prSet phldrT="[Text]"/>
      <dgm:spPr/>
      <dgm:t>
        <a:bodyPr/>
        <a:lstStyle/>
        <a:p>
          <a:r>
            <a:rPr lang="en-US" dirty="0" err="1"/>
            <a:t>বৈদ্যুতিক</a:t>
          </a:r>
          <a:r>
            <a:rPr lang="en-US" dirty="0"/>
            <a:t> </a:t>
          </a:r>
          <a:r>
            <a:rPr lang="en-US" dirty="0" err="1"/>
            <a:t>ইনকিউবেটর</a:t>
          </a:r>
          <a:endParaRPr lang="en-US" dirty="0"/>
        </a:p>
      </dgm:t>
    </dgm:pt>
    <dgm:pt modelId="{5934F397-3243-4192-A3C9-FAFFFD449AB8}" type="parTrans" cxnId="{242DEF5E-0CBE-4630-AB1F-EA1DE1F1093B}">
      <dgm:prSet/>
      <dgm:spPr/>
      <dgm:t>
        <a:bodyPr/>
        <a:lstStyle/>
        <a:p>
          <a:endParaRPr lang="en-US"/>
        </a:p>
      </dgm:t>
    </dgm:pt>
    <dgm:pt modelId="{D9ED5F24-6FDD-4249-A5CC-3102217A52CE}" type="sibTrans" cxnId="{242DEF5E-0CBE-4630-AB1F-EA1DE1F1093B}">
      <dgm:prSet/>
      <dgm:spPr/>
      <dgm:t>
        <a:bodyPr/>
        <a:lstStyle/>
        <a:p>
          <a:endParaRPr lang="en-US"/>
        </a:p>
      </dgm:t>
    </dgm:pt>
    <dgm:pt modelId="{689310A2-D7BF-40FC-88F0-E00784637B63}" type="pres">
      <dgm:prSet presAssocID="{684690EF-CCD6-460D-A98F-3EDD5607B614}" presName="Name0" presStyleCnt="0">
        <dgm:presLayoutVars>
          <dgm:chPref val="1"/>
          <dgm:dir/>
          <dgm:animOne val="branch"/>
          <dgm:animLvl val="lvl"/>
          <dgm:resizeHandles val="exact"/>
        </dgm:presLayoutVars>
      </dgm:prSet>
      <dgm:spPr/>
    </dgm:pt>
    <dgm:pt modelId="{3D3E9D76-EF34-45AD-AB9F-D114D935AC54}" type="pres">
      <dgm:prSet presAssocID="{1EE674E9-0F7A-4F9A-913A-22DB6A53D1B1}" presName="root1" presStyleCnt="0"/>
      <dgm:spPr/>
    </dgm:pt>
    <dgm:pt modelId="{DC3EEE8C-580C-48C7-B659-7A82B97C147F}" type="pres">
      <dgm:prSet presAssocID="{1EE674E9-0F7A-4F9A-913A-22DB6A53D1B1}" presName="LevelOneTextNode" presStyleLbl="node0" presStyleIdx="0" presStyleCnt="1">
        <dgm:presLayoutVars>
          <dgm:chPref val="3"/>
        </dgm:presLayoutVars>
      </dgm:prSet>
      <dgm:spPr/>
    </dgm:pt>
    <dgm:pt modelId="{44522616-A2A2-4917-B823-2B3919EB8A72}" type="pres">
      <dgm:prSet presAssocID="{1EE674E9-0F7A-4F9A-913A-22DB6A53D1B1}" presName="level2hierChild" presStyleCnt="0"/>
      <dgm:spPr/>
    </dgm:pt>
    <dgm:pt modelId="{B60C9565-E020-4DE4-9916-30BD64051C45}" type="pres">
      <dgm:prSet presAssocID="{91E9DA79-8DF6-47EE-8ACF-79244D44BF6F}" presName="conn2-1" presStyleLbl="parChTrans1D2" presStyleIdx="0" presStyleCnt="2"/>
      <dgm:spPr/>
    </dgm:pt>
    <dgm:pt modelId="{21B3956D-2996-44CC-A413-57B9FF23438A}" type="pres">
      <dgm:prSet presAssocID="{91E9DA79-8DF6-47EE-8ACF-79244D44BF6F}" presName="connTx" presStyleLbl="parChTrans1D2" presStyleIdx="0" presStyleCnt="2"/>
      <dgm:spPr/>
    </dgm:pt>
    <dgm:pt modelId="{1D0F9989-26F6-44B4-9FE6-C8AF939C6DA3}" type="pres">
      <dgm:prSet presAssocID="{19932819-A096-4662-B8D3-78CCFC399A7D}" presName="root2" presStyleCnt="0"/>
      <dgm:spPr/>
    </dgm:pt>
    <dgm:pt modelId="{DF718DD3-EDA4-4FB4-9D28-FC07176E880B}" type="pres">
      <dgm:prSet presAssocID="{19932819-A096-4662-B8D3-78CCFC399A7D}" presName="LevelTwoTextNode" presStyleLbl="node2" presStyleIdx="0" presStyleCnt="2">
        <dgm:presLayoutVars>
          <dgm:chPref val="3"/>
        </dgm:presLayoutVars>
      </dgm:prSet>
      <dgm:spPr/>
    </dgm:pt>
    <dgm:pt modelId="{C56D5FE6-C5C2-4E23-9E58-EB5CF98B5E74}" type="pres">
      <dgm:prSet presAssocID="{19932819-A096-4662-B8D3-78CCFC399A7D}" presName="level3hierChild" presStyleCnt="0"/>
      <dgm:spPr/>
    </dgm:pt>
    <dgm:pt modelId="{20638837-8EC6-42D2-A703-22DDCCEB30DA}" type="pres">
      <dgm:prSet presAssocID="{9C9FE296-3792-4563-B8DD-6A7F0BE70A2B}" presName="conn2-1" presStyleLbl="parChTrans1D2" presStyleIdx="1" presStyleCnt="2"/>
      <dgm:spPr/>
    </dgm:pt>
    <dgm:pt modelId="{54AF626F-13FD-4A26-8E14-BC1DE82F2797}" type="pres">
      <dgm:prSet presAssocID="{9C9FE296-3792-4563-B8DD-6A7F0BE70A2B}" presName="connTx" presStyleLbl="parChTrans1D2" presStyleIdx="1" presStyleCnt="2"/>
      <dgm:spPr/>
    </dgm:pt>
    <dgm:pt modelId="{7D9D2A9F-DDF8-43EB-B2DC-5D0D84CBBDC1}" type="pres">
      <dgm:prSet presAssocID="{D9A68180-3C12-43D2-9B5B-69FF15951D03}" presName="root2" presStyleCnt="0"/>
      <dgm:spPr/>
    </dgm:pt>
    <dgm:pt modelId="{024B61BC-0815-4FAB-B08D-7F6B2EFEF431}" type="pres">
      <dgm:prSet presAssocID="{D9A68180-3C12-43D2-9B5B-69FF15951D03}" presName="LevelTwoTextNode" presStyleLbl="node2" presStyleIdx="1" presStyleCnt="2">
        <dgm:presLayoutVars>
          <dgm:chPref val="3"/>
        </dgm:presLayoutVars>
      </dgm:prSet>
      <dgm:spPr/>
    </dgm:pt>
    <dgm:pt modelId="{14F96989-1F86-40E9-A964-A8FC987AFA60}" type="pres">
      <dgm:prSet presAssocID="{D9A68180-3C12-43D2-9B5B-69FF15951D03}" presName="level3hierChild" presStyleCnt="0"/>
      <dgm:spPr/>
    </dgm:pt>
    <dgm:pt modelId="{74CF4261-EB9D-4261-9587-8F9AD5988432}" type="pres">
      <dgm:prSet presAssocID="{F81EA33B-1B70-44CF-951F-D13452F64499}" presName="conn2-1" presStyleLbl="parChTrans1D3" presStyleIdx="0" presStyleCnt="2"/>
      <dgm:spPr/>
    </dgm:pt>
    <dgm:pt modelId="{F61E3D48-ED23-4C32-AF87-DB63D89A66CF}" type="pres">
      <dgm:prSet presAssocID="{F81EA33B-1B70-44CF-951F-D13452F64499}" presName="connTx" presStyleLbl="parChTrans1D3" presStyleIdx="0" presStyleCnt="2"/>
      <dgm:spPr/>
    </dgm:pt>
    <dgm:pt modelId="{BBCF966F-C668-42D1-8219-EA1BF3D2B8F6}" type="pres">
      <dgm:prSet presAssocID="{60F53F55-E4B3-42AD-A9F4-1ED197A3BC9A}" presName="root2" presStyleCnt="0"/>
      <dgm:spPr/>
    </dgm:pt>
    <dgm:pt modelId="{5FB38A42-5D7A-45E4-912C-0C0B66D0B331}" type="pres">
      <dgm:prSet presAssocID="{60F53F55-E4B3-42AD-A9F4-1ED197A3BC9A}" presName="LevelTwoTextNode" presStyleLbl="node3" presStyleIdx="0" presStyleCnt="2">
        <dgm:presLayoutVars>
          <dgm:chPref val="3"/>
        </dgm:presLayoutVars>
      </dgm:prSet>
      <dgm:spPr/>
    </dgm:pt>
    <dgm:pt modelId="{48112C9D-1120-4C50-AAC3-513AEC1E4917}" type="pres">
      <dgm:prSet presAssocID="{60F53F55-E4B3-42AD-A9F4-1ED197A3BC9A}" presName="level3hierChild" presStyleCnt="0"/>
      <dgm:spPr/>
    </dgm:pt>
    <dgm:pt modelId="{4170E900-AB44-441E-87DF-592FFA660454}" type="pres">
      <dgm:prSet presAssocID="{DAA9CD5A-263E-4FDC-8C35-5B6AB65F6B14}" presName="conn2-1" presStyleLbl="parChTrans1D4" presStyleIdx="0" presStyleCnt="2"/>
      <dgm:spPr/>
    </dgm:pt>
    <dgm:pt modelId="{BF2CFF11-AC8D-4A9F-A1D1-2A4BB24E1306}" type="pres">
      <dgm:prSet presAssocID="{DAA9CD5A-263E-4FDC-8C35-5B6AB65F6B14}" presName="connTx" presStyleLbl="parChTrans1D4" presStyleIdx="0" presStyleCnt="2"/>
      <dgm:spPr/>
    </dgm:pt>
    <dgm:pt modelId="{03897475-05D4-4DDF-9E71-1A4324AB5139}" type="pres">
      <dgm:prSet presAssocID="{137DA4AE-FE0F-4E6D-BC5C-FF5638FAB451}" presName="root2" presStyleCnt="0"/>
      <dgm:spPr/>
    </dgm:pt>
    <dgm:pt modelId="{1B1887EC-A314-462E-B561-4A34A208824F}" type="pres">
      <dgm:prSet presAssocID="{137DA4AE-FE0F-4E6D-BC5C-FF5638FAB451}" presName="LevelTwoTextNode" presStyleLbl="node4" presStyleIdx="0" presStyleCnt="2">
        <dgm:presLayoutVars>
          <dgm:chPref val="3"/>
        </dgm:presLayoutVars>
      </dgm:prSet>
      <dgm:spPr/>
    </dgm:pt>
    <dgm:pt modelId="{C4084FAE-1081-46FB-9603-32698353A913}" type="pres">
      <dgm:prSet presAssocID="{137DA4AE-FE0F-4E6D-BC5C-FF5638FAB451}" presName="level3hierChild" presStyleCnt="0"/>
      <dgm:spPr/>
    </dgm:pt>
    <dgm:pt modelId="{689EAB13-3173-48EF-818C-BFCF584F2851}" type="pres">
      <dgm:prSet presAssocID="{5934F397-3243-4192-A3C9-FAFFFD449AB8}" presName="conn2-1" presStyleLbl="parChTrans1D4" presStyleIdx="1" presStyleCnt="2"/>
      <dgm:spPr/>
    </dgm:pt>
    <dgm:pt modelId="{60801C10-A8A7-44FA-847A-644F0D6244C1}" type="pres">
      <dgm:prSet presAssocID="{5934F397-3243-4192-A3C9-FAFFFD449AB8}" presName="connTx" presStyleLbl="parChTrans1D4" presStyleIdx="1" presStyleCnt="2"/>
      <dgm:spPr/>
    </dgm:pt>
    <dgm:pt modelId="{CB87FD6F-05BC-429F-9273-4C39590C216C}" type="pres">
      <dgm:prSet presAssocID="{7D0C55F5-7C51-466A-8BDC-B3DCF128003D}" presName="root2" presStyleCnt="0"/>
      <dgm:spPr/>
    </dgm:pt>
    <dgm:pt modelId="{0493AF23-5115-442E-99C0-C8D03054A503}" type="pres">
      <dgm:prSet presAssocID="{7D0C55F5-7C51-466A-8BDC-B3DCF128003D}" presName="LevelTwoTextNode" presStyleLbl="node4" presStyleIdx="1" presStyleCnt="2">
        <dgm:presLayoutVars>
          <dgm:chPref val="3"/>
        </dgm:presLayoutVars>
      </dgm:prSet>
      <dgm:spPr/>
    </dgm:pt>
    <dgm:pt modelId="{CFCA5872-6E92-4D67-8B01-5A192C97C572}" type="pres">
      <dgm:prSet presAssocID="{7D0C55F5-7C51-466A-8BDC-B3DCF128003D}" presName="level3hierChild" presStyleCnt="0"/>
      <dgm:spPr/>
    </dgm:pt>
    <dgm:pt modelId="{29E75252-4C5B-4DF5-BC75-20F710553773}" type="pres">
      <dgm:prSet presAssocID="{71F1FB0C-71D6-411C-8FED-557A024610D0}" presName="conn2-1" presStyleLbl="parChTrans1D3" presStyleIdx="1" presStyleCnt="2"/>
      <dgm:spPr/>
    </dgm:pt>
    <dgm:pt modelId="{F3197021-858C-4EC2-B0D3-0DBCFAF8C652}" type="pres">
      <dgm:prSet presAssocID="{71F1FB0C-71D6-411C-8FED-557A024610D0}" presName="connTx" presStyleLbl="parChTrans1D3" presStyleIdx="1" presStyleCnt="2"/>
      <dgm:spPr/>
    </dgm:pt>
    <dgm:pt modelId="{DCE70B77-7983-4B5F-A005-516CF014239C}" type="pres">
      <dgm:prSet presAssocID="{D02509A3-2BA8-487E-8778-C04C72E995E9}" presName="root2" presStyleCnt="0"/>
      <dgm:spPr/>
    </dgm:pt>
    <dgm:pt modelId="{AC5B630A-1507-471F-B46B-46B173731CA5}" type="pres">
      <dgm:prSet presAssocID="{D02509A3-2BA8-487E-8778-C04C72E995E9}" presName="LevelTwoTextNode" presStyleLbl="node3" presStyleIdx="1" presStyleCnt="2">
        <dgm:presLayoutVars>
          <dgm:chPref val="3"/>
        </dgm:presLayoutVars>
      </dgm:prSet>
      <dgm:spPr/>
    </dgm:pt>
    <dgm:pt modelId="{29BF055D-6549-4451-A80E-51DD33B1200F}" type="pres">
      <dgm:prSet presAssocID="{D02509A3-2BA8-487E-8778-C04C72E995E9}" presName="level3hierChild" presStyleCnt="0"/>
      <dgm:spPr/>
    </dgm:pt>
  </dgm:ptLst>
  <dgm:cxnLst>
    <dgm:cxn modelId="{B2EA6329-0552-4B18-9518-B65B43F2947D}" srcId="{684690EF-CCD6-460D-A98F-3EDD5607B614}" destId="{1EE674E9-0F7A-4F9A-913A-22DB6A53D1B1}" srcOrd="0" destOrd="0" parTransId="{8076F6BA-E6B4-48EB-AC7B-3511D5E33074}" sibTransId="{72BDAAFE-B574-4082-9F29-FB92FD8244B4}"/>
    <dgm:cxn modelId="{6098F32C-1A67-4840-A1AA-A73A30222903}" srcId="{1EE674E9-0F7A-4F9A-913A-22DB6A53D1B1}" destId="{D9A68180-3C12-43D2-9B5B-69FF15951D03}" srcOrd="1" destOrd="0" parTransId="{9C9FE296-3792-4563-B8DD-6A7F0BE70A2B}" sibTransId="{813F2BC8-07CF-4C38-A2EF-6487A5C9CE28}"/>
    <dgm:cxn modelId="{F696B72D-2657-4EE9-83C8-EA81FA251110}" type="presOf" srcId="{9C9FE296-3792-4563-B8DD-6A7F0BE70A2B}" destId="{20638837-8EC6-42D2-A703-22DDCCEB30DA}" srcOrd="0" destOrd="0" presId="urn:microsoft.com/office/officeart/2008/layout/HorizontalMultiLevelHierarchy"/>
    <dgm:cxn modelId="{31417F2E-9486-4C65-B4AB-1897407BA945}" type="presOf" srcId="{137DA4AE-FE0F-4E6D-BC5C-FF5638FAB451}" destId="{1B1887EC-A314-462E-B561-4A34A208824F}" srcOrd="0" destOrd="0" presId="urn:microsoft.com/office/officeart/2008/layout/HorizontalMultiLevelHierarchy"/>
    <dgm:cxn modelId="{9A462532-22B9-41E2-9D01-326B18596A88}" type="presOf" srcId="{7D0C55F5-7C51-466A-8BDC-B3DCF128003D}" destId="{0493AF23-5115-442E-99C0-C8D03054A503}" srcOrd="0" destOrd="0" presId="urn:microsoft.com/office/officeart/2008/layout/HorizontalMultiLevelHierarchy"/>
    <dgm:cxn modelId="{17BD8936-8B1B-4D3B-A324-1B8805BB16DA}" type="presOf" srcId="{19932819-A096-4662-B8D3-78CCFC399A7D}" destId="{DF718DD3-EDA4-4FB4-9D28-FC07176E880B}" srcOrd="0" destOrd="0" presId="urn:microsoft.com/office/officeart/2008/layout/HorizontalMultiLevelHierarchy"/>
    <dgm:cxn modelId="{242DEF5E-0CBE-4630-AB1F-EA1DE1F1093B}" srcId="{60F53F55-E4B3-42AD-A9F4-1ED197A3BC9A}" destId="{7D0C55F5-7C51-466A-8BDC-B3DCF128003D}" srcOrd="1" destOrd="0" parTransId="{5934F397-3243-4192-A3C9-FAFFFD449AB8}" sibTransId="{D9ED5F24-6FDD-4249-A5CC-3102217A52CE}"/>
    <dgm:cxn modelId="{5334E443-ECD9-4799-B2B2-9074DCAEA198}" type="presOf" srcId="{D02509A3-2BA8-487E-8778-C04C72E995E9}" destId="{AC5B630A-1507-471F-B46B-46B173731CA5}" srcOrd="0" destOrd="0" presId="urn:microsoft.com/office/officeart/2008/layout/HorizontalMultiLevelHierarchy"/>
    <dgm:cxn modelId="{13F0D646-3333-41AE-86ED-FBEA1D4786D5}" type="presOf" srcId="{9C9FE296-3792-4563-B8DD-6A7F0BE70A2B}" destId="{54AF626F-13FD-4A26-8E14-BC1DE82F2797}" srcOrd="1" destOrd="0" presId="urn:microsoft.com/office/officeart/2008/layout/HorizontalMultiLevelHierarchy"/>
    <dgm:cxn modelId="{3AFD9F48-013F-4338-BF71-A4C5BE9A11E6}" type="presOf" srcId="{D9A68180-3C12-43D2-9B5B-69FF15951D03}" destId="{024B61BC-0815-4FAB-B08D-7F6B2EFEF431}" srcOrd="0" destOrd="0" presId="urn:microsoft.com/office/officeart/2008/layout/HorizontalMultiLevelHierarchy"/>
    <dgm:cxn modelId="{533B4877-94E9-4947-9727-7D6DD9370288}" srcId="{60F53F55-E4B3-42AD-A9F4-1ED197A3BC9A}" destId="{137DA4AE-FE0F-4E6D-BC5C-FF5638FAB451}" srcOrd="0" destOrd="0" parTransId="{DAA9CD5A-263E-4FDC-8C35-5B6AB65F6B14}" sibTransId="{FEC1422B-BD3E-4702-A18A-1E84A06F4CEB}"/>
    <dgm:cxn modelId="{B674CE7E-E677-4AEB-BD2F-91B1C653FAA2}" type="presOf" srcId="{91E9DA79-8DF6-47EE-8ACF-79244D44BF6F}" destId="{B60C9565-E020-4DE4-9916-30BD64051C45}" srcOrd="0" destOrd="0" presId="urn:microsoft.com/office/officeart/2008/layout/HorizontalMultiLevelHierarchy"/>
    <dgm:cxn modelId="{7D220F84-3E8E-4E66-805E-D0886A3023E5}" srcId="{D9A68180-3C12-43D2-9B5B-69FF15951D03}" destId="{60F53F55-E4B3-42AD-A9F4-1ED197A3BC9A}" srcOrd="0" destOrd="0" parTransId="{F81EA33B-1B70-44CF-951F-D13452F64499}" sibTransId="{231B8C1F-0C96-4E6C-BB03-590EEE839DD5}"/>
    <dgm:cxn modelId="{555C6895-1924-4B65-8122-87094955124C}" type="presOf" srcId="{5934F397-3243-4192-A3C9-FAFFFD449AB8}" destId="{689EAB13-3173-48EF-818C-BFCF584F2851}" srcOrd="0" destOrd="0" presId="urn:microsoft.com/office/officeart/2008/layout/HorizontalMultiLevelHierarchy"/>
    <dgm:cxn modelId="{A3B77BA4-CF3D-4972-AF0E-C4212B84F15B}" type="presOf" srcId="{71F1FB0C-71D6-411C-8FED-557A024610D0}" destId="{29E75252-4C5B-4DF5-BC75-20F710553773}" srcOrd="0" destOrd="0" presId="urn:microsoft.com/office/officeart/2008/layout/HorizontalMultiLevelHierarchy"/>
    <dgm:cxn modelId="{6BE1FBA7-02F1-4EC2-BE64-BC0813ED48B4}" type="presOf" srcId="{5934F397-3243-4192-A3C9-FAFFFD449AB8}" destId="{60801C10-A8A7-44FA-847A-644F0D6244C1}" srcOrd="1" destOrd="0" presId="urn:microsoft.com/office/officeart/2008/layout/HorizontalMultiLevelHierarchy"/>
    <dgm:cxn modelId="{C8B6B4AF-726B-4336-AD6C-BB6F07BE5F53}" type="presOf" srcId="{DAA9CD5A-263E-4FDC-8C35-5B6AB65F6B14}" destId="{4170E900-AB44-441E-87DF-592FFA660454}" srcOrd="0" destOrd="0" presId="urn:microsoft.com/office/officeart/2008/layout/HorizontalMultiLevelHierarchy"/>
    <dgm:cxn modelId="{9CF3C5AF-70CF-46FB-93EB-7341FA36204A}" type="presOf" srcId="{684690EF-CCD6-460D-A98F-3EDD5607B614}" destId="{689310A2-D7BF-40FC-88F0-E00784637B63}" srcOrd="0" destOrd="0" presId="urn:microsoft.com/office/officeart/2008/layout/HorizontalMultiLevelHierarchy"/>
    <dgm:cxn modelId="{FEE6A7B7-F9D9-4293-B4A9-7885D42E1CBA}" type="presOf" srcId="{91E9DA79-8DF6-47EE-8ACF-79244D44BF6F}" destId="{21B3956D-2996-44CC-A413-57B9FF23438A}" srcOrd="1" destOrd="0" presId="urn:microsoft.com/office/officeart/2008/layout/HorizontalMultiLevelHierarchy"/>
    <dgm:cxn modelId="{FCA2ADB8-4E0C-449A-9BB9-7C7F06F5D013}" type="presOf" srcId="{F81EA33B-1B70-44CF-951F-D13452F64499}" destId="{F61E3D48-ED23-4C32-AF87-DB63D89A66CF}" srcOrd="1" destOrd="0" presId="urn:microsoft.com/office/officeart/2008/layout/HorizontalMultiLevelHierarchy"/>
    <dgm:cxn modelId="{82DF21BD-F5CE-4951-BF4A-982297925923}" type="presOf" srcId="{71F1FB0C-71D6-411C-8FED-557A024610D0}" destId="{F3197021-858C-4EC2-B0D3-0DBCFAF8C652}" srcOrd="1" destOrd="0" presId="urn:microsoft.com/office/officeart/2008/layout/HorizontalMultiLevelHierarchy"/>
    <dgm:cxn modelId="{461987C0-2D72-47DD-970C-E89430BB99A2}" srcId="{1EE674E9-0F7A-4F9A-913A-22DB6A53D1B1}" destId="{19932819-A096-4662-B8D3-78CCFC399A7D}" srcOrd="0" destOrd="0" parTransId="{91E9DA79-8DF6-47EE-8ACF-79244D44BF6F}" sibTransId="{3CCF4CE4-1458-4811-9802-772BD96FE278}"/>
    <dgm:cxn modelId="{D91244C3-4773-410F-A78F-A7A63B9466F9}" type="presOf" srcId="{DAA9CD5A-263E-4FDC-8C35-5B6AB65F6B14}" destId="{BF2CFF11-AC8D-4A9F-A1D1-2A4BB24E1306}" srcOrd="1" destOrd="0" presId="urn:microsoft.com/office/officeart/2008/layout/HorizontalMultiLevelHierarchy"/>
    <dgm:cxn modelId="{B25ABCC3-4C91-4166-82A2-0E4B7A317B4D}" type="presOf" srcId="{F81EA33B-1B70-44CF-951F-D13452F64499}" destId="{74CF4261-EB9D-4261-9587-8F9AD5988432}" srcOrd="0" destOrd="0" presId="urn:microsoft.com/office/officeart/2008/layout/HorizontalMultiLevelHierarchy"/>
    <dgm:cxn modelId="{88C80BDC-8082-44D0-95B0-56FCB296C423}" type="presOf" srcId="{60F53F55-E4B3-42AD-A9F4-1ED197A3BC9A}" destId="{5FB38A42-5D7A-45E4-912C-0C0B66D0B331}" srcOrd="0" destOrd="0" presId="urn:microsoft.com/office/officeart/2008/layout/HorizontalMultiLevelHierarchy"/>
    <dgm:cxn modelId="{F26EFFF0-C1E6-4E1F-9F89-470903A70234}" type="presOf" srcId="{1EE674E9-0F7A-4F9A-913A-22DB6A53D1B1}" destId="{DC3EEE8C-580C-48C7-B659-7A82B97C147F}" srcOrd="0" destOrd="0" presId="urn:microsoft.com/office/officeart/2008/layout/HorizontalMultiLevelHierarchy"/>
    <dgm:cxn modelId="{46167DF4-7A64-4CB8-BB33-0077D976FC7A}" srcId="{D9A68180-3C12-43D2-9B5B-69FF15951D03}" destId="{D02509A3-2BA8-487E-8778-C04C72E995E9}" srcOrd="1" destOrd="0" parTransId="{71F1FB0C-71D6-411C-8FED-557A024610D0}" sibTransId="{A058192B-0079-49FE-B319-5AD2E7154F55}"/>
    <dgm:cxn modelId="{51CD3E1B-D67C-4983-9867-9A180E5ADD54}" type="presParOf" srcId="{689310A2-D7BF-40FC-88F0-E00784637B63}" destId="{3D3E9D76-EF34-45AD-AB9F-D114D935AC54}" srcOrd="0" destOrd="0" presId="urn:microsoft.com/office/officeart/2008/layout/HorizontalMultiLevelHierarchy"/>
    <dgm:cxn modelId="{D5AAFC71-7D5A-4517-B0DD-42E057DA3F7B}" type="presParOf" srcId="{3D3E9D76-EF34-45AD-AB9F-D114D935AC54}" destId="{DC3EEE8C-580C-48C7-B659-7A82B97C147F}" srcOrd="0" destOrd="0" presId="urn:microsoft.com/office/officeart/2008/layout/HorizontalMultiLevelHierarchy"/>
    <dgm:cxn modelId="{794C56F3-95CC-4EC3-AEEC-FB1326B2DA84}" type="presParOf" srcId="{3D3E9D76-EF34-45AD-AB9F-D114D935AC54}" destId="{44522616-A2A2-4917-B823-2B3919EB8A72}" srcOrd="1" destOrd="0" presId="urn:microsoft.com/office/officeart/2008/layout/HorizontalMultiLevelHierarchy"/>
    <dgm:cxn modelId="{4E26145F-8406-46FA-AEA0-6528C842EEE4}" type="presParOf" srcId="{44522616-A2A2-4917-B823-2B3919EB8A72}" destId="{B60C9565-E020-4DE4-9916-30BD64051C45}" srcOrd="0" destOrd="0" presId="urn:microsoft.com/office/officeart/2008/layout/HorizontalMultiLevelHierarchy"/>
    <dgm:cxn modelId="{6FA4E051-838A-4CE6-80C5-4C4F7B5A5687}" type="presParOf" srcId="{B60C9565-E020-4DE4-9916-30BD64051C45}" destId="{21B3956D-2996-44CC-A413-57B9FF23438A}" srcOrd="0" destOrd="0" presId="urn:microsoft.com/office/officeart/2008/layout/HorizontalMultiLevelHierarchy"/>
    <dgm:cxn modelId="{BDB183FF-9472-4549-8717-B56986585B84}" type="presParOf" srcId="{44522616-A2A2-4917-B823-2B3919EB8A72}" destId="{1D0F9989-26F6-44B4-9FE6-C8AF939C6DA3}" srcOrd="1" destOrd="0" presId="urn:microsoft.com/office/officeart/2008/layout/HorizontalMultiLevelHierarchy"/>
    <dgm:cxn modelId="{D93B96F1-6670-4168-8388-C3BC2659EB52}" type="presParOf" srcId="{1D0F9989-26F6-44B4-9FE6-C8AF939C6DA3}" destId="{DF718DD3-EDA4-4FB4-9D28-FC07176E880B}" srcOrd="0" destOrd="0" presId="urn:microsoft.com/office/officeart/2008/layout/HorizontalMultiLevelHierarchy"/>
    <dgm:cxn modelId="{0A6201B3-277F-4C23-979F-93CF11F63FA1}" type="presParOf" srcId="{1D0F9989-26F6-44B4-9FE6-C8AF939C6DA3}" destId="{C56D5FE6-C5C2-4E23-9E58-EB5CF98B5E74}" srcOrd="1" destOrd="0" presId="urn:microsoft.com/office/officeart/2008/layout/HorizontalMultiLevelHierarchy"/>
    <dgm:cxn modelId="{FDC62719-AE6D-4D0E-9FF4-86C8BD8AD1E8}" type="presParOf" srcId="{44522616-A2A2-4917-B823-2B3919EB8A72}" destId="{20638837-8EC6-42D2-A703-22DDCCEB30DA}" srcOrd="2" destOrd="0" presId="urn:microsoft.com/office/officeart/2008/layout/HorizontalMultiLevelHierarchy"/>
    <dgm:cxn modelId="{4711CB54-BBFA-4D71-B87D-0297B495CFC4}" type="presParOf" srcId="{20638837-8EC6-42D2-A703-22DDCCEB30DA}" destId="{54AF626F-13FD-4A26-8E14-BC1DE82F2797}" srcOrd="0" destOrd="0" presId="urn:microsoft.com/office/officeart/2008/layout/HorizontalMultiLevelHierarchy"/>
    <dgm:cxn modelId="{AE473375-09BB-40AE-8ED9-A5F10D7B0B70}" type="presParOf" srcId="{44522616-A2A2-4917-B823-2B3919EB8A72}" destId="{7D9D2A9F-DDF8-43EB-B2DC-5D0D84CBBDC1}" srcOrd="3" destOrd="0" presId="urn:microsoft.com/office/officeart/2008/layout/HorizontalMultiLevelHierarchy"/>
    <dgm:cxn modelId="{BF58B56E-E267-41DC-8F2D-12DC0EC2469B}" type="presParOf" srcId="{7D9D2A9F-DDF8-43EB-B2DC-5D0D84CBBDC1}" destId="{024B61BC-0815-4FAB-B08D-7F6B2EFEF431}" srcOrd="0" destOrd="0" presId="urn:microsoft.com/office/officeart/2008/layout/HorizontalMultiLevelHierarchy"/>
    <dgm:cxn modelId="{A93D179F-8ED6-46A8-BDD6-68A79CD788A3}" type="presParOf" srcId="{7D9D2A9F-DDF8-43EB-B2DC-5D0D84CBBDC1}" destId="{14F96989-1F86-40E9-A964-A8FC987AFA60}" srcOrd="1" destOrd="0" presId="urn:microsoft.com/office/officeart/2008/layout/HorizontalMultiLevelHierarchy"/>
    <dgm:cxn modelId="{FE0FB60C-CB2E-49B7-B35E-018D335F7036}" type="presParOf" srcId="{14F96989-1F86-40E9-A964-A8FC987AFA60}" destId="{74CF4261-EB9D-4261-9587-8F9AD5988432}" srcOrd="0" destOrd="0" presId="urn:microsoft.com/office/officeart/2008/layout/HorizontalMultiLevelHierarchy"/>
    <dgm:cxn modelId="{03DC5C3E-8EDC-4062-8FBD-37DABA81CD15}" type="presParOf" srcId="{74CF4261-EB9D-4261-9587-8F9AD5988432}" destId="{F61E3D48-ED23-4C32-AF87-DB63D89A66CF}" srcOrd="0" destOrd="0" presId="urn:microsoft.com/office/officeart/2008/layout/HorizontalMultiLevelHierarchy"/>
    <dgm:cxn modelId="{73DB7F34-012C-4805-A980-1B06BD245B34}" type="presParOf" srcId="{14F96989-1F86-40E9-A964-A8FC987AFA60}" destId="{BBCF966F-C668-42D1-8219-EA1BF3D2B8F6}" srcOrd="1" destOrd="0" presId="urn:microsoft.com/office/officeart/2008/layout/HorizontalMultiLevelHierarchy"/>
    <dgm:cxn modelId="{0B5D327F-72B8-448E-B1A3-E7D92FB7F92E}" type="presParOf" srcId="{BBCF966F-C668-42D1-8219-EA1BF3D2B8F6}" destId="{5FB38A42-5D7A-45E4-912C-0C0B66D0B331}" srcOrd="0" destOrd="0" presId="urn:microsoft.com/office/officeart/2008/layout/HorizontalMultiLevelHierarchy"/>
    <dgm:cxn modelId="{3333066A-64EA-4B00-8BFF-C0C739FCE58A}" type="presParOf" srcId="{BBCF966F-C668-42D1-8219-EA1BF3D2B8F6}" destId="{48112C9D-1120-4C50-AAC3-513AEC1E4917}" srcOrd="1" destOrd="0" presId="urn:microsoft.com/office/officeart/2008/layout/HorizontalMultiLevelHierarchy"/>
    <dgm:cxn modelId="{A472E9A4-6DDA-4D01-8B46-FB1A5E32851C}" type="presParOf" srcId="{48112C9D-1120-4C50-AAC3-513AEC1E4917}" destId="{4170E900-AB44-441E-87DF-592FFA660454}" srcOrd="0" destOrd="0" presId="urn:microsoft.com/office/officeart/2008/layout/HorizontalMultiLevelHierarchy"/>
    <dgm:cxn modelId="{83128278-77BF-4EDC-A666-10EBC0F74F18}" type="presParOf" srcId="{4170E900-AB44-441E-87DF-592FFA660454}" destId="{BF2CFF11-AC8D-4A9F-A1D1-2A4BB24E1306}" srcOrd="0" destOrd="0" presId="urn:microsoft.com/office/officeart/2008/layout/HorizontalMultiLevelHierarchy"/>
    <dgm:cxn modelId="{AB05D915-9B2B-4E28-9404-02C9BDDE4FC6}" type="presParOf" srcId="{48112C9D-1120-4C50-AAC3-513AEC1E4917}" destId="{03897475-05D4-4DDF-9E71-1A4324AB5139}" srcOrd="1" destOrd="0" presId="urn:microsoft.com/office/officeart/2008/layout/HorizontalMultiLevelHierarchy"/>
    <dgm:cxn modelId="{F9A55E98-1426-463A-B5AA-25BF8DB6900A}" type="presParOf" srcId="{03897475-05D4-4DDF-9E71-1A4324AB5139}" destId="{1B1887EC-A314-462E-B561-4A34A208824F}" srcOrd="0" destOrd="0" presId="urn:microsoft.com/office/officeart/2008/layout/HorizontalMultiLevelHierarchy"/>
    <dgm:cxn modelId="{3A2A2249-17C2-4C41-9B93-81D45F8CC6A9}" type="presParOf" srcId="{03897475-05D4-4DDF-9E71-1A4324AB5139}" destId="{C4084FAE-1081-46FB-9603-32698353A913}" srcOrd="1" destOrd="0" presId="urn:microsoft.com/office/officeart/2008/layout/HorizontalMultiLevelHierarchy"/>
    <dgm:cxn modelId="{B02A4E69-5FDC-46BB-8616-9761B9A8AC70}" type="presParOf" srcId="{48112C9D-1120-4C50-AAC3-513AEC1E4917}" destId="{689EAB13-3173-48EF-818C-BFCF584F2851}" srcOrd="2" destOrd="0" presId="urn:microsoft.com/office/officeart/2008/layout/HorizontalMultiLevelHierarchy"/>
    <dgm:cxn modelId="{5B9C57DE-A912-4B8C-B1B2-FC4AD1D6A4F2}" type="presParOf" srcId="{689EAB13-3173-48EF-818C-BFCF584F2851}" destId="{60801C10-A8A7-44FA-847A-644F0D6244C1}" srcOrd="0" destOrd="0" presId="urn:microsoft.com/office/officeart/2008/layout/HorizontalMultiLevelHierarchy"/>
    <dgm:cxn modelId="{5FA1AE54-66F5-411B-A2C1-B6ED9C317AF2}" type="presParOf" srcId="{48112C9D-1120-4C50-AAC3-513AEC1E4917}" destId="{CB87FD6F-05BC-429F-9273-4C39590C216C}" srcOrd="3" destOrd="0" presId="urn:microsoft.com/office/officeart/2008/layout/HorizontalMultiLevelHierarchy"/>
    <dgm:cxn modelId="{3E954CE0-09B9-49A2-935D-182C0B101064}" type="presParOf" srcId="{CB87FD6F-05BC-429F-9273-4C39590C216C}" destId="{0493AF23-5115-442E-99C0-C8D03054A503}" srcOrd="0" destOrd="0" presId="urn:microsoft.com/office/officeart/2008/layout/HorizontalMultiLevelHierarchy"/>
    <dgm:cxn modelId="{36B5AFC2-1C9A-49F5-A89A-9F0D13AAC03B}" type="presParOf" srcId="{CB87FD6F-05BC-429F-9273-4C39590C216C}" destId="{CFCA5872-6E92-4D67-8B01-5A192C97C572}" srcOrd="1" destOrd="0" presId="urn:microsoft.com/office/officeart/2008/layout/HorizontalMultiLevelHierarchy"/>
    <dgm:cxn modelId="{68AA914B-2CA7-46DC-B93A-9841EEFB8E38}" type="presParOf" srcId="{14F96989-1F86-40E9-A964-A8FC987AFA60}" destId="{29E75252-4C5B-4DF5-BC75-20F710553773}" srcOrd="2" destOrd="0" presId="urn:microsoft.com/office/officeart/2008/layout/HorizontalMultiLevelHierarchy"/>
    <dgm:cxn modelId="{7E7E67F4-5B06-492E-A85D-1B11F50DEF64}" type="presParOf" srcId="{29E75252-4C5B-4DF5-BC75-20F710553773}" destId="{F3197021-858C-4EC2-B0D3-0DBCFAF8C652}" srcOrd="0" destOrd="0" presId="urn:microsoft.com/office/officeart/2008/layout/HorizontalMultiLevelHierarchy"/>
    <dgm:cxn modelId="{FAB471C1-F846-4D0B-AB8D-9A0B32B720B9}" type="presParOf" srcId="{14F96989-1F86-40E9-A964-A8FC987AFA60}" destId="{DCE70B77-7983-4B5F-A005-516CF014239C}" srcOrd="3" destOrd="0" presId="urn:microsoft.com/office/officeart/2008/layout/HorizontalMultiLevelHierarchy"/>
    <dgm:cxn modelId="{DFCDC127-FC5D-4701-ACE3-BEA1102B3E61}" type="presParOf" srcId="{DCE70B77-7983-4B5F-A005-516CF014239C}" destId="{AC5B630A-1507-471F-B46B-46B173731CA5}" srcOrd="0" destOrd="0" presId="urn:microsoft.com/office/officeart/2008/layout/HorizontalMultiLevelHierarchy"/>
    <dgm:cxn modelId="{72D2CD81-7893-4DE5-AFAA-83C937F3D4BE}" type="presParOf" srcId="{DCE70B77-7983-4B5F-A005-516CF014239C}" destId="{29BF055D-6549-4451-A80E-51DD33B1200F}"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4690EF-CCD6-460D-A98F-3EDD5607B61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87455451-27D3-4DF7-A054-0F7990B89B20}">
      <dgm:prSet/>
      <dgm:spPr/>
      <dgm:t>
        <a:bodyPr/>
        <a:lstStyle/>
        <a:p>
          <a:r>
            <a:rPr lang="en-US" dirty="0" err="1"/>
            <a:t>মুরগী</a:t>
          </a:r>
          <a:r>
            <a:rPr lang="en-US" dirty="0"/>
            <a:t> </a:t>
          </a:r>
          <a:r>
            <a:rPr lang="en-US" dirty="0" err="1"/>
            <a:t>পালন</a:t>
          </a:r>
          <a:endParaRPr lang="en-US" dirty="0"/>
        </a:p>
      </dgm:t>
    </dgm:pt>
    <dgm:pt modelId="{2F401C87-F2DC-4E41-82A7-D838A48F9D56}" type="parTrans" cxnId="{41D5432A-2C25-4877-A53A-F6428DB39D6C}">
      <dgm:prSet/>
      <dgm:spPr/>
      <dgm:t>
        <a:bodyPr/>
        <a:lstStyle/>
        <a:p>
          <a:endParaRPr lang="en-US"/>
        </a:p>
      </dgm:t>
    </dgm:pt>
    <dgm:pt modelId="{15872D87-2270-4C7E-A3AC-2283134AA384}" type="sibTrans" cxnId="{41D5432A-2C25-4877-A53A-F6428DB39D6C}">
      <dgm:prSet/>
      <dgm:spPr/>
      <dgm:t>
        <a:bodyPr/>
        <a:lstStyle/>
        <a:p>
          <a:endParaRPr lang="en-US"/>
        </a:p>
      </dgm:t>
    </dgm:pt>
    <dgm:pt modelId="{39AC4C8D-463F-451E-984B-35AB254DEAB2}">
      <dgm:prSet/>
      <dgm:spPr/>
      <dgm:t>
        <a:bodyPr/>
        <a:lstStyle/>
        <a:p>
          <a:r>
            <a:rPr lang="en-US" dirty="0" err="1"/>
            <a:t>মুক্তপালন</a:t>
          </a:r>
          <a:endParaRPr lang="en-US" dirty="0"/>
        </a:p>
      </dgm:t>
    </dgm:pt>
    <dgm:pt modelId="{D0F815A6-D4B8-4742-8E97-BB171720E3C6}" type="parTrans" cxnId="{3E8D1874-9786-481B-80F4-A22CE49811EF}">
      <dgm:prSet/>
      <dgm:spPr/>
      <dgm:t>
        <a:bodyPr/>
        <a:lstStyle/>
        <a:p>
          <a:endParaRPr lang="en-US"/>
        </a:p>
      </dgm:t>
    </dgm:pt>
    <dgm:pt modelId="{65D4DBCF-F85D-44B6-B060-783B9F309058}" type="sibTrans" cxnId="{3E8D1874-9786-481B-80F4-A22CE49811EF}">
      <dgm:prSet/>
      <dgm:spPr/>
      <dgm:t>
        <a:bodyPr/>
        <a:lstStyle/>
        <a:p>
          <a:endParaRPr lang="en-US"/>
        </a:p>
      </dgm:t>
    </dgm:pt>
    <dgm:pt modelId="{05AD45EF-91BB-4678-A472-6234E625D4F8}">
      <dgm:prSet/>
      <dgm:spPr/>
      <dgm:t>
        <a:bodyPr/>
        <a:lstStyle/>
        <a:p>
          <a:r>
            <a:rPr lang="en-US" dirty="0" err="1"/>
            <a:t>অর্ধমুক্ত</a:t>
          </a:r>
          <a:r>
            <a:rPr lang="en-US" dirty="0"/>
            <a:t> </a:t>
          </a:r>
          <a:r>
            <a:rPr lang="en-US" dirty="0" err="1"/>
            <a:t>পালন</a:t>
          </a:r>
          <a:endParaRPr lang="en-US" dirty="0"/>
        </a:p>
      </dgm:t>
    </dgm:pt>
    <dgm:pt modelId="{9DC015E1-5664-4698-88B5-1209C907F6D7}" type="parTrans" cxnId="{7A690FF3-5DD4-49A7-BF41-88DE409B1AB3}">
      <dgm:prSet/>
      <dgm:spPr/>
      <dgm:t>
        <a:bodyPr/>
        <a:lstStyle/>
        <a:p>
          <a:endParaRPr lang="en-US"/>
        </a:p>
      </dgm:t>
    </dgm:pt>
    <dgm:pt modelId="{E206079B-FAF2-454D-B54B-1CC79E349DF1}" type="sibTrans" cxnId="{7A690FF3-5DD4-49A7-BF41-88DE409B1AB3}">
      <dgm:prSet/>
      <dgm:spPr/>
      <dgm:t>
        <a:bodyPr/>
        <a:lstStyle/>
        <a:p>
          <a:endParaRPr lang="en-US"/>
        </a:p>
      </dgm:t>
    </dgm:pt>
    <dgm:pt modelId="{98E151DD-12AF-44AB-850C-AE771992D97F}">
      <dgm:prSet/>
      <dgm:spPr/>
      <dgm:t>
        <a:bodyPr/>
        <a:lstStyle/>
        <a:p>
          <a:r>
            <a:rPr lang="en-US" dirty="0" err="1"/>
            <a:t>আবদ্ধ</a:t>
          </a:r>
          <a:r>
            <a:rPr lang="en-US" dirty="0"/>
            <a:t> </a:t>
          </a:r>
          <a:r>
            <a:rPr lang="en-US" dirty="0" err="1"/>
            <a:t>পালন</a:t>
          </a:r>
          <a:endParaRPr lang="en-US" dirty="0"/>
        </a:p>
      </dgm:t>
    </dgm:pt>
    <dgm:pt modelId="{5D2949DF-D367-4B5A-B40A-B98F89C241E4}" type="parTrans" cxnId="{9BEA25A2-58C7-4700-B6BA-9E0707041506}">
      <dgm:prSet/>
      <dgm:spPr/>
      <dgm:t>
        <a:bodyPr/>
        <a:lstStyle/>
        <a:p>
          <a:endParaRPr lang="en-US"/>
        </a:p>
      </dgm:t>
    </dgm:pt>
    <dgm:pt modelId="{130DBAA0-8B96-42B2-AE92-CE783AAB868E}" type="sibTrans" cxnId="{9BEA25A2-58C7-4700-B6BA-9E0707041506}">
      <dgm:prSet/>
      <dgm:spPr/>
      <dgm:t>
        <a:bodyPr/>
        <a:lstStyle/>
        <a:p>
          <a:endParaRPr lang="en-US"/>
        </a:p>
      </dgm:t>
    </dgm:pt>
    <dgm:pt modelId="{D5713AC9-CB7D-4AEF-94F9-6CFD39C243A9}">
      <dgm:prSet/>
      <dgm:spPr/>
      <dgm:t>
        <a:bodyPr/>
        <a:lstStyle/>
        <a:p>
          <a:r>
            <a:rPr lang="bn-IN" dirty="0"/>
            <a:t>লিটার পদ্ধতি/মাচায়</a:t>
          </a:r>
          <a:endParaRPr lang="en-US" dirty="0"/>
        </a:p>
      </dgm:t>
    </dgm:pt>
    <dgm:pt modelId="{48B28B0E-05DC-4596-A699-245C4414ACCB}" type="parTrans" cxnId="{80DD380D-0E8D-41F3-AE61-86F9414E1AE4}">
      <dgm:prSet/>
      <dgm:spPr/>
      <dgm:t>
        <a:bodyPr/>
        <a:lstStyle/>
        <a:p>
          <a:endParaRPr lang="en-US"/>
        </a:p>
      </dgm:t>
    </dgm:pt>
    <dgm:pt modelId="{2C39F6F8-6112-4BFB-BC6F-BB7570CD978F}" type="sibTrans" cxnId="{80DD380D-0E8D-41F3-AE61-86F9414E1AE4}">
      <dgm:prSet/>
      <dgm:spPr/>
      <dgm:t>
        <a:bodyPr/>
        <a:lstStyle/>
        <a:p>
          <a:endParaRPr lang="en-US"/>
        </a:p>
      </dgm:t>
    </dgm:pt>
    <dgm:pt modelId="{04320A5D-4361-4912-9EDB-3770C49742C0}">
      <dgm:prSet/>
      <dgm:spPr/>
      <dgm:t>
        <a:bodyPr/>
        <a:lstStyle/>
        <a:p>
          <a:r>
            <a:rPr lang="bn-IN" dirty="0"/>
            <a:t>খাচায় পালন</a:t>
          </a:r>
          <a:endParaRPr lang="en-US" dirty="0"/>
        </a:p>
      </dgm:t>
    </dgm:pt>
    <dgm:pt modelId="{D4A605FA-3CE4-4BE5-BAA6-1F3C4BCA7571}" type="parTrans" cxnId="{DAADFCA5-48DB-40B9-B200-4F66E80D8956}">
      <dgm:prSet/>
      <dgm:spPr/>
      <dgm:t>
        <a:bodyPr/>
        <a:lstStyle/>
        <a:p>
          <a:endParaRPr lang="en-US"/>
        </a:p>
      </dgm:t>
    </dgm:pt>
    <dgm:pt modelId="{99E6DB21-584A-4A15-8A1F-829C885568BB}" type="sibTrans" cxnId="{DAADFCA5-48DB-40B9-B200-4F66E80D8956}">
      <dgm:prSet/>
      <dgm:spPr/>
      <dgm:t>
        <a:bodyPr/>
        <a:lstStyle/>
        <a:p>
          <a:endParaRPr lang="en-US"/>
        </a:p>
      </dgm:t>
    </dgm:pt>
    <dgm:pt modelId="{91497181-A964-4E8D-B6E7-380A42690041}" type="pres">
      <dgm:prSet presAssocID="{684690EF-CCD6-460D-A98F-3EDD5607B614}" presName="diagram" presStyleCnt="0">
        <dgm:presLayoutVars>
          <dgm:chPref val="1"/>
          <dgm:dir/>
          <dgm:animOne val="branch"/>
          <dgm:animLvl val="lvl"/>
          <dgm:resizeHandles val="exact"/>
        </dgm:presLayoutVars>
      </dgm:prSet>
      <dgm:spPr/>
    </dgm:pt>
    <dgm:pt modelId="{85D7B69A-5B4F-4388-B2E0-70D3152013D9}" type="pres">
      <dgm:prSet presAssocID="{87455451-27D3-4DF7-A054-0F7990B89B20}" presName="root1" presStyleCnt="0"/>
      <dgm:spPr/>
    </dgm:pt>
    <dgm:pt modelId="{E7C36C38-CED3-40B3-9ED5-43F14C049DB5}" type="pres">
      <dgm:prSet presAssocID="{87455451-27D3-4DF7-A054-0F7990B89B20}" presName="LevelOneTextNode" presStyleLbl="node0" presStyleIdx="0" presStyleCnt="1">
        <dgm:presLayoutVars>
          <dgm:chPref val="3"/>
        </dgm:presLayoutVars>
      </dgm:prSet>
      <dgm:spPr/>
    </dgm:pt>
    <dgm:pt modelId="{2A22DD20-5CE0-44F9-9064-51DB053B7FBF}" type="pres">
      <dgm:prSet presAssocID="{87455451-27D3-4DF7-A054-0F7990B89B20}" presName="level2hierChild" presStyleCnt="0"/>
      <dgm:spPr/>
    </dgm:pt>
    <dgm:pt modelId="{8ACB58EF-8405-4FCE-BE63-5391951D4F4A}" type="pres">
      <dgm:prSet presAssocID="{D0F815A6-D4B8-4742-8E97-BB171720E3C6}" presName="conn2-1" presStyleLbl="parChTrans1D2" presStyleIdx="0" presStyleCnt="3"/>
      <dgm:spPr/>
    </dgm:pt>
    <dgm:pt modelId="{A85DB842-53D1-48E4-8EFD-6A492EC45491}" type="pres">
      <dgm:prSet presAssocID="{D0F815A6-D4B8-4742-8E97-BB171720E3C6}" presName="connTx" presStyleLbl="parChTrans1D2" presStyleIdx="0" presStyleCnt="3"/>
      <dgm:spPr/>
    </dgm:pt>
    <dgm:pt modelId="{7CC8D33F-6A5B-4C70-B389-B640B2B7A1F5}" type="pres">
      <dgm:prSet presAssocID="{39AC4C8D-463F-451E-984B-35AB254DEAB2}" presName="root2" presStyleCnt="0"/>
      <dgm:spPr/>
    </dgm:pt>
    <dgm:pt modelId="{C4321846-34B8-4261-9BDA-29CA9B8DA62E}" type="pres">
      <dgm:prSet presAssocID="{39AC4C8D-463F-451E-984B-35AB254DEAB2}" presName="LevelTwoTextNode" presStyleLbl="node2" presStyleIdx="0" presStyleCnt="3">
        <dgm:presLayoutVars>
          <dgm:chPref val="3"/>
        </dgm:presLayoutVars>
      </dgm:prSet>
      <dgm:spPr/>
    </dgm:pt>
    <dgm:pt modelId="{23254854-30F1-447E-9481-939D69F868E1}" type="pres">
      <dgm:prSet presAssocID="{39AC4C8D-463F-451E-984B-35AB254DEAB2}" presName="level3hierChild" presStyleCnt="0"/>
      <dgm:spPr/>
    </dgm:pt>
    <dgm:pt modelId="{DA7D7EEA-BBA0-4D93-B6EF-574714641EE9}" type="pres">
      <dgm:prSet presAssocID="{9DC015E1-5664-4698-88B5-1209C907F6D7}" presName="conn2-1" presStyleLbl="parChTrans1D2" presStyleIdx="1" presStyleCnt="3"/>
      <dgm:spPr/>
    </dgm:pt>
    <dgm:pt modelId="{60D9379C-2E6C-45D9-BF0C-7502A0B92F74}" type="pres">
      <dgm:prSet presAssocID="{9DC015E1-5664-4698-88B5-1209C907F6D7}" presName="connTx" presStyleLbl="parChTrans1D2" presStyleIdx="1" presStyleCnt="3"/>
      <dgm:spPr/>
    </dgm:pt>
    <dgm:pt modelId="{74AC430E-1D30-46D1-AA93-4C070EDB6604}" type="pres">
      <dgm:prSet presAssocID="{05AD45EF-91BB-4678-A472-6234E625D4F8}" presName="root2" presStyleCnt="0"/>
      <dgm:spPr/>
    </dgm:pt>
    <dgm:pt modelId="{667DE881-7387-4B82-92D2-4987AA5773F2}" type="pres">
      <dgm:prSet presAssocID="{05AD45EF-91BB-4678-A472-6234E625D4F8}" presName="LevelTwoTextNode" presStyleLbl="node2" presStyleIdx="1" presStyleCnt="3">
        <dgm:presLayoutVars>
          <dgm:chPref val="3"/>
        </dgm:presLayoutVars>
      </dgm:prSet>
      <dgm:spPr/>
    </dgm:pt>
    <dgm:pt modelId="{7359FB8E-9EC3-4E92-8729-803343914C4A}" type="pres">
      <dgm:prSet presAssocID="{05AD45EF-91BB-4678-A472-6234E625D4F8}" presName="level3hierChild" presStyleCnt="0"/>
      <dgm:spPr/>
    </dgm:pt>
    <dgm:pt modelId="{D66F50AD-5B7D-4CC2-A8CD-81A1405F5CB9}" type="pres">
      <dgm:prSet presAssocID="{5D2949DF-D367-4B5A-B40A-B98F89C241E4}" presName="conn2-1" presStyleLbl="parChTrans1D2" presStyleIdx="2" presStyleCnt="3"/>
      <dgm:spPr/>
    </dgm:pt>
    <dgm:pt modelId="{1F359E90-176E-493B-8BE0-D0651FBF96D0}" type="pres">
      <dgm:prSet presAssocID="{5D2949DF-D367-4B5A-B40A-B98F89C241E4}" presName="connTx" presStyleLbl="parChTrans1D2" presStyleIdx="2" presStyleCnt="3"/>
      <dgm:spPr/>
    </dgm:pt>
    <dgm:pt modelId="{8009CB03-6E6E-4AF6-9889-89C53783094E}" type="pres">
      <dgm:prSet presAssocID="{98E151DD-12AF-44AB-850C-AE771992D97F}" presName="root2" presStyleCnt="0"/>
      <dgm:spPr/>
    </dgm:pt>
    <dgm:pt modelId="{A303375F-462A-473B-AA73-56361457B2A3}" type="pres">
      <dgm:prSet presAssocID="{98E151DD-12AF-44AB-850C-AE771992D97F}" presName="LevelTwoTextNode" presStyleLbl="node2" presStyleIdx="2" presStyleCnt="3">
        <dgm:presLayoutVars>
          <dgm:chPref val="3"/>
        </dgm:presLayoutVars>
      </dgm:prSet>
      <dgm:spPr/>
    </dgm:pt>
    <dgm:pt modelId="{DDE6522C-0F38-4A99-99B5-17988113B98A}" type="pres">
      <dgm:prSet presAssocID="{98E151DD-12AF-44AB-850C-AE771992D97F}" presName="level3hierChild" presStyleCnt="0"/>
      <dgm:spPr/>
    </dgm:pt>
    <dgm:pt modelId="{41C0BAFB-DFDC-44FD-A5B2-F62169B90C44}" type="pres">
      <dgm:prSet presAssocID="{48B28B0E-05DC-4596-A699-245C4414ACCB}" presName="conn2-1" presStyleLbl="parChTrans1D3" presStyleIdx="0" presStyleCnt="2"/>
      <dgm:spPr/>
    </dgm:pt>
    <dgm:pt modelId="{FA3C0604-4FA8-44CA-BFAA-CCC7B46D919C}" type="pres">
      <dgm:prSet presAssocID="{48B28B0E-05DC-4596-A699-245C4414ACCB}" presName="connTx" presStyleLbl="parChTrans1D3" presStyleIdx="0" presStyleCnt="2"/>
      <dgm:spPr/>
    </dgm:pt>
    <dgm:pt modelId="{514CE15B-6366-4FD5-A415-3F680CB8AE07}" type="pres">
      <dgm:prSet presAssocID="{D5713AC9-CB7D-4AEF-94F9-6CFD39C243A9}" presName="root2" presStyleCnt="0"/>
      <dgm:spPr/>
    </dgm:pt>
    <dgm:pt modelId="{3357F349-ADFE-4F52-A1E6-30C2534817E8}" type="pres">
      <dgm:prSet presAssocID="{D5713AC9-CB7D-4AEF-94F9-6CFD39C243A9}" presName="LevelTwoTextNode" presStyleLbl="node3" presStyleIdx="0" presStyleCnt="2">
        <dgm:presLayoutVars>
          <dgm:chPref val="3"/>
        </dgm:presLayoutVars>
      </dgm:prSet>
      <dgm:spPr/>
    </dgm:pt>
    <dgm:pt modelId="{D253B3C2-F4E2-49A3-A03F-C088F0DD99EE}" type="pres">
      <dgm:prSet presAssocID="{D5713AC9-CB7D-4AEF-94F9-6CFD39C243A9}" presName="level3hierChild" presStyleCnt="0"/>
      <dgm:spPr/>
    </dgm:pt>
    <dgm:pt modelId="{9137D87A-258A-4E21-946D-7BA221C6FD93}" type="pres">
      <dgm:prSet presAssocID="{D4A605FA-3CE4-4BE5-BAA6-1F3C4BCA7571}" presName="conn2-1" presStyleLbl="parChTrans1D3" presStyleIdx="1" presStyleCnt="2"/>
      <dgm:spPr/>
    </dgm:pt>
    <dgm:pt modelId="{A6F0393E-5418-4BF3-8CB9-5E6DFADFF6D1}" type="pres">
      <dgm:prSet presAssocID="{D4A605FA-3CE4-4BE5-BAA6-1F3C4BCA7571}" presName="connTx" presStyleLbl="parChTrans1D3" presStyleIdx="1" presStyleCnt="2"/>
      <dgm:spPr/>
    </dgm:pt>
    <dgm:pt modelId="{F7D28CD7-E599-452B-B085-DBBAE30AA863}" type="pres">
      <dgm:prSet presAssocID="{04320A5D-4361-4912-9EDB-3770C49742C0}" presName="root2" presStyleCnt="0"/>
      <dgm:spPr/>
    </dgm:pt>
    <dgm:pt modelId="{1199A346-2B48-470D-BA31-BC97CCFA4542}" type="pres">
      <dgm:prSet presAssocID="{04320A5D-4361-4912-9EDB-3770C49742C0}" presName="LevelTwoTextNode" presStyleLbl="node3" presStyleIdx="1" presStyleCnt="2">
        <dgm:presLayoutVars>
          <dgm:chPref val="3"/>
        </dgm:presLayoutVars>
      </dgm:prSet>
      <dgm:spPr/>
    </dgm:pt>
    <dgm:pt modelId="{B3371689-7A03-4844-8AF3-87A7077C27D4}" type="pres">
      <dgm:prSet presAssocID="{04320A5D-4361-4912-9EDB-3770C49742C0}" presName="level3hierChild" presStyleCnt="0"/>
      <dgm:spPr/>
    </dgm:pt>
  </dgm:ptLst>
  <dgm:cxnLst>
    <dgm:cxn modelId="{80DD380D-0E8D-41F3-AE61-86F9414E1AE4}" srcId="{98E151DD-12AF-44AB-850C-AE771992D97F}" destId="{D5713AC9-CB7D-4AEF-94F9-6CFD39C243A9}" srcOrd="0" destOrd="0" parTransId="{48B28B0E-05DC-4596-A699-245C4414ACCB}" sibTransId="{2C39F6F8-6112-4BFB-BC6F-BB7570CD978F}"/>
    <dgm:cxn modelId="{53A5EA0F-67E2-4CAC-AFF8-0194A9C35552}" type="presOf" srcId="{D4A605FA-3CE4-4BE5-BAA6-1F3C4BCA7571}" destId="{A6F0393E-5418-4BF3-8CB9-5E6DFADFF6D1}" srcOrd="1" destOrd="0" presId="urn:microsoft.com/office/officeart/2005/8/layout/hierarchy2"/>
    <dgm:cxn modelId="{6A86B820-DFEB-4134-8F15-AFAD4F70689E}" type="presOf" srcId="{04320A5D-4361-4912-9EDB-3770C49742C0}" destId="{1199A346-2B48-470D-BA31-BC97CCFA4542}" srcOrd="0" destOrd="0" presId="urn:microsoft.com/office/officeart/2005/8/layout/hierarchy2"/>
    <dgm:cxn modelId="{41D5432A-2C25-4877-A53A-F6428DB39D6C}" srcId="{684690EF-CCD6-460D-A98F-3EDD5607B614}" destId="{87455451-27D3-4DF7-A054-0F7990B89B20}" srcOrd="0" destOrd="0" parTransId="{2F401C87-F2DC-4E41-82A7-D838A48F9D56}" sibTransId="{15872D87-2270-4C7E-A3AC-2283134AA384}"/>
    <dgm:cxn modelId="{18EE3869-B33F-430C-AC92-A66A69C6F81B}" type="presOf" srcId="{48B28B0E-05DC-4596-A699-245C4414ACCB}" destId="{41C0BAFB-DFDC-44FD-A5B2-F62169B90C44}" srcOrd="0" destOrd="0" presId="urn:microsoft.com/office/officeart/2005/8/layout/hierarchy2"/>
    <dgm:cxn modelId="{5258644C-362D-4A8B-A0D5-1D74F9D07B92}" type="presOf" srcId="{5D2949DF-D367-4B5A-B40A-B98F89C241E4}" destId="{D66F50AD-5B7D-4CC2-A8CD-81A1405F5CB9}" srcOrd="0" destOrd="0" presId="urn:microsoft.com/office/officeart/2005/8/layout/hierarchy2"/>
    <dgm:cxn modelId="{39060F74-6CFE-4D85-B51A-4ED88D5436D6}" type="presOf" srcId="{9DC015E1-5664-4698-88B5-1209C907F6D7}" destId="{60D9379C-2E6C-45D9-BF0C-7502A0B92F74}" srcOrd="1" destOrd="0" presId="urn:microsoft.com/office/officeart/2005/8/layout/hierarchy2"/>
    <dgm:cxn modelId="{3E8D1874-9786-481B-80F4-A22CE49811EF}" srcId="{87455451-27D3-4DF7-A054-0F7990B89B20}" destId="{39AC4C8D-463F-451E-984B-35AB254DEAB2}" srcOrd="0" destOrd="0" parTransId="{D0F815A6-D4B8-4742-8E97-BB171720E3C6}" sibTransId="{65D4DBCF-F85D-44B6-B060-783B9F309058}"/>
    <dgm:cxn modelId="{49EA647F-1A81-4959-A7CD-ECC2F3670E8B}" type="presOf" srcId="{D0F815A6-D4B8-4742-8E97-BB171720E3C6}" destId="{A85DB842-53D1-48E4-8EFD-6A492EC45491}" srcOrd="1" destOrd="0" presId="urn:microsoft.com/office/officeart/2005/8/layout/hierarchy2"/>
    <dgm:cxn modelId="{64795A84-23CC-4C90-AFE3-892DDECA6EBA}" type="presOf" srcId="{5D2949DF-D367-4B5A-B40A-B98F89C241E4}" destId="{1F359E90-176E-493B-8BE0-D0651FBF96D0}" srcOrd="1" destOrd="0" presId="urn:microsoft.com/office/officeart/2005/8/layout/hierarchy2"/>
    <dgm:cxn modelId="{95AF7D85-9217-484E-A866-0C538E3E87DF}" type="presOf" srcId="{48B28B0E-05DC-4596-A699-245C4414ACCB}" destId="{FA3C0604-4FA8-44CA-BFAA-CCC7B46D919C}" srcOrd="1" destOrd="0" presId="urn:microsoft.com/office/officeart/2005/8/layout/hierarchy2"/>
    <dgm:cxn modelId="{FD93BB86-CF8C-4C06-9B23-3B81A3BB7FF6}" type="presOf" srcId="{D4A605FA-3CE4-4BE5-BAA6-1F3C4BCA7571}" destId="{9137D87A-258A-4E21-946D-7BA221C6FD93}" srcOrd="0" destOrd="0" presId="urn:microsoft.com/office/officeart/2005/8/layout/hierarchy2"/>
    <dgm:cxn modelId="{0106938A-B283-4740-8F70-D485497CA6FA}" type="presOf" srcId="{D0F815A6-D4B8-4742-8E97-BB171720E3C6}" destId="{8ACB58EF-8405-4FCE-BE63-5391951D4F4A}" srcOrd="0" destOrd="0" presId="urn:microsoft.com/office/officeart/2005/8/layout/hierarchy2"/>
    <dgm:cxn modelId="{1CA4A993-E73D-4AB0-9DAC-19DEDE8AB090}" type="presOf" srcId="{87455451-27D3-4DF7-A054-0F7990B89B20}" destId="{E7C36C38-CED3-40B3-9ED5-43F14C049DB5}" srcOrd="0" destOrd="0" presId="urn:microsoft.com/office/officeart/2005/8/layout/hierarchy2"/>
    <dgm:cxn modelId="{9BEA25A2-58C7-4700-B6BA-9E0707041506}" srcId="{87455451-27D3-4DF7-A054-0F7990B89B20}" destId="{98E151DD-12AF-44AB-850C-AE771992D97F}" srcOrd="2" destOrd="0" parTransId="{5D2949DF-D367-4B5A-B40A-B98F89C241E4}" sibTransId="{130DBAA0-8B96-42B2-AE92-CE783AAB868E}"/>
    <dgm:cxn modelId="{DAADFCA5-48DB-40B9-B200-4F66E80D8956}" srcId="{98E151DD-12AF-44AB-850C-AE771992D97F}" destId="{04320A5D-4361-4912-9EDB-3770C49742C0}" srcOrd="1" destOrd="0" parTransId="{D4A605FA-3CE4-4BE5-BAA6-1F3C4BCA7571}" sibTransId="{99E6DB21-584A-4A15-8A1F-829C885568BB}"/>
    <dgm:cxn modelId="{5E8597B0-A849-4B08-B8DB-4522188E9F38}" type="presOf" srcId="{9DC015E1-5664-4698-88B5-1209C907F6D7}" destId="{DA7D7EEA-BBA0-4D93-B6EF-574714641EE9}" srcOrd="0" destOrd="0" presId="urn:microsoft.com/office/officeart/2005/8/layout/hierarchy2"/>
    <dgm:cxn modelId="{EAAF27BE-88C6-4C10-83B2-0FE1C071D328}" type="presOf" srcId="{05AD45EF-91BB-4678-A472-6234E625D4F8}" destId="{667DE881-7387-4B82-92D2-4987AA5773F2}" srcOrd="0" destOrd="0" presId="urn:microsoft.com/office/officeart/2005/8/layout/hierarchy2"/>
    <dgm:cxn modelId="{8DCEAFDF-00A6-4A8E-89A9-B314AA8A488D}" type="presOf" srcId="{684690EF-CCD6-460D-A98F-3EDD5607B614}" destId="{91497181-A964-4E8D-B6E7-380A42690041}" srcOrd="0" destOrd="0" presId="urn:microsoft.com/office/officeart/2005/8/layout/hierarchy2"/>
    <dgm:cxn modelId="{9D84D6EF-7CBF-4678-BFB1-98D78E31D72C}" type="presOf" srcId="{D5713AC9-CB7D-4AEF-94F9-6CFD39C243A9}" destId="{3357F349-ADFE-4F52-A1E6-30C2534817E8}" srcOrd="0" destOrd="0" presId="urn:microsoft.com/office/officeart/2005/8/layout/hierarchy2"/>
    <dgm:cxn modelId="{7A690FF3-5DD4-49A7-BF41-88DE409B1AB3}" srcId="{87455451-27D3-4DF7-A054-0F7990B89B20}" destId="{05AD45EF-91BB-4678-A472-6234E625D4F8}" srcOrd="1" destOrd="0" parTransId="{9DC015E1-5664-4698-88B5-1209C907F6D7}" sibTransId="{E206079B-FAF2-454D-B54B-1CC79E349DF1}"/>
    <dgm:cxn modelId="{49647DF8-66E7-4B11-A43B-72809DC85184}" type="presOf" srcId="{98E151DD-12AF-44AB-850C-AE771992D97F}" destId="{A303375F-462A-473B-AA73-56361457B2A3}" srcOrd="0" destOrd="0" presId="urn:microsoft.com/office/officeart/2005/8/layout/hierarchy2"/>
    <dgm:cxn modelId="{8CD088FF-EEA5-46FF-974E-8BB688AA14A7}" type="presOf" srcId="{39AC4C8D-463F-451E-984B-35AB254DEAB2}" destId="{C4321846-34B8-4261-9BDA-29CA9B8DA62E}" srcOrd="0" destOrd="0" presId="urn:microsoft.com/office/officeart/2005/8/layout/hierarchy2"/>
    <dgm:cxn modelId="{FA3D7A64-FC37-4D2F-BE10-F0742BA6A9D2}" type="presParOf" srcId="{91497181-A964-4E8D-B6E7-380A42690041}" destId="{85D7B69A-5B4F-4388-B2E0-70D3152013D9}" srcOrd="0" destOrd="0" presId="urn:microsoft.com/office/officeart/2005/8/layout/hierarchy2"/>
    <dgm:cxn modelId="{3E24572A-80BF-46E5-9083-DCBEFE86C2A8}" type="presParOf" srcId="{85D7B69A-5B4F-4388-B2E0-70D3152013D9}" destId="{E7C36C38-CED3-40B3-9ED5-43F14C049DB5}" srcOrd="0" destOrd="0" presId="urn:microsoft.com/office/officeart/2005/8/layout/hierarchy2"/>
    <dgm:cxn modelId="{3CDC1A23-A380-4A63-AB98-5F07D781EDE2}" type="presParOf" srcId="{85D7B69A-5B4F-4388-B2E0-70D3152013D9}" destId="{2A22DD20-5CE0-44F9-9064-51DB053B7FBF}" srcOrd="1" destOrd="0" presId="urn:microsoft.com/office/officeart/2005/8/layout/hierarchy2"/>
    <dgm:cxn modelId="{E861103D-6574-43AF-88D4-3B67C66A5E80}" type="presParOf" srcId="{2A22DD20-5CE0-44F9-9064-51DB053B7FBF}" destId="{8ACB58EF-8405-4FCE-BE63-5391951D4F4A}" srcOrd="0" destOrd="0" presId="urn:microsoft.com/office/officeart/2005/8/layout/hierarchy2"/>
    <dgm:cxn modelId="{57454715-1C7C-46FF-939D-7C38263979E5}" type="presParOf" srcId="{8ACB58EF-8405-4FCE-BE63-5391951D4F4A}" destId="{A85DB842-53D1-48E4-8EFD-6A492EC45491}" srcOrd="0" destOrd="0" presId="urn:microsoft.com/office/officeart/2005/8/layout/hierarchy2"/>
    <dgm:cxn modelId="{DC8C5981-2DFD-4C3D-82BA-2173B6BA8BAF}" type="presParOf" srcId="{2A22DD20-5CE0-44F9-9064-51DB053B7FBF}" destId="{7CC8D33F-6A5B-4C70-B389-B640B2B7A1F5}" srcOrd="1" destOrd="0" presId="urn:microsoft.com/office/officeart/2005/8/layout/hierarchy2"/>
    <dgm:cxn modelId="{7F4DA408-1C97-47AC-A30C-B7135B316784}" type="presParOf" srcId="{7CC8D33F-6A5B-4C70-B389-B640B2B7A1F5}" destId="{C4321846-34B8-4261-9BDA-29CA9B8DA62E}" srcOrd="0" destOrd="0" presId="urn:microsoft.com/office/officeart/2005/8/layout/hierarchy2"/>
    <dgm:cxn modelId="{78BAD218-A41A-4D78-98F9-B9C1D7879696}" type="presParOf" srcId="{7CC8D33F-6A5B-4C70-B389-B640B2B7A1F5}" destId="{23254854-30F1-447E-9481-939D69F868E1}" srcOrd="1" destOrd="0" presId="urn:microsoft.com/office/officeart/2005/8/layout/hierarchy2"/>
    <dgm:cxn modelId="{9E8262DE-6232-4FAB-B47E-003CBB0672A0}" type="presParOf" srcId="{2A22DD20-5CE0-44F9-9064-51DB053B7FBF}" destId="{DA7D7EEA-BBA0-4D93-B6EF-574714641EE9}" srcOrd="2" destOrd="0" presId="urn:microsoft.com/office/officeart/2005/8/layout/hierarchy2"/>
    <dgm:cxn modelId="{4DB26BB6-6A82-4A6B-A3A2-3CE8839CC13D}" type="presParOf" srcId="{DA7D7EEA-BBA0-4D93-B6EF-574714641EE9}" destId="{60D9379C-2E6C-45D9-BF0C-7502A0B92F74}" srcOrd="0" destOrd="0" presId="urn:microsoft.com/office/officeart/2005/8/layout/hierarchy2"/>
    <dgm:cxn modelId="{D437C98E-8E54-4A5D-A965-2078DA4B156C}" type="presParOf" srcId="{2A22DD20-5CE0-44F9-9064-51DB053B7FBF}" destId="{74AC430E-1D30-46D1-AA93-4C070EDB6604}" srcOrd="3" destOrd="0" presId="urn:microsoft.com/office/officeart/2005/8/layout/hierarchy2"/>
    <dgm:cxn modelId="{62B7CDB4-9720-448F-A581-19C2C3C65EE9}" type="presParOf" srcId="{74AC430E-1D30-46D1-AA93-4C070EDB6604}" destId="{667DE881-7387-4B82-92D2-4987AA5773F2}" srcOrd="0" destOrd="0" presId="urn:microsoft.com/office/officeart/2005/8/layout/hierarchy2"/>
    <dgm:cxn modelId="{FB8FF54B-54BE-48BD-B838-D3EE42AC0B27}" type="presParOf" srcId="{74AC430E-1D30-46D1-AA93-4C070EDB6604}" destId="{7359FB8E-9EC3-4E92-8729-803343914C4A}" srcOrd="1" destOrd="0" presId="urn:microsoft.com/office/officeart/2005/8/layout/hierarchy2"/>
    <dgm:cxn modelId="{64229BBA-1D68-4715-B281-8BBD6E3B2256}" type="presParOf" srcId="{2A22DD20-5CE0-44F9-9064-51DB053B7FBF}" destId="{D66F50AD-5B7D-4CC2-A8CD-81A1405F5CB9}" srcOrd="4" destOrd="0" presId="urn:microsoft.com/office/officeart/2005/8/layout/hierarchy2"/>
    <dgm:cxn modelId="{D8B0AD99-DA14-41D5-8EC7-6E8A93190778}" type="presParOf" srcId="{D66F50AD-5B7D-4CC2-A8CD-81A1405F5CB9}" destId="{1F359E90-176E-493B-8BE0-D0651FBF96D0}" srcOrd="0" destOrd="0" presId="urn:microsoft.com/office/officeart/2005/8/layout/hierarchy2"/>
    <dgm:cxn modelId="{F8B477A0-12D4-40C9-9938-1D6CAA5F24DE}" type="presParOf" srcId="{2A22DD20-5CE0-44F9-9064-51DB053B7FBF}" destId="{8009CB03-6E6E-4AF6-9889-89C53783094E}" srcOrd="5" destOrd="0" presId="urn:microsoft.com/office/officeart/2005/8/layout/hierarchy2"/>
    <dgm:cxn modelId="{0D2F0E8E-9C03-4A64-8866-83DE0C16B37D}" type="presParOf" srcId="{8009CB03-6E6E-4AF6-9889-89C53783094E}" destId="{A303375F-462A-473B-AA73-56361457B2A3}" srcOrd="0" destOrd="0" presId="urn:microsoft.com/office/officeart/2005/8/layout/hierarchy2"/>
    <dgm:cxn modelId="{37D77461-B45F-438F-A503-3FA8B74E97E5}" type="presParOf" srcId="{8009CB03-6E6E-4AF6-9889-89C53783094E}" destId="{DDE6522C-0F38-4A99-99B5-17988113B98A}" srcOrd="1" destOrd="0" presId="urn:microsoft.com/office/officeart/2005/8/layout/hierarchy2"/>
    <dgm:cxn modelId="{BF129611-F3FF-4A4B-836C-D09FDF20153A}" type="presParOf" srcId="{DDE6522C-0F38-4A99-99B5-17988113B98A}" destId="{41C0BAFB-DFDC-44FD-A5B2-F62169B90C44}" srcOrd="0" destOrd="0" presId="urn:microsoft.com/office/officeart/2005/8/layout/hierarchy2"/>
    <dgm:cxn modelId="{D506C5D4-C5A4-4DCF-9816-1078A458A840}" type="presParOf" srcId="{41C0BAFB-DFDC-44FD-A5B2-F62169B90C44}" destId="{FA3C0604-4FA8-44CA-BFAA-CCC7B46D919C}" srcOrd="0" destOrd="0" presId="urn:microsoft.com/office/officeart/2005/8/layout/hierarchy2"/>
    <dgm:cxn modelId="{AED2F163-EAA5-46B2-B370-015A2DE381DA}" type="presParOf" srcId="{DDE6522C-0F38-4A99-99B5-17988113B98A}" destId="{514CE15B-6366-4FD5-A415-3F680CB8AE07}" srcOrd="1" destOrd="0" presId="urn:microsoft.com/office/officeart/2005/8/layout/hierarchy2"/>
    <dgm:cxn modelId="{F6BDFAD8-6D7F-484E-BFB2-DCC9584B90C4}" type="presParOf" srcId="{514CE15B-6366-4FD5-A415-3F680CB8AE07}" destId="{3357F349-ADFE-4F52-A1E6-30C2534817E8}" srcOrd="0" destOrd="0" presId="urn:microsoft.com/office/officeart/2005/8/layout/hierarchy2"/>
    <dgm:cxn modelId="{27F2AFDC-AB95-4C00-906F-71A3AE57539A}" type="presParOf" srcId="{514CE15B-6366-4FD5-A415-3F680CB8AE07}" destId="{D253B3C2-F4E2-49A3-A03F-C088F0DD99EE}" srcOrd="1" destOrd="0" presId="urn:microsoft.com/office/officeart/2005/8/layout/hierarchy2"/>
    <dgm:cxn modelId="{18F0A907-116C-405A-9AF1-34D0402FF722}" type="presParOf" srcId="{DDE6522C-0F38-4A99-99B5-17988113B98A}" destId="{9137D87A-258A-4E21-946D-7BA221C6FD93}" srcOrd="2" destOrd="0" presId="urn:microsoft.com/office/officeart/2005/8/layout/hierarchy2"/>
    <dgm:cxn modelId="{7F241745-6C52-4833-8BE0-9365A422C298}" type="presParOf" srcId="{9137D87A-258A-4E21-946D-7BA221C6FD93}" destId="{A6F0393E-5418-4BF3-8CB9-5E6DFADFF6D1}" srcOrd="0" destOrd="0" presId="urn:microsoft.com/office/officeart/2005/8/layout/hierarchy2"/>
    <dgm:cxn modelId="{D6B2E7A2-FB36-460E-92F9-BAC141167AC6}" type="presParOf" srcId="{DDE6522C-0F38-4A99-99B5-17988113B98A}" destId="{F7D28CD7-E599-452B-B085-DBBAE30AA863}" srcOrd="3" destOrd="0" presId="urn:microsoft.com/office/officeart/2005/8/layout/hierarchy2"/>
    <dgm:cxn modelId="{48D9BFF2-91E8-49F9-8BA6-3623CFF666B1}" type="presParOf" srcId="{F7D28CD7-E599-452B-B085-DBBAE30AA863}" destId="{1199A346-2B48-470D-BA31-BC97CCFA4542}" srcOrd="0" destOrd="0" presId="urn:microsoft.com/office/officeart/2005/8/layout/hierarchy2"/>
    <dgm:cxn modelId="{23FDB9FE-2A26-4A0F-83DC-C04296480D9A}" type="presParOf" srcId="{F7D28CD7-E599-452B-B085-DBBAE30AA863}" destId="{B3371689-7A03-4844-8AF3-87A7077C27D4}"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9FC0380F-66B2-4639-ADB7-EC2221CEDF4C}">
      <dgm:prSet phldrT="[Text]"/>
      <dgm:spPr/>
      <dgm:t>
        <a:bodyPr/>
        <a:lstStyle/>
        <a:p>
          <a:r>
            <a:rPr lang="bn-IN" dirty="0"/>
            <a:t>পোল্ট্রি</a:t>
          </a:r>
          <a:r>
            <a:rPr lang="en-US" dirty="0"/>
            <a:t> </a:t>
          </a:r>
          <a:r>
            <a:rPr lang="en-US" dirty="0" err="1"/>
            <a:t>খামার</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68467D6C-2EE2-487B-ABB8-D49691C19C49}">
      <dgm:prSet phldrT="[Text]"/>
      <dgm:spPr/>
      <dgm:t>
        <a:bodyPr/>
        <a:lstStyle/>
        <a:p>
          <a:r>
            <a:rPr lang="en-US" dirty="0" err="1"/>
            <a:t>ব্রয়লার</a:t>
          </a:r>
          <a:r>
            <a:rPr lang="en-US" dirty="0"/>
            <a:t> </a:t>
          </a:r>
          <a:r>
            <a:rPr lang="en-US" dirty="0" err="1"/>
            <a:t>ফার্ম</a:t>
          </a:r>
          <a:endParaRPr lang="en-US" dirty="0"/>
        </a:p>
      </dgm:t>
    </dgm:pt>
    <dgm:pt modelId="{BFBBE4AC-52F2-40B4-B0F8-0668D9FDDA61}" type="parTrans" cxnId="{6D2833D3-53FA-464A-BA85-5E50112274CC}">
      <dgm:prSet/>
      <dgm:spPr/>
      <dgm:t>
        <a:bodyPr/>
        <a:lstStyle/>
        <a:p>
          <a:endParaRPr lang="en-US"/>
        </a:p>
      </dgm:t>
    </dgm:pt>
    <dgm:pt modelId="{8EDB82F2-2599-4F9D-AE57-C390011F5C8A}" type="sibTrans" cxnId="{6D2833D3-53FA-464A-BA85-5E50112274CC}">
      <dgm:prSet/>
      <dgm:spPr/>
      <dgm:t>
        <a:bodyPr/>
        <a:lstStyle/>
        <a:p>
          <a:endParaRPr lang="en-US"/>
        </a:p>
      </dgm:t>
    </dgm:pt>
    <dgm:pt modelId="{52E8682B-7024-4C24-A6AB-38C84E3CF394}">
      <dgm:prSet phldrT="[Text]"/>
      <dgm:spPr/>
      <dgm:t>
        <a:bodyPr/>
        <a:lstStyle/>
        <a:p>
          <a:r>
            <a:rPr lang="en-US" dirty="0" err="1"/>
            <a:t>লেয়ার</a:t>
          </a:r>
          <a:r>
            <a:rPr lang="en-US" dirty="0"/>
            <a:t> </a:t>
          </a:r>
          <a:r>
            <a:rPr lang="en-US" dirty="0" err="1"/>
            <a:t>ফার্ম</a:t>
          </a:r>
          <a:endParaRPr lang="en-US" dirty="0"/>
        </a:p>
      </dgm:t>
    </dgm:pt>
    <dgm:pt modelId="{3B98B937-CC12-46F2-AB18-511732998146}" type="parTrans" cxnId="{5D52CD7F-E8B5-476A-8E35-055A112024CB}">
      <dgm:prSet/>
      <dgm:spPr/>
      <dgm:t>
        <a:bodyPr/>
        <a:lstStyle/>
        <a:p>
          <a:endParaRPr lang="en-US"/>
        </a:p>
      </dgm:t>
    </dgm:pt>
    <dgm:pt modelId="{C0775E74-0B69-4727-874C-2E9F7001DF42}" type="sibTrans" cxnId="{5D52CD7F-E8B5-476A-8E35-055A112024CB}">
      <dgm:prSet/>
      <dgm:spPr/>
      <dgm:t>
        <a:bodyPr/>
        <a:lstStyle/>
        <a:p>
          <a:endParaRPr lang="en-US"/>
        </a:p>
      </dgm:t>
    </dgm:pt>
    <dgm:pt modelId="{FB05E3C9-E01D-41C0-AA38-C30EE3B34480}">
      <dgm:prSet phldrT="[Text]"/>
      <dgm:spPr/>
      <dgm:t>
        <a:bodyPr/>
        <a:lstStyle/>
        <a:p>
          <a:r>
            <a:rPr lang="en-US" dirty="0" err="1"/>
            <a:t>হ্যাচিং</a:t>
          </a:r>
          <a:r>
            <a:rPr lang="en-US" dirty="0"/>
            <a:t> </a:t>
          </a:r>
          <a:r>
            <a:rPr lang="en-US" dirty="0" err="1"/>
            <a:t>বা</a:t>
          </a:r>
          <a:r>
            <a:rPr lang="en-US" dirty="0"/>
            <a:t> </a:t>
          </a:r>
          <a:r>
            <a:rPr lang="en-US" dirty="0" err="1"/>
            <a:t>বাচ্চা</a:t>
          </a:r>
          <a:r>
            <a:rPr lang="en-US" dirty="0"/>
            <a:t> </a:t>
          </a:r>
          <a:r>
            <a:rPr lang="en-US" dirty="0" err="1"/>
            <a:t>উৎপাদন</a:t>
          </a:r>
          <a:r>
            <a:rPr lang="en-US" dirty="0"/>
            <a:t> </a:t>
          </a:r>
          <a:r>
            <a:rPr lang="en-US" dirty="0" err="1"/>
            <a:t>ফার্ম</a:t>
          </a:r>
          <a:endParaRPr lang="en-US" dirty="0"/>
        </a:p>
      </dgm:t>
    </dgm:pt>
    <dgm:pt modelId="{A787599F-ED46-407B-8D82-8A54A0674D65}" type="parTrans" cxnId="{B08CD54F-92E3-4561-AD3F-1A0F7CC77D0E}">
      <dgm:prSet/>
      <dgm:spPr/>
      <dgm:t>
        <a:bodyPr/>
        <a:lstStyle/>
        <a:p>
          <a:endParaRPr lang="en-US"/>
        </a:p>
      </dgm:t>
    </dgm:pt>
    <dgm:pt modelId="{A9C1E82F-6D3D-480D-83E3-47D5814656C6}" type="sibTrans" cxnId="{B08CD54F-92E3-4561-AD3F-1A0F7CC77D0E}">
      <dgm:prSet/>
      <dgm:spPr/>
      <dgm:t>
        <a:bodyPr/>
        <a:lstStyle/>
        <a:p>
          <a:endParaRPr lang="en-US"/>
        </a:p>
      </dgm:t>
    </dgm:pt>
    <dgm:pt modelId="{63D5DA00-3259-4AF8-A3E6-F410B530A2F7}">
      <dgm:prSet phldrT="[Text]"/>
      <dgm:spPr/>
      <dgm:t>
        <a:bodyPr/>
        <a:lstStyle/>
        <a:p>
          <a:r>
            <a:rPr lang="en-US" dirty="0" err="1"/>
            <a:t>বাচ্চা</a:t>
          </a:r>
          <a:r>
            <a:rPr lang="en-US" dirty="0"/>
            <a:t> </a:t>
          </a:r>
          <a:r>
            <a:rPr lang="en-US" dirty="0" err="1"/>
            <a:t>উৎপাদন</a:t>
          </a:r>
          <a:r>
            <a:rPr lang="en-US" dirty="0"/>
            <a:t> </a:t>
          </a:r>
          <a:r>
            <a:rPr lang="en-US" dirty="0" err="1"/>
            <a:t>ডিমের</a:t>
          </a:r>
          <a:r>
            <a:rPr lang="en-US" dirty="0"/>
            <a:t> </a:t>
          </a:r>
          <a:r>
            <a:rPr lang="en-US" dirty="0" err="1"/>
            <a:t>ফার্ম</a:t>
          </a:r>
          <a:endParaRPr lang="en-US" dirty="0"/>
        </a:p>
      </dgm:t>
    </dgm:pt>
    <dgm:pt modelId="{952E8B5B-9F4D-44B6-B1DE-1DA9B450EDE2}" type="parTrans" cxnId="{09514048-FDBB-4609-8400-CEA6699B4557}">
      <dgm:prSet/>
      <dgm:spPr/>
      <dgm:t>
        <a:bodyPr/>
        <a:lstStyle/>
        <a:p>
          <a:endParaRPr lang="en-US"/>
        </a:p>
      </dgm:t>
    </dgm:pt>
    <dgm:pt modelId="{ED7D7ECC-35AF-4675-81DA-F54CB90986BF}" type="sibTrans" cxnId="{09514048-FDBB-4609-8400-CEA6699B4557}">
      <dgm:prSet/>
      <dgm:spPr/>
      <dgm:t>
        <a:bodyPr/>
        <a:lstStyle/>
        <a:p>
          <a:endParaRPr lang="en-US"/>
        </a:p>
      </dgm:t>
    </dgm:pt>
    <dgm:pt modelId="{FA7BE92E-A285-4D18-BC08-5927EB2022A0}">
      <dgm:prSet phldrT="[Text]"/>
      <dgm:spPr/>
      <dgm:t>
        <a:bodyPr/>
        <a:lstStyle/>
        <a:p>
          <a:r>
            <a:rPr lang="en-US" dirty="0" err="1"/>
            <a:t>পোল্ট্রি</a:t>
          </a:r>
          <a:r>
            <a:rPr lang="en-US" dirty="0"/>
            <a:t> ও </a:t>
          </a:r>
          <a:r>
            <a:rPr lang="en-US" dirty="0" err="1"/>
            <a:t>মাছের</a:t>
          </a:r>
          <a:r>
            <a:rPr lang="en-US" dirty="0"/>
            <a:t> </a:t>
          </a:r>
          <a:r>
            <a:rPr lang="en-US" dirty="0" err="1"/>
            <a:t>সমন্বিত</a:t>
          </a:r>
          <a:r>
            <a:rPr lang="en-US" dirty="0"/>
            <a:t> </a:t>
          </a:r>
          <a:r>
            <a:rPr lang="en-US" dirty="0" err="1"/>
            <a:t>খামার</a:t>
          </a:r>
          <a:endParaRPr lang="en-US" dirty="0"/>
        </a:p>
      </dgm:t>
    </dgm:pt>
    <dgm:pt modelId="{B0A92FA4-1A60-4AA8-80CC-B90003ECCC46}" type="parTrans" cxnId="{7F98F48E-ED71-4046-9EB9-C5F26D97C2A0}">
      <dgm:prSet/>
      <dgm:spPr/>
      <dgm:t>
        <a:bodyPr/>
        <a:lstStyle/>
        <a:p>
          <a:endParaRPr lang="en-US"/>
        </a:p>
      </dgm:t>
    </dgm:pt>
    <dgm:pt modelId="{CE5762A4-BFF7-4804-9124-FDC9B09A1CAC}" type="sibTrans" cxnId="{7F98F48E-ED71-4046-9EB9-C5F26D97C2A0}">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EDE41999-330F-45E3-A64D-4EB35F9FB787}" type="pres">
      <dgm:prSet presAssocID="{BFBBE4AC-52F2-40B4-B0F8-0668D9FDDA61}" presName="Name19" presStyleLbl="parChTrans1D2" presStyleIdx="0" presStyleCnt="5"/>
      <dgm:spPr/>
    </dgm:pt>
    <dgm:pt modelId="{46911C08-23F7-4E6D-9B8F-944CC418C301}" type="pres">
      <dgm:prSet presAssocID="{68467D6C-2EE2-487B-ABB8-D49691C19C49}" presName="Name21" presStyleCnt="0"/>
      <dgm:spPr/>
    </dgm:pt>
    <dgm:pt modelId="{C5F56A66-D3F8-41F7-934C-3BF6AB506B41}" type="pres">
      <dgm:prSet presAssocID="{68467D6C-2EE2-487B-ABB8-D49691C19C49}" presName="level2Shape" presStyleLbl="node2" presStyleIdx="0" presStyleCnt="5"/>
      <dgm:spPr/>
    </dgm:pt>
    <dgm:pt modelId="{89DE1424-069E-46EA-853B-659D537B8DD0}" type="pres">
      <dgm:prSet presAssocID="{68467D6C-2EE2-487B-ABB8-D49691C19C49}" presName="hierChild3" presStyleCnt="0"/>
      <dgm:spPr/>
    </dgm:pt>
    <dgm:pt modelId="{D5766103-200E-4865-AB9D-DF918EB0A23E}" type="pres">
      <dgm:prSet presAssocID="{3B98B937-CC12-46F2-AB18-511732998146}" presName="Name19" presStyleLbl="parChTrans1D2" presStyleIdx="1" presStyleCnt="5"/>
      <dgm:spPr/>
    </dgm:pt>
    <dgm:pt modelId="{7050C770-3B0E-4AF4-912D-AA58D0DECEFF}" type="pres">
      <dgm:prSet presAssocID="{52E8682B-7024-4C24-A6AB-38C84E3CF394}" presName="Name21" presStyleCnt="0"/>
      <dgm:spPr/>
    </dgm:pt>
    <dgm:pt modelId="{E2D5F8AA-4A01-4E3A-91DA-5EF99BCA95FD}" type="pres">
      <dgm:prSet presAssocID="{52E8682B-7024-4C24-A6AB-38C84E3CF394}" presName="level2Shape" presStyleLbl="node2" presStyleIdx="1" presStyleCnt="5"/>
      <dgm:spPr/>
    </dgm:pt>
    <dgm:pt modelId="{841F2CC7-3129-4FBC-827D-A60458A1C169}" type="pres">
      <dgm:prSet presAssocID="{52E8682B-7024-4C24-A6AB-38C84E3CF394}" presName="hierChild3" presStyleCnt="0"/>
      <dgm:spPr/>
    </dgm:pt>
    <dgm:pt modelId="{9D9F0931-E846-47AD-9E6B-8DC1AEE05426}" type="pres">
      <dgm:prSet presAssocID="{A787599F-ED46-407B-8D82-8A54A0674D65}" presName="Name19" presStyleLbl="parChTrans1D2" presStyleIdx="2" presStyleCnt="5"/>
      <dgm:spPr/>
    </dgm:pt>
    <dgm:pt modelId="{5AE2A752-1114-4535-B663-9EADEC4F2468}" type="pres">
      <dgm:prSet presAssocID="{FB05E3C9-E01D-41C0-AA38-C30EE3B34480}" presName="Name21" presStyleCnt="0"/>
      <dgm:spPr/>
    </dgm:pt>
    <dgm:pt modelId="{CBE5A4FB-A6C5-4249-8FAF-D018B3827C96}" type="pres">
      <dgm:prSet presAssocID="{FB05E3C9-E01D-41C0-AA38-C30EE3B34480}" presName="level2Shape" presStyleLbl="node2" presStyleIdx="2" presStyleCnt="5"/>
      <dgm:spPr/>
    </dgm:pt>
    <dgm:pt modelId="{2E3534FA-9197-41B3-B359-3DDB0231C508}" type="pres">
      <dgm:prSet presAssocID="{FB05E3C9-E01D-41C0-AA38-C30EE3B34480}" presName="hierChild3" presStyleCnt="0"/>
      <dgm:spPr/>
    </dgm:pt>
    <dgm:pt modelId="{57179A7A-97DA-4277-A7BE-88B44CAA2597}" type="pres">
      <dgm:prSet presAssocID="{952E8B5B-9F4D-44B6-B1DE-1DA9B450EDE2}" presName="Name19" presStyleLbl="parChTrans1D2" presStyleIdx="3" presStyleCnt="5"/>
      <dgm:spPr/>
    </dgm:pt>
    <dgm:pt modelId="{9D4FB7A4-1131-443E-89E4-9DDE673D849F}" type="pres">
      <dgm:prSet presAssocID="{63D5DA00-3259-4AF8-A3E6-F410B530A2F7}" presName="Name21" presStyleCnt="0"/>
      <dgm:spPr/>
    </dgm:pt>
    <dgm:pt modelId="{89BCDBE4-16B5-4A09-9CDA-495E7591D37F}" type="pres">
      <dgm:prSet presAssocID="{63D5DA00-3259-4AF8-A3E6-F410B530A2F7}" presName="level2Shape" presStyleLbl="node2" presStyleIdx="3" presStyleCnt="5"/>
      <dgm:spPr/>
    </dgm:pt>
    <dgm:pt modelId="{4A53BFC9-55DD-4040-A91A-C26CBDD77435}" type="pres">
      <dgm:prSet presAssocID="{63D5DA00-3259-4AF8-A3E6-F410B530A2F7}" presName="hierChild3" presStyleCnt="0"/>
      <dgm:spPr/>
    </dgm:pt>
    <dgm:pt modelId="{FA67E544-3511-4B49-96F2-C2396FAEE7A8}" type="pres">
      <dgm:prSet presAssocID="{B0A92FA4-1A60-4AA8-80CC-B90003ECCC46}" presName="Name19" presStyleLbl="parChTrans1D2" presStyleIdx="4" presStyleCnt="5"/>
      <dgm:spPr/>
    </dgm:pt>
    <dgm:pt modelId="{1326CD6E-C6F7-44D9-A6DB-94B16BAEDF94}" type="pres">
      <dgm:prSet presAssocID="{FA7BE92E-A285-4D18-BC08-5927EB2022A0}" presName="Name21" presStyleCnt="0"/>
      <dgm:spPr/>
    </dgm:pt>
    <dgm:pt modelId="{2F5AB3AE-B4EC-47BB-823E-0FF21107A33C}" type="pres">
      <dgm:prSet presAssocID="{FA7BE92E-A285-4D18-BC08-5927EB2022A0}" presName="level2Shape" presStyleLbl="node2" presStyleIdx="4" presStyleCnt="5"/>
      <dgm:spPr/>
    </dgm:pt>
    <dgm:pt modelId="{15BBF46D-CC45-4D9B-8A20-12E5D2012F32}" type="pres">
      <dgm:prSet presAssocID="{FA7BE92E-A285-4D18-BC08-5927EB2022A0}" presName="hierChild3" presStyleCnt="0"/>
      <dgm:spPr/>
    </dgm:pt>
    <dgm:pt modelId="{F4BF86CD-B1F9-47E0-80D0-98AF976CD52C}" type="pres">
      <dgm:prSet presAssocID="{0B0BBC68-9942-4C9C-815C-3966CBF9D4CF}" presName="bgShapesFlow" presStyleCnt="0"/>
      <dgm:spPr/>
    </dgm:pt>
  </dgm:ptLst>
  <dgm:cxnLst>
    <dgm:cxn modelId="{00A22138-B68D-4511-81A0-5201C9356F72}" type="presOf" srcId="{FB05E3C9-E01D-41C0-AA38-C30EE3B34480}" destId="{CBE5A4FB-A6C5-4249-8FAF-D018B3827C96}" srcOrd="0" destOrd="0" presId="urn:microsoft.com/office/officeart/2005/8/layout/hierarchy6"/>
    <dgm:cxn modelId="{F576F63D-66DF-4D65-BAA8-4457DE826F2C}" srcId="{0B0BBC68-9942-4C9C-815C-3966CBF9D4CF}" destId="{9FC0380F-66B2-4639-ADB7-EC2221CEDF4C}" srcOrd="0" destOrd="0" parTransId="{06EF3AE0-8F2D-4A51-888E-80F52EAC573C}" sibTransId="{5CEEE8B7-9DB8-4B1C-B906-2D856F5C433C}"/>
    <dgm:cxn modelId="{698F1D5C-9916-4D5C-9618-9F978E9F6486}" type="presOf" srcId="{FA7BE92E-A285-4D18-BC08-5927EB2022A0}" destId="{2F5AB3AE-B4EC-47BB-823E-0FF21107A33C}" srcOrd="0" destOrd="0" presId="urn:microsoft.com/office/officeart/2005/8/layout/hierarchy6"/>
    <dgm:cxn modelId="{09514048-FDBB-4609-8400-CEA6699B4557}" srcId="{9FC0380F-66B2-4639-ADB7-EC2221CEDF4C}" destId="{63D5DA00-3259-4AF8-A3E6-F410B530A2F7}" srcOrd="3" destOrd="0" parTransId="{952E8B5B-9F4D-44B6-B1DE-1DA9B450EDE2}" sibTransId="{ED7D7ECC-35AF-4675-81DA-F54CB90986BF}"/>
    <dgm:cxn modelId="{B08CD54F-92E3-4561-AD3F-1A0F7CC77D0E}" srcId="{9FC0380F-66B2-4639-ADB7-EC2221CEDF4C}" destId="{FB05E3C9-E01D-41C0-AA38-C30EE3B34480}" srcOrd="2" destOrd="0" parTransId="{A787599F-ED46-407B-8D82-8A54A0674D65}" sibTransId="{A9C1E82F-6D3D-480D-83E3-47D5814656C6}"/>
    <dgm:cxn modelId="{9366E950-1E88-4425-8D3F-37C533B456BA}" type="presOf" srcId="{B0A92FA4-1A60-4AA8-80CC-B90003ECCC46}" destId="{FA67E544-3511-4B49-96F2-C2396FAEE7A8}" srcOrd="0" destOrd="0" presId="urn:microsoft.com/office/officeart/2005/8/layout/hierarchy6"/>
    <dgm:cxn modelId="{C98BC954-34E3-4A89-BC50-3B4E1C23794D}" type="presOf" srcId="{952E8B5B-9F4D-44B6-B1DE-1DA9B450EDE2}" destId="{57179A7A-97DA-4277-A7BE-88B44CAA2597}" srcOrd="0" destOrd="0" presId="urn:microsoft.com/office/officeart/2005/8/layout/hierarchy6"/>
    <dgm:cxn modelId="{EF0D2179-49EC-41F7-B21B-F0F8ED413010}" type="presOf" srcId="{3B98B937-CC12-46F2-AB18-511732998146}" destId="{D5766103-200E-4865-AB9D-DF918EB0A23E}" srcOrd="0" destOrd="0" presId="urn:microsoft.com/office/officeart/2005/8/layout/hierarchy6"/>
    <dgm:cxn modelId="{5D52CD7F-E8B5-476A-8E35-055A112024CB}" srcId="{9FC0380F-66B2-4639-ADB7-EC2221CEDF4C}" destId="{52E8682B-7024-4C24-A6AB-38C84E3CF394}" srcOrd="1" destOrd="0" parTransId="{3B98B937-CC12-46F2-AB18-511732998146}" sibTransId="{C0775E74-0B69-4727-874C-2E9F7001DF42}"/>
    <dgm:cxn modelId="{7F98F48E-ED71-4046-9EB9-C5F26D97C2A0}" srcId="{9FC0380F-66B2-4639-ADB7-EC2221CEDF4C}" destId="{FA7BE92E-A285-4D18-BC08-5927EB2022A0}" srcOrd="4" destOrd="0" parTransId="{B0A92FA4-1A60-4AA8-80CC-B90003ECCC46}" sibTransId="{CE5762A4-BFF7-4804-9124-FDC9B09A1CAC}"/>
    <dgm:cxn modelId="{C98CBBA6-7BF7-4511-AE36-8985F259D0B4}" type="presOf" srcId="{63D5DA00-3259-4AF8-A3E6-F410B530A2F7}" destId="{89BCDBE4-16B5-4A09-9CDA-495E7591D37F}" srcOrd="0" destOrd="0" presId="urn:microsoft.com/office/officeart/2005/8/layout/hierarchy6"/>
    <dgm:cxn modelId="{9DBB54A8-3EAD-40C9-8B34-9227600F7277}" type="presOf" srcId="{68467D6C-2EE2-487B-ABB8-D49691C19C49}" destId="{C5F56A66-D3F8-41F7-934C-3BF6AB506B41}" srcOrd="0" destOrd="0" presId="urn:microsoft.com/office/officeart/2005/8/layout/hierarchy6"/>
    <dgm:cxn modelId="{8FBE90B5-4131-40A2-80F9-26FDB3B51A90}" type="presOf" srcId="{BFBBE4AC-52F2-40B4-B0F8-0668D9FDDA61}" destId="{EDE41999-330F-45E3-A64D-4EB35F9FB787}" srcOrd="0" destOrd="0" presId="urn:microsoft.com/office/officeart/2005/8/layout/hierarchy6"/>
    <dgm:cxn modelId="{98E8B3B5-59F7-4169-966D-42F7CA841771}" type="presOf" srcId="{A787599F-ED46-407B-8D82-8A54A0674D65}" destId="{9D9F0931-E846-47AD-9E6B-8DC1AEE05426}" srcOrd="0" destOrd="0" presId="urn:microsoft.com/office/officeart/2005/8/layout/hierarchy6"/>
    <dgm:cxn modelId="{FD2330B9-124E-4C6B-8F2E-25FC7854BE3E}" type="presOf" srcId="{52E8682B-7024-4C24-A6AB-38C84E3CF394}" destId="{E2D5F8AA-4A01-4E3A-91DA-5EF99BCA95FD}" srcOrd="0" destOrd="0" presId="urn:microsoft.com/office/officeart/2005/8/layout/hierarchy6"/>
    <dgm:cxn modelId="{6D2833D3-53FA-464A-BA85-5E50112274CC}" srcId="{9FC0380F-66B2-4639-ADB7-EC2221CEDF4C}" destId="{68467D6C-2EE2-487B-ABB8-D49691C19C49}" srcOrd="0" destOrd="0" parTransId="{BFBBE4AC-52F2-40B4-B0F8-0668D9FDDA61}" sibTransId="{8EDB82F2-2599-4F9D-AE57-C390011F5C8A}"/>
    <dgm:cxn modelId="{7E405FDD-D420-43A2-9668-B2A60DD5A6FF}" type="presOf" srcId="{0B0BBC68-9942-4C9C-815C-3966CBF9D4CF}" destId="{EA2DFB08-3B24-4886-AEEE-A3CFE6EEAF23}" srcOrd="0" destOrd="0" presId="urn:microsoft.com/office/officeart/2005/8/layout/hierarchy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125E9983-0A16-4EF7-A21D-E70EFA9F7D89}" type="presParOf" srcId="{5113DCFF-39A1-4162-BBEE-ADE4172C6B7B}" destId="{EDE41999-330F-45E3-A64D-4EB35F9FB787}" srcOrd="0" destOrd="0" presId="urn:microsoft.com/office/officeart/2005/8/layout/hierarchy6"/>
    <dgm:cxn modelId="{72A0B15B-8805-4427-AD5C-DB43BAEAAD6F}" type="presParOf" srcId="{5113DCFF-39A1-4162-BBEE-ADE4172C6B7B}" destId="{46911C08-23F7-4E6D-9B8F-944CC418C301}" srcOrd="1" destOrd="0" presId="urn:microsoft.com/office/officeart/2005/8/layout/hierarchy6"/>
    <dgm:cxn modelId="{292043D1-D461-48DC-BF55-4BC18B27DE53}" type="presParOf" srcId="{46911C08-23F7-4E6D-9B8F-944CC418C301}" destId="{C5F56A66-D3F8-41F7-934C-3BF6AB506B41}" srcOrd="0" destOrd="0" presId="urn:microsoft.com/office/officeart/2005/8/layout/hierarchy6"/>
    <dgm:cxn modelId="{902CC7AE-7FA1-4C55-A85E-844C68F4BCC7}" type="presParOf" srcId="{46911C08-23F7-4E6D-9B8F-944CC418C301}" destId="{89DE1424-069E-46EA-853B-659D537B8DD0}" srcOrd="1" destOrd="0" presId="urn:microsoft.com/office/officeart/2005/8/layout/hierarchy6"/>
    <dgm:cxn modelId="{7A255FAA-5F41-4B9C-AA71-018056A185D0}" type="presParOf" srcId="{5113DCFF-39A1-4162-BBEE-ADE4172C6B7B}" destId="{D5766103-200E-4865-AB9D-DF918EB0A23E}" srcOrd="2" destOrd="0" presId="urn:microsoft.com/office/officeart/2005/8/layout/hierarchy6"/>
    <dgm:cxn modelId="{D9591382-13F5-4668-BC97-9529C8F3C356}" type="presParOf" srcId="{5113DCFF-39A1-4162-BBEE-ADE4172C6B7B}" destId="{7050C770-3B0E-4AF4-912D-AA58D0DECEFF}" srcOrd="3" destOrd="0" presId="urn:microsoft.com/office/officeart/2005/8/layout/hierarchy6"/>
    <dgm:cxn modelId="{82BAF0F0-4BC7-42AF-9986-7EB5C3FEC039}" type="presParOf" srcId="{7050C770-3B0E-4AF4-912D-AA58D0DECEFF}" destId="{E2D5F8AA-4A01-4E3A-91DA-5EF99BCA95FD}" srcOrd="0" destOrd="0" presId="urn:microsoft.com/office/officeart/2005/8/layout/hierarchy6"/>
    <dgm:cxn modelId="{43879306-6554-4D0F-9750-033E1F47DB99}" type="presParOf" srcId="{7050C770-3B0E-4AF4-912D-AA58D0DECEFF}" destId="{841F2CC7-3129-4FBC-827D-A60458A1C169}" srcOrd="1" destOrd="0" presId="urn:microsoft.com/office/officeart/2005/8/layout/hierarchy6"/>
    <dgm:cxn modelId="{8FBD1FEA-97CC-4FFF-B2F7-B3B24ACCD46A}" type="presParOf" srcId="{5113DCFF-39A1-4162-BBEE-ADE4172C6B7B}" destId="{9D9F0931-E846-47AD-9E6B-8DC1AEE05426}" srcOrd="4" destOrd="0" presId="urn:microsoft.com/office/officeart/2005/8/layout/hierarchy6"/>
    <dgm:cxn modelId="{61AFD95B-3ACF-42E2-9648-B398C4BB6AB2}" type="presParOf" srcId="{5113DCFF-39A1-4162-BBEE-ADE4172C6B7B}" destId="{5AE2A752-1114-4535-B663-9EADEC4F2468}" srcOrd="5" destOrd="0" presId="urn:microsoft.com/office/officeart/2005/8/layout/hierarchy6"/>
    <dgm:cxn modelId="{78ECE654-CFE3-410C-8A85-D3EB563FAC76}" type="presParOf" srcId="{5AE2A752-1114-4535-B663-9EADEC4F2468}" destId="{CBE5A4FB-A6C5-4249-8FAF-D018B3827C96}" srcOrd="0" destOrd="0" presId="urn:microsoft.com/office/officeart/2005/8/layout/hierarchy6"/>
    <dgm:cxn modelId="{F4939FB4-49D1-45CD-87D2-7E1176B2C9F3}" type="presParOf" srcId="{5AE2A752-1114-4535-B663-9EADEC4F2468}" destId="{2E3534FA-9197-41B3-B359-3DDB0231C508}" srcOrd="1" destOrd="0" presId="urn:microsoft.com/office/officeart/2005/8/layout/hierarchy6"/>
    <dgm:cxn modelId="{1A67CE21-16BB-4452-B3AD-BF8DB1C00241}" type="presParOf" srcId="{5113DCFF-39A1-4162-BBEE-ADE4172C6B7B}" destId="{57179A7A-97DA-4277-A7BE-88B44CAA2597}" srcOrd="6" destOrd="0" presId="urn:microsoft.com/office/officeart/2005/8/layout/hierarchy6"/>
    <dgm:cxn modelId="{1F54549A-02B9-444F-AB8E-C8400679894B}" type="presParOf" srcId="{5113DCFF-39A1-4162-BBEE-ADE4172C6B7B}" destId="{9D4FB7A4-1131-443E-89E4-9DDE673D849F}" srcOrd="7" destOrd="0" presId="urn:microsoft.com/office/officeart/2005/8/layout/hierarchy6"/>
    <dgm:cxn modelId="{08618C73-1DC1-461C-8D8C-F4C480E4323B}" type="presParOf" srcId="{9D4FB7A4-1131-443E-89E4-9DDE673D849F}" destId="{89BCDBE4-16B5-4A09-9CDA-495E7591D37F}" srcOrd="0" destOrd="0" presId="urn:microsoft.com/office/officeart/2005/8/layout/hierarchy6"/>
    <dgm:cxn modelId="{9370CB63-EDF4-418A-800A-32C9B1447044}" type="presParOf" srcId="{9D4FB7A4-1131-443E-89E4-9DDE673D849F}" destId="{4A53BFC9-55DD-4040-A91A-C26CBDD77435}" srcOrd="1" destOrd="0" presId="urn:microsoft.com/office/officeart/2005/8/layout/hierarchy6"/>
    <dgm:cxn modelId="{75580A8F-8AAB-43EB-8FBB-34438363B9AA}" type="presParOf" srcId="{5113DCFF-39A1-4162-BBEE-ADE4172C6B7B}" destId="{FA67E544-3511-4B49-96F2-C2396FAEE7A8}" srcOrd="8" destOrd="0" presId="urn:microsoft.com/office/officeart/2005/8/layout/hierarchy6"/>
    <dgm:cxn modelId="{A44EA72E-259B-4839-A7E4-484AEE9F5432}" type="presParOf" srcId="{5113DCFF-39A1-4162-BBEE-ADE4172C6B7B}" destId="{1326CD6E-C6F7-44D9-A6DB-94B16BAEDF94}" srcOrd="9" destOrd="0" presId="urn:microsoft.com/office/officeart/2005/8/layout/hierarchy6"/>
    <dgm:cxn modelId="{84017D1F-17E4-4D20-A456-8145ECF8B609}" type="presParOf" srcId="{1326CD6E-C6F7-44D9-A6DB-94B16BAEDF94}" destId="{2F5AB3AE-B4EC-47BB-823E-0FF21107A33C}" srcOrd="0" destOrd="0" presId="urn:microsoft.com/office/officeart/2005/8/layout/hierarchy6"/>
    <dgm:cxn modelId="{8DA737E9-158D-4955-942F-A6FEDDF7F456}" type="presParOf" srcId="{1326CD6E-C6F7-44D9-A6DB-94B16BAEDF94}" destId="{15BBF46D-CC45-4D9B-8A20-12E5D2012F32}"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869A4D2-8F6F-4330-AC11-F8901CF93E47}" type="doc">
      <dgm:prSet loTypeId="urn:microsoft.com/office/officeart/2005/8/layout/architecture" loCatId="hierarchy" qsTypeId="urn:microsoft.com/office/officeart/2005/8/quickstyle/simple4" qsCatId="simple" csTypeId="urn:microsoft.com/office/officeart/2005/8/colors/colorful5" csCatId="colorful" phldr="1"/>
      <dgm:spPr/>
      <dgm:t>
        <a:bodyPr/>
        <a:lstStyle/>
        <a:p>
          <a:endParaRPr lang="en-US"/>
        </a:p>
      </dgm:t>
    </dgm:pt>
    <dgm:pt modelId="{902ABC4A-D4CE-4208-A3B8-E9E29437BC30}">
      <dgm:prSet phldrT="[Text]"/>
      <dgm:spPr/>
      <dgm:t>
        <a:bodyPr/>
        <a:lstStyle/>
        <a:p>
          <a:r>
            <a:rPr lang="en-US" dirty="0" err="1"/>
            <a:t>ডিম</a:t>
          </a:r>
          <a:r>
            <a:rPr lang="en-US" dirty="0"/>
            <a:t> </a:t>
          </a:r>
          <a:r>
            <a:rPr lang="en-US" dirty="0" err="1"/>
            <a:t>পাড়া</a:t>
          </a:r>
          <a:r>
            <a:rPr lang="en-US" dirty="0"/>
            <a:t> </a:t>
          </a:r>
          <a:r>
            <a:rPr lang="en-US" dirty="0" err="1"/>
            <a:t>মুরগীর</a:t>
          </a:r>
          <a:r>
            <a:rPr lang="en-US" dirty="0"/>
            <a:t> </a:t>
          </a:r>
          <a:r>
            <a:rPr lang="en-US" dirty="0" err="1"/>
            <a:t>রেশন</a:t>
          </a:r>
          <a:endParaRPr lang="en-US" dirty="0"/>
        </a:p>
      </dgm:t>
    </dgm:pt>
    <dgm:pt modelId="{01C7F16C-92A5-41FD-8141-0463E6C90EBA}" type="parTrans" cxnId="{ADB5EBFF-3F4F-4774-B1DD-D1F899917593}">
      <dgm:prSet/>
      <dgm:spPr/>
      <dgm:t>
        <a:bodyPr/>
        <a:lstStyle/>
        <a:p>
          <a:endParaRPr lang="en-US"/>
        </a:p>
      </dgm:t>
    </dgm:pt>
    <dgm:pt modelId="{9858EFA1-3D59-4010-AA3F-636F38C45284}" type="sibTrans" cxnId="{ADB5EBFF-3F4F-4774-B1DD-D1F899917593}">
      <dgm:prSet/>
      <dgm:spPr/>
      <dgm:t>
        <a:bodyPr/>
        <a:lstStyle/>
        <a:p>
          <a:endParaRPr lang="en-US"/>
        </a:p>
      </dgm:t>
    </dgm:pt>
    <dgm:pt modelId="{7D30E7DD-8394-49DE-8154-873E0E91B329}">
      <dgm:prSet phldrT="[Text]"/>
      <dgm:spPr/>
      <dgm:t>
        <a:bodyPr/>
        <a:lstStyle/>
        <a:p>
          <a:r>
            <a:rPr lang="en-US" dirty="0" err="1"/>
            <a:t>ব্রয়লার</a:t>
          </a:r>
          <a:r>
            <a:rPr lang="en-US" dirty="0"/>
            <a:t> </a:t>
          </a:r>
          <a:r>
            <a:rPr lang="en-US" dirty="0" err="1"/>
            <a:t>মুরগীর</a:t>
          </a:r>
          <a:r>
            <a:rPr lang="en-US" dirty="0"/>
            <a:t> </a:t>
          </a:r>
          <a:r>
            <a:rPr lang="en-US" dirty="0" err="1"/>
            <a:t>রেশন</a:t>
          </a:r>
          <a:endParaRPr lang="en-US" dirty="0"/>
        </a:p>
      </dgm:t>
    </dgm:pt>
    <dgm:pt modelId="{505C34A3-7FE2-4351-8657-047F87B9745E}" type="parTrans" cxnId="{040E561B-9BB6-4D0E-A6E1-49F935CEBC20}">
      <dgm:prSet/>
      <dgm:spPr/>
      <dgm:t>
        <a:bodyPr/>
        <a:lstStyle/>
        <a:p>
          <a:endParaRPr lang="en-US"/>
        </a:p>
      </dgm:t>
    </dgm:pt>
    <dgm:pt modelId="{F662B7E8-EFB7-413E-A7D9-23A58C7CB212}" type="sibTrans" cxnId="{040E561B-9BB6-4D0E-A6E1-49F935CEBC20}">
      <dgm:prSet/>
      <dgm:spPr/>
      <dgm:t>
        <a:bodyPr/>
        <a:lstStyle/>
        <a:p>
          <a:endParaRPr lang="en-US"/>
        </a:p>
      </dgm:t>
    </dgm:pt>
    <dgm:pt modelId="{D8E5DA3D-A010-4821-9FBF-4EAE036A47FB}">
      <dgm:prSet phldrT="[Text]"/>
      <dgm:spPr/>
      <dgm:t>
        <a:bodyPr/>
        <a:lstStyle/>
        <a:p>
          <a:r>
            <a:rPr lang="en-US" dirty="0" err="1"/>
            <a:t>লেয়ার</a:t>
          </a:r>
          <a:r>
            <a:rPr lang="en-US" dirty="0"/>
            <a:t> </a:t>
          </a:r>
          <a:r>
            <a:rPr lang="en-US" dirty="0" err="1"/>
            <a:t>স্টার্টার</a:t>
          </a:r>
          <a:r>
            <a:rPr lang="en-US" dirty="0"/>
            <a:t> </a:t>
          </a:r>
          <a:r>
            <a:rPr lang="en-US" dirty="0" err="1"/>
            <a:t>বা</a:t>
          </a:r>
          <a:r>
            <a:rPr lang="en-US" dirty="0"/>
            <a:t> </a:t>
          </a:r>
          <a:r>
            <a:rPr lang="en-US" dirty="0" err="1"/>
            <a:t>প্রারম্ভিক</a:t>
          </a:r>
          <a:r>
            <a:rPr lang="en-US" dirty="0"/>
            <a:t> </a:t>
          </a:r>
          <a:r>
            <a:rPr lang="en-US" dirty="0" err="1"/>
            <a:t>রেশনঃ</a:t>
          </a:r>
          <a:r>
            <a:rPr lang="en-US" dirty="0"/>
            <a:t> ০-৮ </a:t>
          </a:r>
          <a:r>
            <a:rPr lang="en-US" dirty="0" err="1"/>
            <a:t>সপ্তাহ</a:t>
          </a:r>
          <a:endParaRPr lang="en-US" dirty="0"/>
        </a:p>
      </dgm:t>
    </dgm:pt>
    <dgm:pt modelId="{CEC5DD57-374C-49B6-8687-0E2F373E2027}" type="parTrans" cxnId="{E7587287-CD4F-4A26-A386-05F56EB2733A}">
      <dgm:prSet/>
      <dgm:spPr/>
      <dgm:t>
        <a:bodyPr/>
        <a:lstStyle/>
        <a:p>
          <a:endParaRPr lang="en-US"/>
        </a:p>
      </dgm:t>
    </dgm:pt>
    <dgm:pt modelId="{925DD951-11AC-4F7B-A1CA-9B9B0B488241}" type="sibTrans" cxnId="{E7587287-CD4F-4A26-A386-05F56EB2733A}">
      <dgm:prSet/>
      <dgm:spPr/>
      <dgm:t>
        <a:bodyPr/>
        <a:lstStyle/>
        <a:p>
          <a:endParaRPr lang="en-US"/>
        </a:p>
      </dgm:t>
    </dgm:pt>
    <dgm:pt modelId="{0D1039CA-2829-4F33-B855-DEEF7B43D39B}">
      <dgm:prSet phldrT="[Text]"/>
      <dgm:spPr/>
      <dgm:t>
        <a:bodyPr/>
        <a:lstStyle/>
        <a:p>
          <a:r>
            <a:rPr lang="en-US" dirty="0" err="1"/>
            <a:t>বাড়ন্ত</a:t>
          </a:r>
          <a:r>
            <a:rPr lang="en-US" dirty="0"/>
            <a:t> </a:t>
          </a:r>
          <a:r>
            <a:rPr lang="en-US" dirty="0" err="1"/>
            <a:t>রেশনঃ</a:t>
          </a:r>
          <a:r>
            <a:rPr lang="en-US" dirty="0"/>
            <a:t> ৯-১৯ </a:t>
          </a:r>
          <a:r>
            <a:rPr lang="en-US" dirty="0" err="1"/>
            <a:t>সপ্তাহ</a:t>
          </a:r>
          <a:endParaRPr lang="en-US" dirty="0"/>
        </a:p>
      </dgm:t>
    </dgm:pt>
    <dgm:pt modelId="{1F55D8B0-7615-4812-990B-1FF2CC5C1FA9}" type="parTrans" cxnId="{1119B828-DA2A-46CA-A168-9DD2E0F4179D}">
      <dgm:prSet/>
      <dgm:spPr/>
      <dgm:t>
        <a:bodyPr/>
        <a:lstStyle/>
        <a:p>
          <a:endParaRPr lang="en-US"/>
        </a:p>
      </dgm:t>
    </dgm:pt>
    <dgm:pt modelId="{A690BD4D-372A-4304-92F7-2F66387B2DE2}" type="sibTrans" cxnId="{1119B828-DA2A-46CA-A168-9DD2E0F4179D}">
      <dgm:prSet/>
      <dgm:spPr/>
      <dgm:t>
        <a:bodyPr/>
        <a:lstStyle/>
        <a:p>
          <a:endParaRPr lang="en-US"/>
        </a:p>
      </dgm:t>
    </dgm:pt>
    <dgm:pt modelId="{6D033A7D-5F9B-4E46-A088-94B9B41049E6}">
      <dgm:prSet phldrT="[Text]"/>
      <dgm:spPr/>
      <dgm:t>
        <a:bodyPr/>
        <a:lstStyle/>
        <a:p>
          <a:r>
            <a:rPr lang="en-US" dirty="0" err="1"/>
            <a:t>লেয়ার</a:t>
          </a:r>
          <a:r>
            <a:rPr lang="en-US" dirty="0"/>
            <a:t> </a:t>
          </a:r>
          <a:r>
            <a:rPr lang="en-US" dirty="0" err="1"/>
            <a:t>মুরগীর</a:t>
          </a:r>
          <a:r>
            <a:rPr lang="en-US" dirty="0"/>
            <a:t> </a:t>
          </a:r>
          <a:r>
            <a:rPr lang="en-US" dirty="0" err="1"/>
            <a:t>রেশনঃ</a:t>
          </a:r>
          <a:r>
            <a:rPr lang="en-US" dirty="0"/>
            <a:t> ১০-৭২ </a:t>
          </a:r>
          <a:r>
            <a:rPr lang="en-US" dirty="0" err="1"/>
            <a:t>সপ্তাহ</a:t>
          </a:r>
          <a:endParaRPr lang="en-US" dirty="0"/>
        </a:p>
      </dgm:t>
    </dgm:pt>
    <dgm:pt modelId="{C772873F-DBA9-490D-AA74-52FAA3116A60}" type="parTrans" cxnId="{55D75A92-24CD-434F-AB60-6EE40CB297DB}">
      <dgm:prSet/>
      <dgm:spPr/>
      <dgm:t>
        <a:bodyPr/>
        <a:lstStyle/>
        <a:p>
          <a:endParaRPr lang="en-US"/>
        </a:p>
      </dgm:t>
    </dgm:pt>
    <dgm:pt modelId="{9EC62BF7-B911-41CB-88CF-CC5BC89C1DB7}" type="sibTrans" cxnId="{55D75A92-24CD-434F-AB60-6EE40CB297DB}">
      <dgm:prSet/>
      <dgm:spPr/>
      <dgm:t>
        <a:bodyPr/>
        <a:lstStyle/>
        <a:p>
          <a:endParaRPr lang="en-US"/>
        </a:p>
      </dgm:t>
    </dgm:pt>
    <dgm:pt modelId="{2E5A521C-7FC3-4E0A-9D43-368B2CF6CBB1}">
      <dgm:prSet phldrT="[Text]"/>
      <dgm:spPr/>
      <dgm:t>
        <a:bodyPr/>
        <a:lstStyle/>
        <a:p>
          <a:r>
            <a:rPr lang="en-US" dirty="0" err="1"/>
            <a:t>ব্রয়লার</a:t>
          </a:r>
          <a:r>
            <a:rPr lang="en-US" dirty="0"/>
            <a:t> </a:t>
          </a:r>
          <a:r>
            <a:rPr lang="en-US" dirty="0" err="1"/>
            <a:t>স্টার্টারঃ</a:t>
          </a:r>
          <a:r>
            <a:rPr lang="en-US" dirty="0"/>
            <a:t> ০- ২ </a:t>
          </a:r>
          <a:r>
            <a:rPr lang="en-US" dirty="0" err="1"/>
            <a:t>সপ্তাহ</a:t>
          </a:r>
          <a:endParaRPr lang="en-US" dirty="0"/>
        </a:p>
      </dgm:t>
    </dgm:pt>
    <dgm:pt modelId="{2BC12ECA-3C93-40C2-9584-4D00BE5C2AEE}" type="parTrans" cxnId="{D0E017A0-9E32-43F1-9E66-CE4FDBCE89DA}">
      <dgm:prSet/>
      <dgm:spPr/>
      <dgm:t>
        <a:bodyPr/>
        <a:lstStyle/>
        <a:p>
          <a:endParaRPr lang="en-US"/>
        </a:p>
      </dgm:t>
    </dgm:pt>
    <dgm:pt modelId="{CA273749-BE4F-4D90-B4CF-8993BBECB861}" type="sibTrans" cxnId="{D0E017A0-9E32-43F1-9E66-CE4FDBCE89DA}">
      <dgm:prSet/>
      <dgm:spPr/>
      <dgm:t>
        <a:bodyPr/>
        <a:lstStyle/>
        <a:p>
          <a:endParaRPr lang="en-US"/>
        </a:p>
      </dgm:t>
    </dgm:pt>
    <dgm:pt modelId="{CCDB6684-4CFB-48D2-B4D6-16730ED4BC80}">
      <dgm:prSet phldrT="[Text]"/>
      <dgm:spPr/>
      <dgm:t>
        <a:bodyPr/>
        <a:lstStyle/>
        <a:p>
          <a:r>
            <a:rPr lang="en-US" dirty="0" err="1"/>
            <a:t>ব্রয়লার</a:t>
          </a:r>
          <a:r>
            <a:rPr lang="en-US" dirty="0"/>
            <a:t> </a:t>
          </a:r>
          <a:r>
            <a:rPr lang="en-US" dirty="0" err="1"/>
            <a:t>গ্রোয়ারঃ</a:t>
          </a:r>
          <a:r>
            <a:rPr lang="en-US" dirty="0"/>
            <a:t> ৩-৪ </a:t>
          </a:r>
          <a:r>
            <a:rPr lang="en-US" dirty="0" err="1"/>
            <a:t>সপ্তাহ</a:t>
          </a:r>
          <a:endParaRPr lang="en-US" dirty="0"/>
        </a:p>
      </dgm:t>
    </dgm:pt>
    <dgm:pt modelId="{67BDF722-A49E-46EA-9425-7D7A4C1901AD}" type="parTrans" cxnId="{3539ECB9-E078-4504-AB61-41996EA28925}">
      <dgm:prSet/>
      <dgm:spPr/>
      <dgm:t>
        <a:bodyPr/>
        <a:lstStyle/>
        <a:p>
          <a:endParaRPr lang="en-US"/>
        </a:p>
      </dgm:t>
    </dgm:pt>
    <dgm:pt modelId="{5723262B-4C77-413B-B28A-1ED043029E88}" type="sibTrans" cxnId="{3539ECB9-E078-4504-AB61-41996EA28925}">
      <dgm:prSet/>
      <dgm:spPr/>
      <dgm:t>
        <a:bodyPr/>
        <a:lstStyle/>
        <a:p>
          <a:endParaRPr lang="en-US"/>
        </a:p>
      </dgm:t>
    </dgm:pt>
    <dgm:pt modelId="{2E84D7CE-4664-4E26-BA57-8556CAEB069B}">
      <dgm:prSet phldrT="[Text]"/>
      <dgm:spPr/>
      <dgm:t>
        <a:bodyPr/>
        <a:lstStyle/>
        <a:p>
          <a:r>
            <a:rPr lang="en-US" dirty="0" err="1"/>
            <a:t>ব্রয়লার</a:t>
          </a:r>
          <a:r>
            <a:rPr lang="en-US" dirty="0"/>
            <a:t> </a:t>
          </a:r>
          <a:r>
            <a:rPr lang="en-US" dirty="0" err="1"/>
            <a:t>ফিনিশারঃ</a:t>
          </a:r>
          <a:r>
            <a:rPr lang="en-US" dirty="0"/>
            <a:t> ৩-৪ </a:t>
          </a:r>
          <a:r>
            <a:rPr lang="en-US" dirty="0" err="1"/>
            <a:t>সপ্তাহ</a:t>
          </a:r>
          <a:endParaRPr lang="en-US" dirty="0"/>
        </a:p>
      </dgm:t>
    </dgm:pt>
    <dgm:pt modelId="{EF6B723E-B370-4929-BA0D-D72C78C82EF0}" type="parTrans" cxnId="{74230FF8-C62F-4A32-BE63-8B79C3B5E4D8}">
      <dgm:prSet/>
      <dgm:spPr/>
      <dgm:t>
        <a:bodyPr/>
        <a:lstStyle/>
        <a:p>
          <a:endParaRPr lang="en-US"/>
        </a:p>
      </dgm:t>
    </dgm:pt>
    <dgm:pt modelId="{C1D79886-8A16-449E-AA32-21E129F5E28C}" type="sibTrans" cxnId="{74230FF8-C62F-4A32-BE63-8B79C3B5E4D8}">
      <dgm:prSet/>
      <dgm:spPr/>
      <dgm:t>
        <a:bodyPr/>
        <a:lstStyle/>
        <a:p>
          <a:endParaRPr lang="en-US"/>
        </a:p>
      </dgm:t>
    </dgm:pt>
    <dgm:pt modelId="{97595052-DB56-4D6A-9E87-9E5C67400897}" type="pres">
      <dgm:prSet presAssocID="{A869A4D2-8F6F-4330-AC11-F8901CF93E47}" presName="Name0" presStyleCnt="0">
        <dgm:presLayoutVars>
          <dgm:chPref val="1"/>
          <dgm:dir/>
          <dgm:animOne val="branch"/>
          <dgm:animLvl val="lvl"/>
          <dgm:resizeHandles/>
        </dgm:presLayoutVars>
      </dgm:prSet>
      <dgm:spPr/>
    </dgm:pt>
    <dgm:pt modelId="{E88E9F90-526C-40AD-85F7-38130FE8FCFD}" type="pres">
      <dgm:prSet presAssocID="{902ABC4A-D4CE-4208-A3B8-E9E29437BC30}" presName="vertOne" presStyleCnt="0"/>
      <dgm:spPr/>
    </dgm:pt>
    <dgm:pt modelId="{24BE1EA4-B690-42F7-8118-E34D4FA6596E}" type="pres">
      <dgm:prSet presAssocID="{902ABC4A-D4CE-4208-A3B8-E9E29437BC30}" presName="txOne" presStyleLbl="node0" presStyleIdx="0" presStyleCnt="2" custScaleX="69954" custLinFactY="-100000" custLinFactNeighborX="2124" custLinFactNeighborY="-170038">
        <dgm:presLayoutVars>
          <dgm:chPref val="3"/>
        </dgm:presLayoutVars>
      </dgm:prSet>
      <dgm:spPr/>
    </dgm:pt>
    <dgm:pt modelId="{77A8C5DA-4B2C-44EF-99BD-043ED7917355}" type="pres">
      <dgm:prSet presAssocID="{902ABC4A-D4CE-4208-A3B8-E9E29437BC30}" presName="parTransOne" presStyleCnt="0"/>
      <dgm:spPr/>
    </dgm:pt>
    <dgm:pt modelId="{F33069B3-E77B-4976-959A-4F07F1A1B4D0}" type="pres">
      <dgm:prSet presAssocID="{902ABC4A-D4CE-4208-A3B8-E9E29437BC30}" presName="horzOne" presStyleCnt="0"/>
      <dgm:spPr/>
    </dgm:pt>
    <dgm:pt modelId="{0B24438F-7FE5-497F-BC35-E1A59C8B45E5}" type="pres">
      <dgm:prSet presAssocID="{D8E5DA3D-A010-4821-9FBF-4EAE036A47FB}" presName="vertTwo" presStyleCnt="0"/>
      <dgm:spPr/>
    </dgm:pt>
    <dgm:pt modelId="{B7DC6703-32DF-4C6C-9B28-53BD1642A5F6}" type="pres">
      <dgm:prSet presAssocID="{D8E5DA3D-A010-4821-9FBF-4EAE036A47FB}" presName="txTwo" presStyleLbl="node2" presStyleIdx="0" presStyleCnt="6" custLinFactY="6059" custLinFactNeighborX="7475" custLinFactNeighborY="100000">
        <dgm:presLayoutVars>
          <dgm:chPref val="3"/>
        </dgm:presLayoutVars>
      </dgm:prSet>
      <dgm:spPr/>
    </dgm:pt>
    <dgm:pt modelId="{9EC96E5B-EE25-4A44-A8D4-8394A7C34C8C}" type="pres">
      <dgm:prSet presAssocID="{D8E5DA3D-A010-4821-9FBF-4EAE036A47FB}" presName="horzTwo" presStyleCnt="0"/>
      <dgm:spPr/>
    </dgm:pt>
    <dgm:pt modelId="{4E01A85A-10C2-4520-91EF-F7C4BFE83571}" type="pres">
      <dgm:prSet presAssocID="{925DD951-11AC-4F7B-A1CA-9B9B0B488241}" presName="sibSpaceTwo" presStyleCnt="0"/>
      <dgm:spPr/>
    </dgm:pt>
    <dgm:pt modelId="{210B61CE-5518-490C-B131-4754A0F7BEAF}" type="pres">
      <dgm:prSet presAssocID="{0D1039CA-2829-4F33-B855-DEEF7B43D39B}" presName="vertTwo" presStyleCnt="0"/>
      <dgm:spPr/>
    </dgm:pt>
    <dgm:pt modelId="{B87C26F6-3BE8-44F5-BE74-3B4BEFD87F6E}" type="pres">
      <dgm:prSet presAssocID="{0D1039CA-2829-4F33-B855-DEEF7B43D39B}" presName="txTwo" presStyleLbl="node2" presStyleIdx="1" presStyleCnt="6" custLinFactY="4699" custLinFactNeighborX="5980" custLinFactNeighborY="100000">
        <dgm:presLayoutVars>
          <dgm:chPref val="3"/>
        </dgm:presLayoutVars>
      </dgm:prSet>
      <dgm:spPr/>
    </dgm:pt>
    <dgm:pt modelId="{AEA0D22B-10CA-47A9-BE7E-8E16CA22DC66}" type="pres">
      <dgm:prSet presAssocID="{0D1039CA-2829-4F33-B855-DEEF7B43D39B}" presName="horzTwo" presStyleCnt="0"/>
      <dgm:spPr/>
    </dgm:pt>
    <dgm:pt modelId="{9CFC48F7-4F88-4D4A-B6BF-503FC4062ABE}" type="pres">
      <dgm:prSet presAssocID="{A690BD4D-372A-4304-92F7-2F66387B2DE2}" presName="sibSpaceTwo" presStyleCnt="0"/>
      <dgm:spPr/>
    </dgm:pt>
    <dgm:pt modelId="{70948D71-D57D-43A7-AB46-AD9B5E9B6B8C}" type="pres">
      <dgm:prSet presAssocID="{6D033A7D-5F9B-4E46-A088-94B9B41049E6}" presName="vertTwo" presStyleCnt="0"/>
      <dgm:spPr/>
    </dgm:pt>
    <dgm:pt modelId="{CB5C7CD8-DA24-4063-AD04-C21514BC2FEB}" type="pres">
      <dgm:prSet presAssocID="{6D033A7D-5F9B-4E46-A088-94B9B41049E6}" presName="txTwo" presStyleLbl="node2" presStyleIdx="2" presStyleCnt="6" custLinFactY="4699" custLinFactNeighborX="5233" custLinFactNeighborY="100000">
        <dgm:presLayoutVars>
          <dgm:chPref val="3"/>
        </dgm:presLayoutVars>
      </dgm:prSet>
      <dgm:spPr/>
    </dgm:pt>
    <dgm:pt modelId="{5BF56C7D-8684-43D9-85F3-4C7E0BB0CC2F}" type="pres">
      <dgm:prSet presAssocID="{6D033A7D-5F9B-4E46-A088-94B9B41049E6}" presName="horzTwo" presStyleCnt="0"/>
      <dgm:spPr/>
    </dgm:pt>
    <dgm:pt modelId="{B0D79054-5686-4457-B843-59F3E2A1689D}" type="pres">
      <dgm:prSet presAssocID="{9858EFA1-3D59-4010-AA3F-636F38C45284}" presName="sibSpaceOne" presStyleCnt="0"/>
      <dgm:spPr/>
    </dgm:pt>
    <dgm:pt modelId="{6DCC1422-23B9-4D22-9B33-259D85C3C6EB}" type="pres">
      <dgm:prSet presAssocID="{7D30E7DD-8394-49DE-8154-873E0E91B329}" presName="vertOne" presStyleCnt="0"/>
      <dgm:spPr/>
    </dgm:pt>
    <dgm:pt modelId="{0598D4B6-D1EA-49D3-B29F-67748C38D54E}" type="pres">
      <dgm:prSet presAssocID="{7D30E7DD-8394-49DE-8154-873E0E91B329}" presName="txOne" presStyleLbl="node0" presStyleIdx="1" presStyleCnt="2" custScaleX="72624" custLinFactY="-100000" custLinFactNeighborX="-1291" custLinFactNeighborY="-100936">
        <dgm:presLayoutVars>
          <dgm:chPref val="3"/>
        </dgm:presLayoutVars>
      </dgm:prSet>
      <dgm:spPr/>
    </dgm:pt>
    <dgm:pt modelId="{3CCDE932-926D-4BF1-85A4-205317C749B7}" type="pres">
      <dgm:prSet presAssocID="{7D30E7DD-8394-49DE-8154-873E0E91B329}" presName="parTransOne" presStyleCnt="0"/>
      <dgm:spPr/>
    </dgm:pt>
    <dgm:pt modelId="{C69DA6A0-698D-40A0-8AAB-ED284182F1AB}" type="pres">
      <dgm:prSet presAssocID="{7D30E7DD-8394-49DE-8154-873E0E91B329}" presName="horzOne" presStyleCnt="0"/>
      <dgm:spPr/>
    </dgm:pt>
    <dgm:pt modelId="{AC4A48E8-1304-43AD-9FBC-DDE15AEDB5C5}" type="pres">
      <dgm:prSet presAssocID="{2E5A521C-7FC3-4E0A-9D43-368B2CF6CBB1}" presName="vertTwo" presStyleCnt="0"/>
      <dgm:spPr/>
    </dgm:pt>
    <dgm:pt modelId="{8EC72B69-1F8F-41E9-8A69-A8DB610DA927}" type="pres">
      <dgm:prSet presAssocID="{2E5A521C-7FC3-4E0A-9D43-368B2CF6CBB1}" presName="txTwo" presStyleLbl="node2" presStyleIdx="3" presStyleCnt="6" custLinFactY="5153" custLinFactNeighborX="-2990" custLinFactNeighborY="100000">
        <dgm:presLayoutVars>
          <dgm:chPref val="3"/>
        </dgm:presLayoutVars>
      </dgm:prSet>
      <dgm:spPr/>
    </dgm:pt>
    <dgm:pt modelId="{36C489D6-ACB4-4333-83EA-A8F75363111B}" type="pres">
      <dgm:prSet presAssocID="{2E5A521C-7FC3-4E0A-9D43-368B2CF6CBB1}" presName="horzTwo" presStyleCnt="0"/>
      <dgm:spPr/>
    </dgm:pt>
    <dgm:pt modelId="{594F946B-5DA8-41F2-92D9-0E2BC9959CF8}" type="pres">
      <dgm:prSet presAssocID="{CA273749-BE4F-4D90-B4CF-8993BBECB861}" presName="sibSpaceTwo" presStyleCnt="0"/>
      <dgm:spPr/>
    </dgm:pt>
    <dgm:pt modelId="{ED737EAD-1016-447C-B233-4A807C8D5013}" type="pres">
      <dgm:prSet presAssocID="{CCDB6684-4CFB-48D2-B4D6-16730ED4BC80}" presName="vertTwo" presStyleCnt="0"/>
      <dgm:spPr/>
    </dgm:pt>
    <dgm:pt modelId="{9CA9FF22-BC93-4294-966F-CA09DEAE2655}" type="pres">
      <dgm:prSet presAssocID="{CCDB6684-4CFB-48D2-B4D6-16730ED4BC80}" presName="txTwo" presStyleLbl="node2" presStyleIdx="4" presStyleCnt="6" custLinFactY="6059" custLinFactNeighborX="-1495" custLinFactNeighborY="100000">
        <dgm:presLayoutVars>
          <dgm:chPref val="3"/>
        </dgm:presLayoutVars>
      </dgm:prSet>
      <dgm:spPr/>
    </dgm:pt>
    <dgm:pt modelId="{C662CE05-1A84-4B2D-B4E1-A71DF46DADED}" type="pres">
      <dgm:prSet presAssocID="{CCDB6684-4CFB-48D2-B4D6-16730ED4BC80}" presName="horzTwo" presStyleCnt="0"/>
      <dgm:spPr/>
    </dgm:pt>
    <dgm:pt modelId="{A83DDF1B-0E5E-4AFA-8DB8-0AF77687BC2D}" type="pres">
      <dgm:prSet presAssocID="{5723262B-4C77-413B-B28A-1ED043029E88}" presName="sibSpaceTwo" presStyleCnt="0"/>
      <dgm:spPr/>
    </dgm:pt>
    <dgm:pt modelId="{72C0288E-CC19-4C7B-8F0B-798C3796AA0E}" type="pres">
      <dgm:prSet presAssocID="{2E84D7CE-4664-4E26-BA57-8556CAEB069B}" presName="vertTwo" presStyleCnt="0"/>
      <dgm:spPr/>
    </dgm:pt>
    <dgm:pt modelId="{F94D952B-9B4A-4D75-AAD9-636D3AAE4637}" type="pres">
      <dgm:prSet presAssocID="{2E84D7CE-4664-4E26-BA57-8556CAEB069B}" presName="txTwo" presStyleLbl="node2" presStyleIdx="5" presStyleCnt="6" custLinFactY="6512" custLinFactNeighborX="-2990" custLinFactNeighborY="100000">
        <dgm:presLayoutVars>
          <dgm:chPref val="3"/>
        </dgm:presLayoutVars>
      </dgm:prSet>
      <dgm:spPr/>
    </dgm:pt>
    <dgm:pt modelId="{1946BEFC-C67C-4DE0-912A-92ECDBFBD01D}" type="pres">
      <dgm:prSet presAssocID="{2E84D7CE-4664-4E26-BA57-8556CAEB069B}" presName="horzTwo" presStyleCnt="0"/>
      <dgm:spPr/>
    </dgm:pt>
  </dgm:ptLst>
  <dgm:cxnLst>
    <dgm:cxn modelId="{4B548117-2136-47FD-BD43-1C770D594219}" type="presOf" srcId="{6D033A7D-5F9B-4E46-A088-94B9B41049E6}" destId="{CB5C7CD8-DA24-4063-AD04-C21514BC2FEB}" srcOrd="0" destOrd="0" presId="urn:microsoft.com/office/officeart/2005/8/layout/architecture"/>
    <dgm:cxn modelId="{040E561B-9BB6-4D0E-A6E1-49F935CEBC20}" srcId="{A869A4D2-8F6F-4330-AC11-F8901CF93E47}" destId="{7D30E7DD-8394-49DE-8154-873E0E91B329}" srcOrd="1" destOrd="0" parTransId="{505C34A3-7FE2-4351-8657-047F87B9745E}" sibTransId="{F662B7E8-EFB7-413E-A7D9-23A58C7CB212}"/>
    <dgm:cxn modelId="{1119B828-DA2A-46CA-A168-9DD2E0F4179D}" srcId="{902ABC4A-D4CE-4208-A3B8-E9E29437BC30}" destId="{0D1039CA-2829-4F33-B855-DEEF7B43D39B}" srcOrd="1" destOrd="0" parTransId="{1F55D8B0-7615-4812-990B-1FF2CC5C1FA9}" sibTransId="{A690BD4D-372A-4304-92F7-2F66387B2DE2}"/>
    <dgm:cxn modelId="{24B6C930-827D-4B27-A711-3A53EE413892}" type="presOf" srcId="{7D30E7DD-8394-49DE-8154-873E0E91B329}" destId="{0598D4B6-D1EA-49D3-B29F-67748C38D54E}" srcOrd="0" destOrd="0" presId="urn:microsoft.com/office/officeart/2005/8/layout/architecture"/>
    <dgm:cxn modelId="{F392D645-FB07-4E08-91A9-86F3373113AA}" type="presOf" srcId="{0D1039CA-2829-4F33-B855-DEEF7B43D39B}" destId="{B87C26F6-3BE8-44F5-BE74-3B4BEFD87F6E}" srcOrd="0" destOrd="0" presId="urn:microsoft.com/office/officeart/2005/8/layout/architecture"/>
    <dgm:cxn modelId="{4E2D6F67-C8AF-4387-9534-BCE89CCC1701}" type="presOf" srcId="{902ABC4A-D4CE-4208-A3B8-E9E29437BC30}" destId="{24BE1EA4-B690-42F7-8118-E34D4FA6596E}" srcOrd="0" destOrd="0" presId="urn:microsoft.com/office/officeart/2005/8/layout/architecture"/>
    <dgm:cxn modelId="{5F5B6E54-768B-437F-99EF-7A0FDC74A1C4}" type="presOf" srcId="{2E5A521C-7FC3-4E0A-9D43-368B2CF6CBB1}" destId="{8EC72B69-1F8F-41E9-8A69-A8DB610DA927}" srcOrd="0" destOrd="0" presId="urn:microsoft.com/office/officeart/2005/8/layout/architecture"/>
    <dgm:cxn modelId="{E7587287-CD4F-4A26-A386-05F56EB2733A}" srcId="{902ABC4A-D4CE-4208-A3B8-E9E29437BC30}" destId="{D8E5DA3D-A010-4821-9FBF-4EAE036A47FB}" srcOrd="0" destOrd="0" parTransId="{CEC5DD57-374C-49B6-8687-0E2F373E2027}" sibTransId="{925DD951-11AC-4F7B-A1CA-9B9B0B488241}"/>
    <dgm:cxn modelId="{C5613691-8DD4-4636-A4A3-2BB8D1D97DBC}" type="presOf" srcId="{A869A4D2-8F6F-4330-AC11-F8901CF93E47}" destId="{97595052-DB56-4D6A-9E87-9E5C67400897}" srcOrd="0" destOrd="0" presId="urn:microsoft.com/office/officeart/2005/8/layout/architecture"/>
    <dgm:cxn modelId="{55D75A92-24CD-434F-AB60-6EE40CB297DB}" srcId="{902ABC4A-D4CE-4208-A3B8-E9E29437BC30}" destId="{6D033A7D-5F9B-4E46-A088-94B9B41049E6}" srcOrd="2" destOrd="0" parTransId="{C772873F-DBA9-490D-AA74-52FAA3116A60}" sibTransId="{9EC62BF7-B911-41CB-88CF-CC5BC89C1DB7}"/>
    <dgm:cxn modelId="{5A0D7D9F-58C7-4C97-B6DC-4498DC431BC0}" type="presOf" srcId="{2E84D7CE-4664-4E26-BA57-8556CAEB069B}" destId="{F94D952B-9B4A-4D75-AAD9-636D3AAE4637}" srcOrd="0" destOrd="0" presId="urn:microsoft.com/office/officeart/2005/8/layout/architecture"/>
    <dgm:cxn modelId="{D0E017A0-9E32-43F1-9E66-CE4FDBCE89DA}" srcId="{7D30E7DD-8394-49DE-8154-873E0E91B329}" destId="{2E5A521C-7FC3-4E0A-9D43-368B2CF6CBB1}" srcOrd="0" destOrd="0" parTransId="{2BC12ECA-3C93-40C2-9584-4D00BE5C2AEE}" sibTransId="{CA273749-BE4F-4D90-B4CF-8993BBECB861}"/>
    <dgm:cxn modelId="{3539ECB9-E078-4504-AB61-41996EA28925}" srcId="{7D30E7DD-8394-49DE-8154-873E0E91B329}" destId="{CCDB6684-4CFB-48D2-B4D6-16730ED4BC80}" srcOrd="1" destOrd="0" parTransId="{67BDF722-A49E-46EA-9425-7D7A4C1901AD}" sibTransId="{5723262B-4C77-413B-B28A-1ED043029E88}"/>
    <dgm:cxn modelId="{B192E4BC-7582-402B-923D-CB03540FA422}" type="presOf" srcId="{D8E5DA3D-A010-4821-9FBF-4EAE036A47FB}" destId="{B7DC6703-32DF-4C6C-9B28-53BD1642A5F6}" srcOrd="0" destOrd="0" presId="urn:microsoft.com/office/officeart/2005/8/layout/architecture"/>
    <dgm:cxn modelId="{896C03C1-BD33-42ED-A32C-63272E0F6491}" type="presOf" srcId="{CCDB6684-4CFB-48D2-B4D6-16730ED4BC80}" destId="{9CA9FF22-BC93-4294-966F-CA09DEAE2655}" srcOrd="0" destOrd="0" presId="urn:microsoft.com/office/officeart/2005/8/layout/architecture"/>
    <dgm:cxn modelId="{74230FF8-C62F-4A32-BE63-8B79C3B5E4D8}" srcId="{7D30E7DD-8394-49DE-8154-873E0E91B329}" destId="{2E84D7CE-4664-4E26-BA57-8556CAEB069B}" srcOrd="2" destOrd="0" parTransId="{EF6B723E-B370-4929-BA0D-D72C78C82EF0}" sibTransId="{C1D79886-8A16-449E-AA32-21E129F5E28C}"/>
    <dgm:cxn modelId="{ADB5EBFF-3F4F-4774-B1DD-D1F899917593}" srcId="{A869A4D2-8F6F-4330-AC11-F8901CF93E47}" destId="{902ABC4A-D4CE-4208-A3B8-E9E29437BC30}" srcOrd="0" destOrd="0" parTransId="{01C7F16C-92A5-41FD-8141-0463E6C90EBA}" sibTransId="{9858EFA1-3D59-4010-AA3F-636F38C45284}"/>
    <dgm:cxn modelId="{08856068-C52E-484E-B6C9-3D141B5AC65B}" type="presParOf" srcId="{97595052-DB56-4D6A-9E87-9E5C67400897}" destId="{E88E9F90-526C-40AD-85F7-38130FE8FCFD}" srcOrd="0" destOrd="0" presId="urn:microsoft.com/office/officeart/2005/8/layout/architecture"/>
    <dgm:cxn modelId="{A8287768-4016-4CDB-8621-7B01F1398763}" type="presParOf" srcId="{E88E9F90-526C-40AD-85F7-38130FE8FCFD}" destId="{24BE1EA4-B690-42F7-8118-E34D4FA6596E}" srcOrd="0" destOrd="0" presId="urn:microsoft.com/office/officeart/2005/8/layout/architecture"/>
    <dgm:cxn modelId="{834A1752-28AE-4B6B-9ADE-BFC6CA8BA314}" type="presParOf" srcId="{E88E9F90-526C-40AD-85F7-38130FE8FCFD}" destId="{77A8C5DA-4B2C-44EF-99BD-043ED7917355}" srcOrd="1" destOrd="0" presId="urn:microsoft.com/office/officeart/2005/8/layout/architecture"/>
    <dgm:cxn modelId="{BBF23974-2F36-483E-98D5-B0D07B5ECFA4}" type="presParOf" srcId="{E88E9F90-526C-40AD-85F7-38130FE8FCFD}" destId="{F33069B3-E77B-4976-959A-4F07F1A1B4D0}" srcOrd="2" destOrd="0" presId="urn:microsoft.com/office/officeart/2005/8/layout/architecture"/>
    <dgm:cxn modelId="{1FEBEEED-28EF-49E1-B4B2-C2D3EDDDFD13}" type="presParOf" srcId="{F33069B3-E77B-4976-959A-4F07F1A1B4D0}" destId="{0B24438F-7FE5-497F-BC35-E1A59C8B45E5}" srcOrd="0" destOrd="0" presId="urn:microsoft.com/office/officeart/2005/8/layout/architecture"/>
    <dgm:cxn modelId="{46B979DA-AACE-49E5-BF7F-EB8E60172BBA}" type="presParOf" srcId="{0B24438F-7FE5-497F-BC35-E1A59C8B45E5}" destId="{B7DC6703-32DF-4C6C-9B28-53BD1642A5F6}" srcOrd="0" destOrd="0" presId="urn:microsoft.com/office/officeart/2005/8/layout/architecture"/>
    <dgm:cxn modelId="{DEACEC83-9AAB-4AF2-B9E9-47699C18CF1C}" type="presParOf" srcId="{0B24438F-7FE5-497F-BC35-E1A59C8B45E5}" destId="{9EC96E5B-EE25-4A44-A8D4-8394A7C34C8C}" srcOrd="1" destOrd="0" presId="urn:microsoft.com/office/officeart/2005/8/layout/architecture"/>
    <dgm:cxn modelId="{D41228D1-1FD0-4CA7-A92F-54ABE333953D}" type="presParOf" srcId="{F33069B3-E77B-4976-959A-4F07F1A1B4D0}" destId="{4E01A85A-10C2-4520-91EF-F7C4BFE83571}" srcOrd="1" destOrd="0" presId="urn:microsoft.com/office/officeart/2005/8/layout/architecture"/>
    <dgm:cxn modelId="{9944EF10-FDFF-4149-AB26-A4A94C1DFBC8}" type="presParOf" srcId="{F33069B3-E77B-4976-959A-4F07F1A1B4D0}" destId="{210B61CE-5518-490C-B131-4754A0F7BEAF}" srcOrd="2" destOrd="0" presId="urn:microsoft.com/office/officeart/2005/8/layout/architecture"/>
    <dgm:cxn modelId="{0EA304ED-AF0A-4B5D-9DA7-2981341F0FAF}" type="presParOf" srcId="{210B61CE-5518-490C-B131-4754A0F7BEAF}" destId="{B87C26F6-3BE8-44F5-BE74-3B4BEFD87F6E}" srcOrd="0" destOrd="0" presId="urn:microsoft.com/office/officeart/2005/8/layout/architecture"/>
    <dgm:cxn modelId="{02E88708-6C62-47D8-B002-0B33F868EA28}" type="presParOf" srcId="{210B61CE-5518-490C-B131-4754A0F7BEAF}" destId="{AEA0D22B-10CA-47A9-BE7E-8E16CA22DC66}" srcOrd="1" destOrd="0" presId="urn:microsoft.com/office/officeart/2005/8/layout/architecture"/>
    <dgm:cxn modelId="{3CAC58CC-69ED-4FA3-9498-461949DAC511}" type="presParOf" srcId="{F33069B3-E77B-4976-959A-4F07F1A1B4D0}" destId="{9CFC48F7-4F88-4D4A-B6BF-503FC4062ABE}" srcOrd="3" destOrd="0" presId="urn:microsoft.com/office/officeart/2005/8/layout/architecture"/>
    <dgm:cxn modelId="{E3C5609C-DF22-4EFF-9D2A-129A3687EBBC}" type="presParOf" srcId="{F33069B3-E77B-4976-959A-4F07F1A1B4D0}" destId="{70948D71-D57D-43A7-AB46-AD9B5E9B6B8C}" srcOrd="4" destOrd="0" presId="urn:microsoft.com/office/officeart/2005/8/layout/architecture"/>
    <dgm:cxn modelId="{1C29618D-09D7-4C2F-8E28-9996AE1E6D91}" type="presParOf" srcId="{70948D71-D57D-43A7-AB46-AD9B5E9B6B8C}" destId="{CB5C7CD8-DA24-4063-AD04-C21514BC2FEB}" srcOrd="0" destOrd="0" presId="urn:microsoft.com/office/officeart/2005/8/layout/architecture"/>
    <dgm:cxn modelId="{E8458C7B-F2EE-4E1B-8868-734BEA63BA00}" type="presParOf" srcId="{70948D71-D57D-43A7-AB46-AD9B5E9B6B8C}" destId="{5BF56C7D-8684-43D9-85F3-4C7E0BB0CC2F}" srcOrd="1" destOrd="0" presId="urn:microsoft.com/office/officeart/2005/8/layout/architecture"/>
    <dgm:cxn modelId="{153918F0-CEC8-4C85-8F2C-8824181C1838}" type="presParOf" srcId="{97595052-DB56-4D6A-9E87-9E5C67400897}" destId="{B0D79054-5686-4457-B843-59F3E2A1689D}" srcOrd="1" destOrd="0" presId="urn:microsoft.com/office/officeart/2005/8/layout/architecture"/>
    <dgm:cxn modelId="{04AA284F-C2D0-439E-9D06-1C536D16C2E1}" type="presParOf" srcId="{97595052-DB56-4D6A-9E87-9E5C67400897}" destId="{6DCC1422-23B9-4D22-9B33-259D85C3C6EB}" srcOrd="2" destOrd="0" presId="urn:microsoft.com/office/officeart/2005/8/layout/architecture"/>
    <dgm:cxn modelId="{C9ED68EE-0BC1-4D66-8A9E-C74580466840}" type="presParOf" srcId="{6DCC1422-23B9-4D22-9B33-259D85C3C6EB}" destId="{0598D4B6-D1EA-49D3-B29F-67748C38D54E}" srcOrd="0" destOrd="0" presId="urn:microsoft.com/office/officeart/2005/8/layout/architecture"/>
    <dgm:cxn modelId="{1EDB0C0D-354C-4FBC-B54A-6FE616038C5D}" type="presParOf" srcId="{6DCC1422-23B9-4D22-9B33-259D85C3C6EB}" destId="{3CCDE932-926D-4BF1-85A4-205317C749B7}" srcOrd="1" destOrd="0" presId="urn:microsoft.com/office/officeart/2005/8/layout/architecture"/>
    <dgm:cxn modelId="{60D3E52E-FC92-4132-ABE7-AA38099448A5}" type="presParOf" srcId="{6DCC1422-23B9-4D22-9B33-259D85C3C6EB}" destId="{C69DA6A0-698D-40A0-8AAB-ED284182F1AB}" srcOrd="2" destOrd="0" presId="urn:microsoft.com/office/officeart/2005/8/layout/architecture"/>
    <dgm:cxn modelId="{B37DE010-19A9-4201-9C80-3725EC13A246}" type="presParOf" srcId="{C69DA6A0-698D-40A0-8AAB-ED284182F1AB}" destId="{AC4A48E8-1304-43AD-9FBC-DDE15AEDB5C5}" srcOrd="0" destOrd="0" presId="urn:microsoft.com/office/officeart/2005/8/layout/architecture"/>
    <dgm:cxn modelId="{558D5C95-1DCF-4ECB-B144-8ED37AF5562C}" type="presParOf" srcId="{AC4A48E8-1304-43AD-9FBC-DDE15AEDB5C5}" destId="{8EC72B69-1F8F-41E9-8A69-A8DB610DA927}" srcOrd="0" destOrd="0" presId="urn:microsoft.com/office/officeart/2005/8/layout/architecture"/>
    <dgm:cxn modelId="{8B3249F4-88AB-4921-A929-04A6F05B87A5}" type="presParOf" srcId="{AC4A48E8-1304-43AD-9FBC-DDE15AEDB5C5}" destId="{36C489D6-ACB4-4333-83EA-A8F75363111B}" srcOrd="1" destOrd="0" presId="urn:microsoft.com/office/officeart/2005/8/layout/architecture"/>
    <dgm:cxn modelId="{47F377AB-6E19-4307-A8D0-EDE86A224FD0}" type="presParOf" srcId="{C69DA6A0-698D-40A0-8AAB-ED284182F1AB}" destId="{594F946B-5DA8-41F2-92D9-0E2BC9959CF8}" srcOrd="1" destOrd="0" presId="urn:microsoft.com/office/officeart/2005/8/layout/architecture"/>
    <dgm:cxn modelId="{8A5AD1A1-BC08-4E9C-B24F-1D67A94E3BEA}" type="presParOf" srcId="{C69DA6A0-698D-40A0-8AAB-ED284182F1AB}" destId="{ED737EAD-1016-447C-B233-4A807C8D5013}" srcOrd="2" destOrd="0" presId="urn:microsoft.com/office/officeart/2005/8/layout/architecture"/>
    <dgm:cxn modelId="{01688E3F-1F33-422C-A644-6351D2E9C355}" type="presParOf" srcId="{ED737EAD-1016-447C-B233-4A807C8D5013}" destId="{9CA9FF22-BC93-4294-966F-CA09DEAE2655}" srcOrd="0" destOrd="0" presId="urn:microsoft.com/office/officeart/2005/8/layout/architecture"/>
    <dgm:cxn modelId="{133F047D-C138-4EA5-83C6-0936B2E7D120}" type="presParOf" srcId="{ED737EAD-1016-447C-B233-4A807C8D5013}" destId="{C662CE05-1A84-4B2D-B4E1-A71DF46DADED}" srcOrd="1" destOrd="0" presId="urn:microsoft.com/office/officeart/2005/8/layout/architecture"/>
    <dgm:cxn modelId="{8349BF05-B7D9-45E6-B4BC-171FC6834E25}" type="presParOf" srcId="{C69DA6A0-698D-40A0-8AAB-ED284182F1AB}" destId="{A83DDF1B-0E5E-4AFA-8DB8-0AF77687BC2D}" srcOrd="3" destOrd="0" presId="urn:microsoft.com/office/officeart/2005/8/layout/architecture"/>
    <dgm:cxn modelId="{4E14F414-CAFC-4D8D-AC14-795073ED6CDC}" type="presParOf" srcId="{C69DA6A0-698D-40A0-8AAB-ED284182F1AB}" destId="{72C0288E-CC19-4C7B-8F0B-798C3796AA0E}" srcOrd="4" destOrd="0" presId="urn:microsoft.com/office/officeart/2005/8/layout/architecture"/>
    <dgm:cxn modelId="{BFEBA169-C091-4CE6-B916-3581819AC82D}" type="presParOf" srcId="{72C0288E-CC19-4C7B-8F0B-798C3796AA0E}" destId="{F94D952B-9B4A-4D75-AAD9-636D3AAE4637}" srcOrd="0" destOrd="0" presId="urn:microsoft.com/office/officeart/2005/8/layout/architecture"/>
    <dgm:cxn modelId="{20E213F5-E692-4847-A4D2-FAE5E7E03846}" type="presParOf" srcId="{72C0288E-CC19-4C7B-8F0B-798C3796AA0E}" destId="{1946BEFC-C67C-4DE0-912A-92ECDBFBD01D}" srcOrd="1" destOrd="0" presId="urn:microsoft.com/office/officeart/2005/8/layout/architectur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869A4D2-8F6F-4330-AC11-F8901CF93E47}" type="doc">
      <dgm:prSet loTypeId="urn:microsoft.com/office/officeart/2005/8/layout/hierarchy1" loCatId="hierarchy" qsTypeId="urn:microsoft.com/office/officeart/2005/8/quickstyle/simple4" qsCatId="simple" csTypeId="urn:microsoft.com/office/officeart/2005/8/colors/colorful5" csCatId="colorful" phldr="1"/>
      <dgm:spPr/>
      <dgm:t>
        <a:bodyPr/>
        <a:lstStyle/>
        <a:p>
          <a:endParaRPr lang="en-US"/>
        </a:p>
      </dgm:t>
    </dgm:pt>
    <dgm:pt modelId="{DD83C629-56C2-469B-9655-BDFE41021C28}">
      <dgm:prSet/>
      <dgm:spPr/>
      <dgm:t>
        <a:bodyPr/>
        <a:lstStyle/>
        <a:p>
          <a:r>
            <a:rPr lang="en-US" dirty="0" err="1"/>
            <a:t>মুরগীর</a:t>
          </a:r>
          <a:r>
            <a:rPr lang="en-US" dirty="0"/>
            <a:t> </a:t>
          </a:r>
          <a:r>
            <a:rPr lang="en-US" dirty="0" err="1"/>
            <a:t>রোগের</a:t>
          </a:r>
          <a:r>
            <a:rPr lang="en-US" dirty="0"/>
            <a:t> </a:t>
          </a:r>
          <a:r>
            <a:rPr lang="en-US" dirty="0" err="1"/>
            <a:t>শ্রেনীবিভাগ</a:t>
          </a:r>
          <a:endParaRPr lang="en-US" dirty="0"/>
        </a:p>
      </dgm:t>
    </dgm:pt>
    <dgm:pt modelId="{5818DC5A-AD46-420F-BB85-371E5A70F731}" type="parTrans" cxnId="{86475C81-38BB-43F4-87B9-65415D01ED8F}">
      <dgm:prSet/>
      <dgm:spPr/>
      <dgm:t>
        <a:bodyPr/>
        <a:lstStyle/>
        <a:p>
          <a:endParaRPr lang="en-US"/>
        </a:p>
      </dgm:t>
    </dgm:pt>
    <dgm:pt modelId="{1CD69BD7-981D-4100-B50D-F76AF457FDA8}" type="sibTrans" cxnId="{86475C81-38BB-43F4-87B9-65415D01ED8F}">
      <dgm:prSet/>
      <dgm:spPr/>
      <dgm:t>
        <a:bodyPr/>
        <a:lstStyle/>
        <a:p>
          <a:endParaRPr lang="en-US"/>
        </a:p>
      </dgm:t>
    </dgm:pt>
    <dgm:pt modelId="{876F51C0-7A7B-4C68-8919-BB49039EE1C1}">
      <dgm:prSet/>
      <dgm:spPr/>
      <dgm:t>
        <a:bodyPr/>
        <a:lstStyle/>
        <a:p>
          <a:r>
            <a:rPr lang="en-US" dirty="0" err="1"/>
            <a:t>সংক্রামক</a:t>
          </a:r>
          <a:r>
            <a:rPr lang="en-US" dirty="0"/>
            <a:t> </a:t>
          </a:r>
          <a:r>
            <a:rPr lang="en-US" dirty="0" err="1"/>
            <a:t>রোগ</a:t>
          </a:r>
          <a:endParaRPr lang="en-US" dirty="0"/>
        </a:p>
      </dgm:t>
    </dgm:pt>
    <dgm:pt modelId="{EB740830-EA73-4E76-B149-837BA46A1C8D}" type="parTrans" cxnId="{FF70EDC9-B429-4132-9B4B-B9CD39C404F0}">
      <dgm:prSet/>
      <dgm:spPr/>
      <dgm:t>
        <a:bodyPr/>
        <a:lstStyle/>
        <a:p>
          <a:endParaRPr lang="en-US"/>
        </a:p>
      </dgm:t>
    </dgm:pt>
    <dgm:pt modelId="{A73041E7-F793-41FE-9B79-605DAC732701}" type="sibTrans" cxnId="{FF70EDC9-B429-4132-9B4B-B9CD39C404F0}">
      <dgm:prSet/>
      <dgm:spPr/>
      <dgm:t>
        <a:bodyPr/>
        <a:lstStyle/>
        <a:p>
          <a:endParaRPr lang="en-US"/>
        </a:p>
      </dgm:t>
    </dgm:pt>
    <dgm:pt modelId="{C8AAB8A7-9D91-4F76-93C6-A3A021D355F2}">
      <dgm:prSet/>
      <dgm:spPr/>
      <dgm:t>
        <a:bodyPr/>
        <a:lstStyle/>
        <a:p>
          <a:r>
            <a:rPr lang="en-US" dirty="0" err="1"/>
            <a:t>অসংক্রামক</a:t>
          </a:r>
          <a:r>
            <a:rPr lang="en-US" dirty="0"/>
            <a:t> </a:t>
          </a:r>
          <a:r>
            <a:rPr lang="en-US" dirty="0" err="1"/>
            <a:t>রোগ</a:t>
          </a:r>
          <a:endParaRPr lang="en-US" dirty="0"/>
        </a:p>
      </dgm:t>
    </dgm:pt>
    <dgm:pt modelId="{42E1A852-CFEE-4D06-A753-42D4862E13BC}" type="parTrans" cxnId="{7FA5B527-D054-4996-AD41-5313821BD1B8}">
      <dgm:prSet/>
      <dgm:spPr/>
      <dgm:t>
        <a:bodyPr/>
        <a:lstStyle/>
        <a:p>
          <a:endParaRPr lang="en-US"/>
        </a:p>
      </dgm:t>
    </dgm:pt>
    <dgm:pt modelId="{6801310F-047B-4415-A78B-F4FA98603E13}" type="sibTrans" cxnId="{7FA5B527-D054-4996-AD41-5313821BD1B8}">
      <dgm:prSet/>
      <dgm:spPr/>
      <dgm:t>
        <a:bodyPr/>
        <a:lstStyle/>
        <a:p>
          <a:endParaRPr lang="en-US"/>
        </a:p>
      </dgm:t>
    </dgm:pt>
    <dgm:pt modelId="{A2E3F639-C99D-4BC7-9C27-DEFB7518DB69}">
      <dgm:prSet/>
      <dgm:spPr/>
      <dgm:t>
        <a:bodyPr/>
        <a:lstStyle/>
        <a:p>
          <a:r>
            <a:rPr lang="en-US" dirty="0" err="1"/>
            <a:t>অপুষ্টিজনিত</a:t>
          </a:r>
          <a:r>
            <a:rPr lang="en-US" dirty="0"/>
            <a:t> </a:t>
          </a:r>
          <a:r>
            <a:rPr lang="en-US" dirty="0" err="1"/>
            <a:t>রোগ</a:t>
          </a:r>
          <a:endParaRPr lang="en-US" dirty="0"/>
        </a:p>
      </dgm:t>
    </dgm:pt>
    <dgm:pt modelId="{4ACC2439-BFEA-45AA-B009-2D1EEFD94551}" type="parTrans" cxnId="{056C4D1D-5957-433D-99FE-499D197B1FEB}">
      <dgm:prSet/>
      <dgm:spPr/>
      <dgm:t>
        <a:bodyPr/>
        <a:lstStyle/>
        <a:p>
          <a:endParaRPr lang="en-US"/>
        </a:p>
      </dgm:t>
    </dgm:pt>
    <dgm:pt modelId="{88B18CA5-CFE0-427F-8221-1E4C00A1BE0E}" type="sibTrans" cxnId="{056C4D1D-5957-433D-99FE-499D197B1FEB}">
      <dgm:prSet/>
      <dgm:spPr/>
      <dgm:t>
        <a:bodyPr/>
        <a:lstStyle/>
        <a:p>
          <a:endParaRPr lang="en-US"/>
        </a:p>
      </dgm:t>
    </dgm:pt>
    <dgm:pt modelId="{F772BFD4-36C1-43C8-BE45-AB093906CC7A}">
      <dgm:prSet/>
      <dgm:spPr/>
      <dgm:t>
        <a:bodyPr/>
        <a:lstStyle/>
        <a:p>
          <a:r>
            <a:rPr lang="en-US" dirty="0" err="1"/>
            <a:t>সাধারণ</a:t>
          </a:r>
          <a:r>
            <a:rPr lang="en-US" dirty="0"/>
            <a:t> </a:t>
          </a:r>
          <a:r>
            <a:rPr lang="en-US" dirty="0" err="1"/>
            <a:t>রোগ</a:t>
          </a:r>
          <a:endParaRPr lang="en-US" dirty="0"/>
        </a:p>
      </dgm:t>
    </dgm:pt>
    <dgm:pt modelId="{3CFE6E0B-7D99-4F92-846F-0850CB17D948}" type="parTrans" cxnId="{EE0D1306-285C-41E2-A8F3-B217CB240D9C}">
      <dgm:prSet/>
      <dgm:spPr/>
      <dgm:t>
        <a:bodyPr/>
        <a:lstStyle/>
        <a:p>
          <a:endParaRPr lang="en-US"/>
        </a:p>
      </dgm:t>
    </dgm:pt>
    <dgm:pt modelId="{A40982A9-032D-46F3-8BCB-7E179802B3D0}" type="sibTrans" cxnId="{EE0D1306-285C-41E2-A8F3-B217CB240D9C}">
      <dgm:prSet/>
      <dgm:spPr/>
      <dgm:t>
        <a:bodyPr/>
        <a:lstStyle/>
        <a:p>
          <a:endParaRPr lang="en-US"/>
        </a:p>
      </dgm:t>
    </dgm:pt>
    <dgm:pt modelId="{6F4F328D-B7AA-4165-BBD4-8A3B7C30A3AA}">
      <dgm:prSet/>
      <dgm:spPr/>
      <dgm:t>
        <a:bodyPr/>
        <a:lstStyle/>
        <a:p>
          <a:r>
            <a:rPr lang="en-US" dirty="0" err="1"/>
            <a:t>ভাইরাসজনিত</a:t>
          </a:r>
          <a:r>
            <a:rPr lang="en-US" dirty="0"/>
            <a:t> </a:t>
          </a:r>
          <a:r>
            <a:rPr lang="en-US" dirty="0" err="1"/>
            <a:t>রোগ</a:t>
          </a:r>
          <a:endParaRPr lang="en-US" dirty="0"/>
        </a:p>
      </dgm:t>
    </dgm:pt>
    <dgm:pt modelId="{BFAE0CBE-F933-4522-82C8-A05D1E362FBC}" type="parTrans" cxnId="{4F9D7DC9-3D1C-4A9A-99FF-9BAB56CAB522}">
      <dgm:prSet/>
      <dgm:spPr/>
      <dgm:t>
        <a:bodyPr/>
        <a:lstStyle/>
        <a:p>
          <a:endParaRPr lang="en-US"/>
        </a:p>
      </dgm:t>
    </dgm:pt>
    <dgm:pt modelId="{B4B46634-1FBF-4C88-A2E1-8C21EC464342}" type="sibTrans" cxnId="{4F9D7DC9-3D1C-4A9A-99FF-9BAB56CAB522}">
      <dgm:prSet/>
      <dgm:spPr/>
      <dgm:t>
        <a:bodyPr/>
        <a:lstStyle/>
        <a:p>
          <a:endParaRPr lang="en-US"/>
        </a:p>
      </dgm:t>
    </dgm:pt>
    <dgm:pt modelId="{ECCECCCD-3A97-4BD6-9422-6713AAC87961}">
      <dgm:prSet/>
      <dgm:spPr/>
      <dgm:t>
        <a:bodyPr/>
        <a:lstStyle/>
        <a:p>
          <a:r>
            <a:rPr lang="en-US" dirty="0" err="1"/>
            <a:t>ব্যাকটেরিয়া</a:t>
          </a:r>
          <a:r>
            <a:rPr lang="en-US" dirty="0"/>
            <a:t> </a:t>
          </a:r>
          <a:r>
            <a:rPr lang="en-US" dirty="0" err="1"/>
            <a:t>জনিত</a:t>
          </a:r>
          <a:r>
            <a:rPr lang="en-US" dirty="0"/>
            <a:t> </a:t>
          </a:r>
          <a:r>
            <a:rPr lang="en-US" dirty="0" err="1"/>
            <a:t>রোগ</a:t>
          </a:r>
          <a:endParaRPr lang="en-US" dirty="0"/>
        </a:p>
      </dgm:t>
    </dgm:pt>
    <dgm:pt modelId="{B53FBE4C-4E39-4520-A66E-CEFF3C5545D2}" type="parTrans" cxnId="{18ED0920-9681-4AB3-9527-5E78E5EB1F1D}">
      <dgm:prSet/>
      <dgm:spPr/>
      <dgm:t>
        <a:bodyPr/>
        <a:lstStyle/>
        <a:p>
          <a:endParaRPr lang="en-US"/>
        </a:p>
      </dgm:t>
    </dgm:pt>
    <dgm:pt modelId="{9A3A2911-C7B1-4256-B62D-041F44F46183}" type="sibTrans" cxnId="{18ED0920-9681-4AB3-9527-5E78E5EB1F1D}">
      <dgm:prSet/>
      <dgm:spPr/>
      <dgm:t>
        <a:bodyPr/>
        <a:lstStyle/>
        <a:p>
          <a:endParaRPr lang="en-US"/>
        </a:p>
      </dgm:t>
    </dgm:pt>
    <dgm:pt modelId="{30123DF4-2C15-4B62-9F65-2D4B3295EE7B}">
      <dgm:prSet/>
      <dgm:spPr/>
      <dgm:t>
        <a:bodyPr/>
        <a:lstStyle/>
        <a:p>
          <a:r>
            <a:rPr lang="en-US" dirty="0" err="1"/>
            <a:t>পরজীবীঘটিত</a:t>
          </a:r>
          <a:r>
            <a:rPr lang="en-US" dirty="0"/>
            <a:t> </a:t>
          </a:r>
          <a:r>
            <a:rPr lang="en-US" dirty="0" err="1"/>
            <a:t>রোগ</a:t>
          </a:r>
          <a:endParaRPr lang="en-US" dirty="0"/>
        </a:p>
      </dgm:t>
    </dgm:pt>
    <dgm:pt modelId="{8927EDCB-5DCA-4D08-946D-FEF6C6F48063}" type="parTrans" cxnId="{AD3B847F-F1E0-46A1-A44B-C1BD76DA9725}">
      <dgm:prSet/>
      <dgm:spPr/>
      <dgm:t>
        <a:bodyPr/>
        <a:lstStyle/>
        <a:p>
          <a:endParaRPr lang="en-US"/>
        </a:p>
      </dgm:t>
    </dgm:pt>
    <dgm:pt modelId="{B8E85DFC-1122-46BB-B078-3AF8040FD881}" type="sibTrans" cxnId="{AD3B847F-F1E0-46A1-A44B-C1BD76DA9725}">
      <dgm:prSet/>
      <dgm:spPr/>
      <dgm:t>
        <a:bodyPr/>
        <a:lstStyle/>
        <a:p>
          <a:endParaRPr lang="en-US"/>
        </a:p>
      </dgm:t>
    </dgm:pt>
    <dgm:pt modelId="{1E9B3809-44A6-4C59-B231-9B62AAF19AE1}">
      <dgm:prSet/>
      <dgm:spPr/>
      <dgm:t>
        <a:bodyPr/>
        <a:lstStyle/>
        <a:p>
          <a:r>
            <a:rPr lang="en-US" dirty="0" err="1"/>
            <a:t>ছত্রাকজনিত</a:t>
          </a:r>
          <a:r>
            <a:rPr lang="en-US" dirty="0"/>
            <a:t> </a:t>
          </a:r>
          <a:r>
            <a:rPr lang="en-US" dirty="0" err="1"/>
            <a:t>রোগ</a:t>
          </a:r>
          <a:endParaRPr lang="en-US" dirty="0"/>
        </a:p>
      </dgm:t>
    </dgm:pt>
    <dgm:pt modelId="{AE6316B3-63DB-4A57-BD9F-A613E63451D8}" type="sibTrans" cxnId="{E01E5EEE-0A41-4EA0-AD07-71393346A90D}">
      <dgm:prSet/>
      <dgm:spPr/>
      <dgm:t>
        <a:bodyPr/>
        <a:lstStyle/>
        <a:p>
          <a:endParaRPr lang="en-US"/>
        </a:p>
      </dgm:t>
    </dgm:pt>
    <dgm:pt modelId="{668DB9AB-275F-4F5A-86E9-07CEAA2693C7}" type="parTrans" cxnId="{E01E5EEE-0A41-4EA0-AD07-71393346A90D}">
      <dgm:prSet/>
      <dgm:spPr/>
      <dgm:t>
        <a:bodyPr/>
        <a:lstStyle/>
        <a:p>
          <a:endParaRPr lang="en-US"/>
        </a:p>
      </dgm:t>
    </dgm:pt>
    <dgm:pt modelId="{2EBFC7E0-8546-4BCD-B352-A27239CB57FB}" type="pres">
      <dgm:prSet presAssocID="{A869A4D2-8F6F-4330-AC11-F8901CF93E47}" presName="hierChild1" presStyleCnt="0">
        <dgm:presLayoutVars>
          <dgm:chPref val="1"/>
          <dgm:dir/>
          <dgm:animOne val="branch"/>
          <dgm:animLvl val="lvl"/>
          <dgm:resizeHandles/>
        </dgm:presLayoutVars>
      </dgm:prSet>
      <dgm:spPr/>
    </dgm:pt>
    <dgm:pt modelId="{FC6721AE-7FA8-45FA-9122-AEA18092A012}" type="pres">
      <dgm:prSet presAssocID="{DD83C629-56C2-469B-9655-BDFE41021C28}" presName="hierRoot1" presStyleCnt="0"/>
      <dgm:spPr/>
    </dgm:pt>
    <dgm:pt modelId="{F1BD2905-6C8C-456F-A9B5-4F4FA925CEDE}" type="pres">
      <dgm:prSet presAssocID="{DD83C629-56C2-469B-9655-BDFE41021C28}" presName="composite" presStyleCnt="0"/>
      <dgm:spPr/>
    </dgm:pt>
    <dgm:pt modelId="{5B97FBD4-5C4B-4B81-90D6-9172880247DA}" type="pres">
      <dgm:prSet presAssocID="{DD83C629-56C2-469B-9655-BDFE41021C28}" presName="background" presStyleLbl="node0" presStyleIdx="0" presStyleCnt="1"/>
      <dgm:spPr/>
    </dgm:pt>
    <dgm:pt modelId="{9903249C-7D24-4ADA-9523-651A4686C0DA}" type="pres">
      <dgm:prSet presAssocID="{DD83C629-56C2-469B-9655-BDFE41021C28}" presName="text" presStyleLbl="fgAcc0" presStyleIdx="0" presStyleCnt="1">
        <dgm:presLayoutVars>
          <dgm:chPref val="3"/>
        </dgm:presLayoutVars>
      </dgm:prSet>
      <dgm:spPr/>
    </dgm:pt>
    <dgm:pt modelId="{42B721BA-6C15-48AE-A753-6A29C2C890EB}" type="pres">
      <dgm:prSet presAssocID="{DD83C629-56C2-469B-9655-BDFE41021C28}" presName="hierChild2" presStyleCnt="0"/>
      <dgm:spPr/>
    </dgm:pt>
    <dgm:pt modelId="{9D0AE331-010A-48E0-AECF-C051F0F3A4FC}" type="pres">
      <dgm:prSet presAssocID="{EB740830-EA73-4E76-B149-837BA46A1C8D}" presName="Name10" presStyleLbl="parChTrans1D2" presStyleIdx="0" presStyleCnt="2"/>
      <dgm:spPr/>
    </dgm:pt>
    <dgm:pt modelId="{BEB82510-855B-4DF0-9237-2D4353FAB7EB}" type="pres">
      <dgm:prSet presAssocID="{876F51C0-7A7B-4C68-8919-BB49039EE1C1}" presName="hierRoot2" presStyleCnt="0"/>
      <dgm:spPr/>
    </dgm:pt>
    <dgm:pt modelId="{10FBFBB9-28F3-44AA-A5FE-11F88C78C104}" type="pres">
      <dgm:prSet presAssocID="{876F51C0-7A7B-4C68-8919-BB49039EE1C1}" presName="composite2" presStyleCnt="0"/>
      <dgm:spPr/>
    </dgm:pt>
    <dgm:pt modelId="{1EA3E8E4-B3CD-428F-A76A-00B9F320B884}" type="pres">
      <dgm:prSet presAssocID="{876F51C0-7A7B-4C68-8919-BB49039EE1C1}" presName="background2" presStyleLbl="node2" presStyleIdx="0" presStyleCnt="2"/>
      <dgm:spPr/>
    </dgm:pt>
    <dgm:pt modelId="{68E921F6-28DF-4727-A7FC-1EA1E2229F18}" type="pres">
      <dgm:prSet presAssocID="{876F51C0-7A7B-4C68-8919-BB49039EE1C1}" presName="text2" presStyleLbl="fgAcc2" presStyleIdx="0" presStyleCnt="2">
        <dgm:presLayoutVars>
          <dgm:chPref val="3"/>
        </dgm:presLayoutVars>
      </dgm:prSet>
      <dgm:spPr/>
    </dgm:pt>
    <dgm:pt modelId="{19363813-6460-4B6F-A61F-BE53DD7A8B9E}" type="pres">
      <dgm:prSet presAssocID="{876F51C0-7A7B-4C68-8919-BB49039EE1C1}" presName="hierChild3" presStyleCnt="0"/>
      <dgm:spPr/>
    </dgm:pt>
    <dgm:pt modelId="{23BA96ED-E1EE-4EE9-8C18-22946E536C41}" type="pres">
      <dgm:prSet presAssocID="{BFAE0CBE-F933-4522-82C8-A05D1E362FBC}" presName="Name17" presStyleLbl="parChTrans1D3" presStyleIdx="0" presStyleCnt="6"/>
      <dgm:spPr/>
    </dgm:pt>
    <dgm:pt modelId="{9D71AECA-A07B-4A54-874F-5AD958A8D419}" type="pres">
      <dgm:prSet presAssocID="{6F4F328D-B7AA-4165-BBD4-8A3B7C30A3AA}" presName="hierRoot3" presStyleCnt="0"/>
      <dgm:spPr/>
    </dgm:pt>
    <dgm:pt modelId="{14D5BE06-0682-4181-960D-FF06E7B451A9}" type="pres">
      <dgm:prSet presAssocID="{6F4F328D-B7AA-4165-BBD4-8A3B7C30A3AA}" presName="composite3" presStyleCnt="0"/>
      <dgm:spPr/>
    </dgm:pt>
    <dgm:pt modelId="{991048C4-70DF-4D95-83C7-96C234E1AC0A}" type="pres">
      <dgm:prSet presAssocID="{6F4F328D-B7AA-4165-BBD4-8A3B7C30A3AA}" presName="background3" presStyleLbl="node3" presStyleIdx="0" presStyleCnt="6"/>
      <dgm:spPr/>
    </dgm:pt>
    <dgm:pt modelId="{AC7FBE42-F854-48DA-A344-7DE07C11D374}" type="pres">
      <dgm:prSet presAssocID="{6F4F328D-B7AA-4165-BBD4-8A3B7C30A3AA}" presName="text3" presStyleLbl="fgAcc3" presStyleIdx="0" presStyleCnt="6">
        <dgm:presLayoutVars>
          <dgm:chPref val="3"/>
        </dgm:presLayoutVars>
      </dgm:prSet>
      <dgm:spPr/>
    </dgm:pt>
    <dgm:pt modelId="{898C225E-4AE3-4A0E-AB20-DD2588687918}" type="pres">
      <dgm:prSet presAssocID="{6F4F328D-B7AA-4165-BBD4-8A3B7C30A3AA}" presName="hierChild4" presStyleCnt="0"/>
      <dgm:spPr/>
    </dgm:pt>
    <dgm:pt modelId="{EB09C2BB-B673-488A-9A80-785B7EE5CF84}" type="pres">
      <dgm:prSet presAssocID="{B53FBE4C-4E39-4520-A66E-CEFF3C5545D2}" presName="Name17" presStyleLbl="parChTrans1D3" presStyleIdx="1" presStyleCnt="6"/>
      <dgm:spPr/>
    </dgm:pt>
    <dgm:pt modelId="{8AA6F92B-4634-4186-9F23-AEF1B450133D}" type="pres">
      <dgm:prSet presAssocID="{ECCECCCD-3A97-4BD6-9422-6713AAC87961}" presName="hierRoot3" presStyleCnt="0"/>
      <dgm:spPr/>
    </dgm:pt>
    <dgm:pt modelId="{33013551-F796-4302-BED7-E5C9140222AC}" type="pres">
      <dgm:prSet presAssocID="{ECCECCCD-3A97-4BD6-9422-6713AAC87961}" presName="composite3" presStyleCnt="0"/>
      <dgm:spPr/>
    </dgm:pt>
    <dgm:pt modelId="{EB51BCCA-86C7-44F2-88E1-275B15D002E3}" type="pres">
      <dgm:prSet presAssocID="{ECCECCCD-3A97-4BD6-9422-6713AAC87961}" presName="background3" presStyleLbl="node3" presStyleIdx="1" presStyleCnt="6"/>
      <dgm:spPr/>
    </dgm:pt>
    <dgm:pt modelId="{705EF503-F134-47B9-9A28-8B6F9F4CB60B}" type="pres">
      <dgm:prSet presAssocID="{ECCECCCD-3A97-4BD6-9422-6713AAC87961}" presName="text3" presStyleLbl="fgAcc3" presStyleIdx="1" presStyleCnt="6">
        <dgm:presLayoutVars>
          <dgm:chPref val="3"/>
        </dgm:presLayoutVars>
      </dgm:prSet>
      <dgm:spPr/>
    </dgm:pt>
    <dgm:pt modelId="{073E9F8E-EA8A-41CE-8CC6-B7B2A6C1C345}" type="pres">
      <dgm:prSet presAssocID="{ECCECCCD-3A97-4BD6-9422-6713AAC87961}" presName="hierChild4" presStyleCnt="0"/>
      <dgm:spPr/>
    </dgm:pt>
    <dgm:pt modelId="{5C65AC76-D6A5-4B37-8575-5FD76F1301C8}" type="pres">
      <dgm:prSet presAssocID="{668DB9AB-275F-4F5A-86E9-07CEAA2693C7}" presName="Name17" presStyleLbl="parChTrans1D3" presStyleIdx="2" presStyleCnt="6"/>
      <dgm:spPr/>
    </dgm:pt>
    <dgm:pt modelId="{F77CAD51-60D3-4C05-9582-D9AC553B0864}" type="pres">
      <dgm:prSet presAssocID="{1E9B3809-44A6-4C59-B231-9B62AAF19AE1}" presName="hierRoot3" presStyleCnt="0"/>
      <dgm:spPr/>
    </dgm:pt>
    <dgm:pt modelId="{29ABC220-4AED-4B2F-A583-8E61B9E7C194}" type="pres">
      <dgm:prSet presAssocID="{1E9B3809-44A6-4C59-B231-9B62AAF19AE1}" presName="composite3" presStyleCnt="0"/>
      <dgm:spPr/>
    </dgm:pt>
    <dgm:pt modelId="{64FE6B93-302A-44BF-98C5-313CE7B1BD0B}" type="pres">
      <dgm:prSet presAssocID="{1E9B3809-44A6-4C59-B231-9B62AAF19AE1}" presName="background3" presStyleLbl="node3" presStyleIdx="2" presStyleCnt="6"/>
      <dgm:spPr/>
    </dgm:pt>
    <dgm:pt modelId="{ADC71773-EA99-4135-A68B-C1C7F39808F2}" type="pres">
      <dgm:prSet presAssocID="{1E9B3809-44A6-4C59-B231-9B62AAF19AE1}" presName="text3" presStyleLbl="fgAcc3" presStyleIdx="2" presStyleCnt="6">
        <dgm:presLayoutVars>
          <dgm:chPref val="3"/>
        </dgm:presLayoutVars>
      </dgm:prSet>
      <dgm:spPr/>
    </dgm:pt>
    <dgm:pt modelId="{719C36D0-C32E-43A9-8FF7-8AFB1E19FB7D}" type="pres">
      <dgm:prSet presAssocID="{1E9B3809-44A6-4C59-B231-9B62AAF19AE1}" presName="hierChild4" presStyleCnt="0"/>
      <dgm:spPr/>
    </dgm:pt>
    <dgm:pt modelId="{5127AE55-E7D6-4EED-B0B3-9596C9EFE9F0}" type="pres">
      <dgm:prSet presAssocID="{8927EDCB-5DCA-4D08-946D-FEF6C6F48063}" presName="Name17" presStyleLbl="parChTrans1D3" presStyleIdx="3" presStyleCnt="6"/>
      <dgm:spPr/>
    </dgm:pt>
    <dgm:pt modelId="{CACFFE14-D058-49BA-8CB3-F3AAB1F20B85}" type="pres">
      <dgm:prSet presAssocID="{30123DF4-2C15-4B62-9F65-2D4B3295EE7B}" presName="hierRoot3" presStyleCnt="0"/>
      <dgm:spPr/>
    </dgm:pt>
    <dgm:pt modelId="{EFC5D1E7-C89F-453B-B4D4-BDC6EAB0D9AB}" type="pres">
      <dgm:prSet presAssocID="{30123DF4-2C15-4B62-9F65-2D4B3295EE7B}" presName="composite3" presStyleCnt="0"/>
      <dgm:spPr/>
    </dgm:pt>
    <dgm:pt modelId="{EFAA4738-A612-4488-8C5E-B1BB48384C1D}" type="pres">
      <dgm:prSet presAssocID="{30123DF4-2C15-4B62-9F65-2D4B3295EE7B}" presName="background3" presStyleLbl="node3" presStyleIdx="3" presStyleCnt="6"/>
      <dgm:spPr/>
    </dgm:pt>
    <dgm:pt modelId="{8E658989-F159-4E8D-992B-BB90D5193055}" type="pres">
      <dgm:prSet presAssocID="{30123DF4-2C15-4B62-9F65-2D4B3295EE7B}" presName="text3" presStyleLbl="fgAcc3" presStyleIdx="3" presStyleCnt="6">
        <dgm:presLayoutVars>
          <dgm:chPref val="3"/>
        </dgm:presLayoutVars>
      </dgm:prSet>
      <dgm:spPr/>
    </dgm:pt>
    <dgm:pt modelId="{8BAC4D37-4E17-4866-AC1D-28BF7E5CA346}" type="pres">
      <dgm:prSet presAssocID="{30123DF4-2C15-4B62-9F65-2D4B3295EE7B}" presName="hierChild4" presStyleCnt="0"/>
      <dgm:spPr/>
    </dgm:pt>
    <dgm:pt modelId="{406C9154-E890-49BE-8FE7-2E0C3D04F9B2}" type="pres">
      <dgm:prSet presAssocID="{42E1A852-CFEE-4D06-A753-42D4862E13BC}" presName="Name10" presStyleLbl="parChTrans1D2" presStyleIdx="1" presStyleCnt="2"/>
      <dgm:spPr/>
    </dgm:pt>
    <dgm:pt modelId="{00CF1D0B-770F-4045-B736-04FCC2F83E7D}" type="pres">
      <dgm:prSet presAssocID="{C8AAB8A7-9D91-4F76-93C6-A3A021D355F2}" presName="hierRoot2" presStyleCnt="0"/>
      <dgm:spPr/>
    </dgm:pt>
    <dgm:pt modelId="{58DED386-43EC-4A57-8852-C74367165108}" type="pres">
      <dgm:prSet presAssocID="{C8AAB8A7-9D91-4F76-93C6-A3A021D355F2}" presName="composite2" presStyleCnt="0"/>
      <dgm:spPr/>
    </dgm:pt>
    <dgm:pt modelId="{66068174-9D80-4EE6-B81F-6FED441006B6}" type="pres">
      <dgm:prSet presAssocID="{C8AAB8A7-9D91-4F76-93C6-A3A021D355F2}" presName="background2" presStyleLbl="node2" presStyleIdx="1" presStyleCnt="2"/>
      <dgm:spPr/>
    </dgm:pt>
    <dgm:pt modelId="{08FAE135-23A9-4169-B866-4AECE5E59DF0}" type="pres">
      <dgm:prSet presAssocID="{C8AAB8A7-9D91-4F76-93C6-A3A021D355F2}" presName="text2" presStyleLbl="fgAcc2" presStyleIdx="1" presStyleCnt="2">
        <dgm:presLayoutVars>
          <dgm:chPref val="3"/>
        </dgm:presLayoutVars>
      </dgm:prSet>
      <dgm:spPr/>
    </dgm:pt>
    <dgm:pt modelId="{76AA3B67-CEAE-49C8-AFA3-379B8600D5AA}" type="pres">
      <dgm:prSet presAssocID="{C8AAB8A7-9D91-4F76-93C6-A3A021D355F2}" presName="hierChild3" presStyleCnt="0"/>
      <dgm:spPr/>
    </dgm:pt>
    <dgm:pt modelId="{FA3624AE-2B20-434B-B542-5A1A9039CD61}" type="pres">
      <dgm:prSet presAssocID="{4ACC2439-BFEA-45AA-B009-2D1EEFD94551}" presName="Name17" presStyleLbl="parChTrans1D3" presStyleIdx="4" presStyleCnt="6"/>
      <dgm:spPr/>
    </dgm:pt>
    <dgm:pt modelId="{C9546DC9-6797-4378-BBD4-3DD07BF19909}" type="pres">
      <dgm:prSet presAssocID="{A2E3F639-C99D-4BC7-9C27-DEFB7518DB69}" presName="hierRoot3" presStyleCnt="0"/>
      <dgm:spPr/>
    </dgm:pt>
    <dgm:pt modelId="{E52FAE0F-5687-42E9-A06B-FD5FDB220B71}" type="pres">
      <dgm:prSet presAssocID="{A2E3F639-C99D-4BC7-9C27-DEFB7518DB69}" presName="composite3" presStyleCnt="0"/>
      <dgm:spPr/>
    </dgm:pt>
    <dgm:pt modelId="{C19F3154-7F19-476B-BD6A-61AA9B397A6B}" type="pres">
      <dgm:prSet presAssocID="{A2E3F639-C99D-4BC7-9C27-DEFB7518DB69}" presName="background3" presStyleLbl="node3" presStyleIdx="4" presStyleCnt="6"/>
      <dgm:spPr/>
    </dgm:pt>
    <dgm:pt modelId="{8237FCD4-F62E-4C84-9B26-C5DA860A8F9C}" type="pres">
      <dgm:prSet presAssocID="{A2E3F639-C99D-4BC7-9C27-DEFB7518DB69}" presName="text3" presStyleLbl="fgAcc3" presStyleIdx="4" presStyleCnt="6">
        <dgm:presLayoutVars>
          <dgm:chPref val="3"/>
        </dgm:presLayoutVars>
      </dgm:prSet>
      <dgm:spPr/>
    </dgm:pt>
    <dgm:pt modelId="{7DDE148E-8329-488F-B5EA-059C701CA0BB}" type="pres">
      <dgm:prSet presAssocID="{A2E3F639-C99D-4BC7-9C27-DEFB7518DB69}" presName="hierChild4" presStyleCnt="0"/>
      <dgm:spPr/>
    </dgm:pt>
    <dgm:pt modelId="{4E5650FF-0D8A-4B13-927C-31FD86C32961}" type="pres">
      <dgm:prSet presAssocID="{3CFE6E0B-7D99-4F92-846F-0850CB17D948}" presName="Name17" presStyleLbl="parChTrans1D3" presStyleIdx="5" presStyleCnt="6"/>
      <dgm:spPr/>
    </dgm:pt>
    <dgm:pt modelId="{030D4582-5514-4BFF-93AE-89AB9705E8BD}" type="pres">
      <dgm:prSet presAssocID="{F772BFD4-36C1-43C8-BE45-AB093906CC7A}" presName="hierRoot3" presStyleCnt="0"/>
      <dgm:spPr/>
    </dgm:pt>
    <dgm:pt modelId="{3D67F77A-2338-4942-BC2B-F81DCD785D66}" type="pres">
      <dgm:prSet presAssocID="{F772BFD4-36C1-43C8-BE45-AB093906CC7A}" presName="composite3" presStyleCnt="0"/>
      <dgm:spPr/>
    </dgm:pt>
    <dgm:pt modelId="{7D575238-184A-418F-A71E-07212277178B}" type="pres">
      <dgm:prSet presAssocID="{F772BFD4-36C1-43C8-BE45-AB093906CC7A}" presName="background3" presStyleLbl="node3" presStyleIdx="5" presStyleCnt="6"/>
      <dgm:spPr/>
    </dgm:pt>
    <dgm:pt modelId="{3EB53225-0560-4A3B-9128-1DB5B8EBDC4E}" type="pres">
      <dgm:prSet presAssocID="{F772BFD4-36C1-43C8-BE45-AB093906CC7A}" presName="text3" presStyleLbl="fgAcc3" presStyleIdx="5" presStyleCnt="6">
        <dgm:presLayoutVars>
          <dgm:chPref val="3"/>
        </dgm:presLayoutVars>
      </dgm:prSet>
      <dgm:spPr/>
    </dgm:pt>
    <dgm:pt modelId="{3485EC63-4CE7-45B8-8C96-3332A68EA541}" type="pres">
      <dgm:prSet presAssocID="{F772BFD4-36C1-43C8-BE45-AB093906CC7A}" presName="hierChild4" presStyleCnt="0"/>
      <dgm:spPr/>
    </dgm:pt>
  </dgm:ptLst>
  <dgm:cxnLst>
    <dgm:cxn modelId="{EE0D1306-285C-41E2-A8F3-B217CB240D9C}" srcId="{C8AAB8A7-9D91-4F76-93C6-A3A021D355F2}" destId="{F772BFD4-36C1-43C8-BE45-AB093906CC7A}" srcOrd="1" destOrd="0" parTransId="{3CFE6E0B-7D99-4F92-846F-0850CB17D948}" sibTransId="{A40982A9-032D-46F3-8BCB-7E179802B3D0}"/>
    <dgm:cxn modelId="{51803512-D2AF-4B0F-9EFF-62ECA70097DE}" type="presOf" srcId="{B53FBE4C-4E39-4520-A66E-CEFF3C5545D2}" destId="{EB09C2BB-B673-488A-9A80-785B7EE5CF84}" srcOrd="0" destOrd="0" presId="urn:microsoft.com/office/officeart/2005/8/layout/hierarchy1"/>
    <dgm:cxn modelId="{11D23819-5799-49C6-A4FD-FABBD232EDC7}" type="presOf" srcId="{BFAE0CBE-F933-4522-82C8-A05D1E362FBC}" destId="{23BA96ED-E1EE-4EE9-8C18-22946E536C41}" srcOrd="0" destOrd="0" presId="urn:microsoft.com/office/officeart/2005/8/layout/hierarchy1"/>
    <dgm:cxn modelId="{58B5DB19-DD14-4AF3-8CE1-7E0F6333A629}" type="presOf" srcId="{30123DF4-2C15-4B62-9F65-2D4B3295EE7B}" destId="{8E658989-F159-4E8D-992B-BB90D5193055}" srcOrd="0" destOrd="0" presId="urn:microsoft.com/office/officeart/2005/8/layout/hierarchy1"/>
    <dgm:cxn modelId="{056C4D1D-5957-433D-99FE-499D197B1FEB}" srcId="{C8AAB8A7-9D91-4F76-93C6-A3A021D355F2}" destId="{A2E3F639-C99D-4BC7-9C27-DEFB7518DB69}" srcOrd="0" destOrd="0" parTransId="{4ACC2439-BFEA-45AA-B009-2D1EEFD94551}" sibTransId="{88B18CA5-CFE0-427F-8221-1E4C00A1BE0E}"/>
    <dgm:cxn modelId="{18ED0920-9681-4AB3-9527-5E78E5EB1F1D}" srcId="{876F51C0-7A7B-4C68-8919-BB49039EE1C1}" destId="{ECCECCCD-3A97-4BD6-9422-6713AAC87961}" srcOrd="1" destOrd="0" parTransId="{B53FBE4C-4E39-4520-A66E-CEFF3C5545D2}" sibTransId="{9A3A2911-C7B1-4256-B62D-041F44F46183}"/>
    <dgm:cxn modelId="{7FA5B527-D054-4996-AD41-5313821BD1B8}" srcId="{DD83C629-56C2-469B-9655-BDFE41021C28}" destId="{C8AAB8A7-9D91-4F76-93C6-A3A021D355F2}" srcOrd="1" destOrd="0" parTransId="{42E1A852-CFEE-4D06-A753-42D4862E13BC}" sibTransId="{6801310F-047B-4415-A78B-F4FA98603E13}"/>
    <dgm:cxn modelId="{859D6932-FDFA-4266-B53A-1AA11697AECF}" type="presOf" srcId="{DD83C629-56C2-469B-9655-BDFE41021C28}" destId="{9903249C-7D24-4ADA-9523-651A4686C0DA}" srcOrd="0" destOrd="0" presId="urn:microsoft.com/office/officeart/2005/8/layout/hierarchy1"/>
    <dgm:cxn modelId="{C27BF33F-8DB5-4A7D-A352-96A3EAC359F9}" type="presOf" srcId="{42E1A852-CFEE-4D06-A753-42D4862E13BC}" destId="{406C9154-E890-49BE-8FE7-2E0C3D04F9B2}" srcOrd="0" destOrd="0" presId="urn:microsoft.com/office/officeart/2005/8/layout/hierarchy1"/>
    <dgm:cxn modelId="{8B79F364-3200-4808-B53C-3720F01AA9AE}" type="presOf" srcId="{1E9B3809-44A6-4C59-B231-9B62AAF19AE1}" destId="{ADC71773-EA99-4135-A68B-C1C7F39808F2}" srcOrd="0" destOrd="0" presId="urn:microsoft.com/office/officeart/2005/8/layout/hierarchy1"/>
    <dgm:cxn modelId="{4FD20968-3F58-4B50-A481-7E933A6EB3EF}" type="presOf" srcId="{3CFE6E0B-7D99-4F92-846F-0850CB17D948}" destId="{4E5650FF-0D8A-4B13-927C-31FD86C32961}" srcOrd="0" destOrd="0" presId="urn:microsoft.com/office/officeart/2005/8/layout/hierarchy1"/>
    <dgm:cxn modelId="{40A75C68-CCBB-40C1-8FA9-CFAD2CC82D7D}" type="presOf" srcId="{A869A4D2-8F6F-4330-AC11-F8901CF93E47}" destId="{2EBFC7E0-8546-4BCD-B352-A27239CB57FB}" srcOrd="0" destOrd="0" presId="urn:microsoft.com/office/officeart/2005/8/layout/hierarchy1"/>
    <dgm:cxn modelId="{C0E27E73-E066-44D6-BCA7-FBA772D9FFBE}" type="presOf" srcId="{4ACC2439-BFEA-45AA-B009-2D1EEFD94551}" destId="{FA3624AE-2B20-434B-B542-5A1A9039CD61}" srcOrd="0" destOrd="0" presId="urn:microsoft.com/office/officeart/2005/8/layout/hierarchy1"/>
    <dgm:cxn modelId="{B009DF73-B5EC-4044-BB0C-BFBDCCAA2601}" type="presOf" srcId="{668DB9AB-275F-4F5A-86E9-07CEAA2693C7}" destId="{5C65AC76-D6A5-4B37-8575-5FD76F1301C8}" srcOrd="0" destOrd="0" presId="urn:microsoft.com/office/officeart/2005/8/layout/hierarchy1"/>
    <dgm:cxn modelId="{AB5F1654-3639-41E1-8775-BF204C416384}" type="presOf" srcId="{876F51C0-7A7B-4C68-8919-BB49039EE1C1}" destId="{68E921F6-28DF-4727-A7FC-1EA1E2229F18}" srcOrd="0" destOrd="0" presId="urn:microsoft.com/office/officeart/2005/8/layout/hierarchy1"/>
    <dgm:cxn modelId="{533EB756-15BA-4A34-9712-709ACEE98129}" type="presOf" srcId="{ECCECCCD-3A97-4BD6-9422-6713AAC87961}" destId="{705EF503-F134-47B9-9A28-8B6F9F4CB60B}" srcOrd="0" destOrd="0" presId="urn:microsoft.com/office/officeart/2005/8/layout/hierarchy1"/>
    <dgm:cxn modelId="{AD3B847F-F1E0-46A1-A44B-C1BD76DA9725}" srcId="{876F51C0-7A7B-4C68-8919-BB49039EE1C1}" destId="{30123DF4-2C15-4B62-9F65-2D4B3295EE7B}" srcOrd="3" destOrd="0" parTransId="{8927EDCB-5DCA-4D08-946D-FEF6C6F48063}" sibTransId="{B8E85DFC-1122-46BB-B078-3AF8040FD881}"/>
    <dgm:cxn modelId="{86475C81-38BB-43F4-87B9-65415D01ED8F}" srcId="{A869A4D2-8F6F-4330-AC11-F8901CF93E47}" destId="{DD83C629-56C2-469B-9655-BDFE41021C28}" srcOrd="0" destOrd="0" parTransId="{5818DC5A-AD46-420F-BB85-371E5A70F731}" sibTransId="{1CD69BD7-981D-4100-B50D-F76AF457FDA8}"/>
    <dgm:cxn modelId="{F3A4E9B1-03B1-4677-A59C-18A61D4BD175}" type="presOf" srcId="{EB740830-EA73-4E76-B149-837BA46A1C8D}" destId="{9D0AE331-010A-48E0-AECF-C051F0F3A4FC}" srcOrd="0" destOrd="0" presId="urn:microsoft.com/office/officeart/2005/8/layout/hierarchy1"/>
    <dgm:cxn modelId="{726F93C1-87EF-427E-9463-8AECFD288662}" type="presOf" srcId="{6F4F328D-B7AA-4165-BBD4-8A3B7C30A3AA}" destId="{AC7FBE42-F854-48DA-A344-7DE07C11D374}" srcOrd="0" destOrd="0" presId="urn:microsoft.com/office/officeart/2005/8/layout/hierarchy1"/>
    <dgm:cxn modelId="{618381C5-9E4D-48EB-9841-236FC4E8BC6E}" type="presOf" srcId="{F772BFD4-36C1-43C8-BE45-AB093906CC7A}" destId="{3EB53225-0560-4A3B-9128-1DB5B8EBDC4E}" srcOrd="0" destOrd="0" presId="urn:microsoft.com/office/officeart/2005/8/layout/hierarchy1"/>
    <dgm:cxn modelId="{4F9D7DC9-3D1C-4A9A-99FF-9BAB56CAB522}" srcId="{876F51C0-7A7B-4C68-8919-BB49039EE1C1}" destId="{6F4F328D-B7AA-4165-BBD4-8A3B7C30A3AA}" srcOrd="0" destOrd="0" parTransId="{BFAE0CBE-F933-4522-82C8-A05D1E362FBC}" sibTransId="{B4B46634-1FBF-4C88-A2E1-8C21EC464342}"/>
    <dgm:cxn modelId="{FF70EDC9-B429-4132-9B4B-B9CD39C404F0}" srcId="{DD83C629-56C2-469B-9655-BDFE41021C28}" destId="{876F51C0-7A7B-4C68-8919-BB49039EE1C1}" srcOrd="0" destOrd="0" parTransId="{EB740830-EA73-4E76-B149-837BA46A1C8D}" sibTransId="{A73041E7-F793-41FE-9B79-605DAC732701}"/>
    <dgm:cxn modelId="{FBBA5AD9-E06D-4A7B-B6F1-B5AF430F9C65}" type="presOf" srcId="{A2E3F639-C99D-4BC7-9C27-DEFB7518DB69}" destId="{8237FCD4-F62E-4C84-9B26-C5DA860A8F9C}" srcOrd="0" destOrd="0" presId="urn:microsoft.com/office/officeart/2005/8/layout/hierarchy1"/>
    <dgm:cxn modelId="{C4C977E1-8DDA-4E8A-9C9B-BC627AA73D2F}" type="presOf" srcId="{C8AAB8A7-9D91-4F76-93C6-A3A021D355F2}" destId="{08FAE135-23A9-4169-B866-4AECE5E59DF0}" srcOrd="0" destOrd="0" presId="urn:microsoft.com/office/officeart/2005/8/layout/hierarchy1"/>
    <dgm:cxn modelId="{145D79E1-8A2F-40D7-904C-239638FC7F81}" type="presOf" srcId="{8927EDCB-5DCA-4D08-946D-FEF6C6F48063}" destId="{5127AE55-E7D6-4EED-B0B3-9596C9EFE9F0}" srcOrd="0" destOrd="0" presId="urn:microsoft.com/office/officeart/2005/8/layout/hierarchy1"/>
    <dgm:cxn modelId="{E01E5EEE-0A41-4EA0-AD07-71393346A90D}" srcId="{876F51C0-7A7B-4C68-8919-BB49039EE1C1}" destId="{1E9B3809-44A6-4C59-B231-9B62AAF19AE1}" srcOrd="2" destOrd="0" parTransId="{668DB9AB-275F-4F5A-86E9-07CEAA2693C7}" sibTransId="{AE6316B3-63DB-4A57-BD9F-A613E63451D8}"/>
    <dgm:cxn modelId="{FD223CA7-11DD-4737-8B15-DF889F960671}" type="presParOf" srcId="{2EBFC7E0-8546-4BCD-B352-A27239CB57FB}" destId="{FC6721AE-7FA8-45FA-9122-AEA18092A012}" srcOrd="0" destOrd="0" presId="urn:microsoft.com/office/officeart/2005/8/layout/hierarchy1"/>
    <dgm:cxn modelId="{F3529E71-17E7-43CA-BD71-2A0C3393AD36}" type="presParOf" srcId="{FC6721AE-7FA8-45FA-9122-AEA18092A012}" destId="{F1BD2905-6C8C-456F-A9B5-4F4FA925CEDE}" srcOrd="0" destOrd="0" presId="urn:microsoft.com/office/officeart/2005/8/layout/hierarchy1"/>
    <dgm:cxn modelId="{832BAE19-886F-4E09-88BC-B59A101643ED}" type="presParOf" srcId="{F1BD2905-6C8C-456F-A9B5-4F4FA925CEDE}" destId="{5B97FBD4-5C4B-4B81-90D6-9172880247DA}" srcOrd="0" destOrd="0" presId="urn:microsoft.com/office/officeart/2005/8/layout/hierarchy1"/>
    <dgm:cxn modelId="{DEA2F3B9-29B4-4D80-91F0-EAEBA63407EA}" type="presParOf" srcId="{F1BD2905-6C8C-456F-A9B5-4F4FA925CEDE}" destId="{9903249C-7D24-4ADA-9523-651A4686C0DA}" srcOrd="1" destOrd="0" presId="urn:microsoft.com/office/officeart/2005/8/layout/hierarchy1"/>
    <dgm:cxn modelId="{1A3804E5-8D47-4592-94B3-22217C921FF6}" type="presParOf" srcId="{FC6721AE-7FA8-45FA-9122-AEA18092A012}" destId="{42B721BA-6C15-48AE-A753-6A29C2C890EB}" srcOrd="1" destOrd="0" presId="urn:microsoft.com/office/officeart/2005/8/layout/hierarchy1"/>
    <dgm:cxn modelId="{FF2824EA-4FA4-44DC-A6B0-D82AAE32EBF0}" type="presParOf" srcId="{42B721BA-6C15-48AE-A753-6A29C2C890EB}" destId="{9D0AE331-010A-48E0-AECF-C051F0F3A4FC}" srcOrd="0" destOrd="0" presId="urn:microsoft.com/office/officeart/2005/8/layout/hierarchy1"/>
    <dgm:cxn modelId="{30FCCC99-1A71-42DF-A4D2-31C9C4EE100C}" type="presParOf" srcId="{42B721BA-6C15-48AE-A753-6A29C2C890EB}" destId="{BEB82510-855B-4DF0-9237-2D4353FAB7EB}" srcOrd="1" destOrd="0" presId="urn:microsoft.com/office/officeart/2005/8/layout/hierarchy1"/>
    <dgm:cxn modelId="{A955AB12-8C6E-4587-8F60-FA96658A0975}" type="presParOf" srcId="{BEB82510-855B-4DF0-9237-2D4353FAB7EB}" destId="{10FBFBB9-28F3-44AA-A5FE-11F88C78C104}" srcOrd="0" destOrd="0" presId="urn:microsoft.com/office/officeart/2005/8/layout/hierarchy1"/>
    <dgm:cxn modelId="{313782DB-760D-4F50-BD11-8927FFB5A21A}" type="presParOf" srcId="{10FBFBB9-28F3-44AA-A5FE-11F88C78C104}" destId="{1EA3E8E4-B3CD-428F-A76A-00B9F320B884}" srcOrd="0" destOrd="0" presId="urn:microsoft.com/office/officeart/2005/8/layout/hierarchy1"/>
    <dgm:cxn modelId="{EBCB3D60-C0F8-445B-89D2-862CB196142C}" type="presParOf" srcId="{10FBFBB9-28F3-44AA-A5FE-11F88C78C104}" destId="{68E921F6-28DF-4727-A7FC-1EA1E2229F18}" srcOrd="1" destOrd="0" presId="urn:microsoft.com/office/officeart/2005/8/layout/hierarchy1"/>
    <dgm:cxn modelId="{9B9665AE-6B15-450F-ABF1-71FE8507D0DA}" type="presParOf" srcId="{BEB82510-855B-4DF0-9237-2D4353FAB7EB}" destId="{19363813-6460-4B6F-A61F-BE53DD7A8B9E}" srcOrd="1" destOrd="0" presId="urn:microsoft.com/office/officeart/2005/8/layout/hierarchy1"/>
    <dgm:cxn modelId="{CAB13DF4-6B86-4E5C-8B4F-6E9701610FD2}" type="presParOf" srcId="{19363813-6460-4B6F-A61F-BE53DD7A8B9E}" destId="{23BA96ED-E1EE-4EE9-8C18-22946E536C41}" srcOrd="0" destOrd="0" presId="urn:microsoft.com/office/officeart/2005/8/layout/hierarchy1"/>
    <dgm:cxn modelId="{4E45E693-AB35-477D-B541-D6AC9B6ADEFF}" type="presParOf" srcId="{19363813-6460-4B6F-A61F-BE53DD7A8B9E}" destId="{9D71AECA-A07B-4A54-874F-5AD958A8D419}" srcOrd="1" destOrd="0" presId="urn:microsoft.com/office/officeart/2005/8/layout/hierarchy1"/>
    <dgm:cxn modelId="{0AB2A9FE-4A65-41FF-B7F1-AB9760556D58}" type="presParOf" srcId="{9D71AECA-A07B-4A54-874F-5AD958A8D419}" destId="{14D5BE06-0682-4181-960D-FF06E7B451A9}" srcOrd="0" destOrd="0" presId="urn:microsoft.com/office/officeart/2005/8/layout/hierarchy1"/>
    <dgm:cxn modelId="{115EFB2B-A0A7-4DE9-8642-1B9E8AE48874}" type="presParOf" srcId="{14D5BE06-0682-4181-960D-FF06E7B451A9}" destId="{991048C4-70DF-4D95-83C7-96C234E1AC0A}" srcOrd="0" destOrd="0" presId="urn:microsoft.com/office/officeart/2005/8/layout/hierarchy1"/>
    <dgm:cxn modelId="{9CDF97B1-2D2B-4BE6-B31E-18FD8796F4FA}" type="presParOf" srcId="{14D5BE06-0682-4181-960D-FF06E7B451A9}" destId="{AC7FBE42-F854-48DA-A344-7DE07C11D374}" srcOrd="1" destOrd="0" presId="urn:microsoft.com/office/officeart/2005/8/layout/hierarchy1"/>
    <dgm:cxn modelId="{953A02EE-02C8-4E82-BD84-02227C4140CE}" type="presParOf" srcId="{9D71AECA-A07B-4A54-874F-5AD958A8D419}" destId="{898C225E-4AE3-4A0E-AB20-DD2588687918}" srcOrd="1" destOrd="0" presId="urn:microsoft.com/office/officeart/2005/8/layout/hierarchy1"/>
    <dgm:cxn modelId="{30A8D72A-2B87-467F-82BF-C34E307C7180}" type="presParOf" srcId="{19363813-6460-4B6F-A61F-BE53DD7A8B9E}" destId="{EB09C2BB-B673-488A-9A80-785B7EE5CF84}" srcOrd="2" destOrd="0" presId="urn:microsoft.com/office/officeart/2005/8/layout/hierarchy1"/>
    <dgm:cxn modelId="{E070C655-6231-4B15-9A34-39E7A903BEDC}" type="presParOf" srcId="{19363813-6460-4B6F-A61F-BE53DD7A8B9E}" destId="{8AA6F92B-4634-4186-9F23-AEF1B450133D}" srcOrd="3" destOrd="0" presId="urn:microsoft.com/office/officeart/2005/8/layout/hierarchy1"/>
    <dgm:cxn modelId="{6FAC1794-DD19-4AED-8228-41A92AF1729C}" type="presParOf" srcId="{8AA6F92B-4634-4186-9F23-AEF1B450133D}" destId="{33013551-F796-4302-BED7-E5C9140222AC}" srcOrd="0" destOrd="0" presId="urn:microsoft.com/office/officeart/2005/8/layout/hierarchy1"/>
    <dgm:cxn modelId="{CC87874F-99DA-431B-BF14-1297E3B5B915}" type="presParOf" srcId="{33013551-F796-4302-BED7-E5C9140222AC}" destId="{EB51BCCA-86C7-44F2-88E1-275B15D002E3}" srcOrd="0" destOrd="0" presId="urn:microsoft.com/office/officeart/2005/8/layout/hierarchy1"/>
    <dgm:cxn modelId="{8A0A4E0B-FE92-48E3-8B14-4C279548E206}" type="presParOf" srcId="{33013551-F796-4302-BED7-E5C9140222AC}" destId="{705EF503-F134-47B9-9A28-8B6F9F4CB60B}" srcOrd="1" destOrd="0" presId="urn:microsoft.com/office/officeart/2005/8/layout/hierarchy1"/>
    <dgm:cxn modelId="{F98BFB08-3B13-4196-8E42-5E3B48F1588A}" type="presParOf" srcId="{8AA6F92B-4634-4186-9F23-AEF1B450133D}" destId="{073E9F8E-EA8A-41CE-8CC6-B7B2A6C1C345}" srcOrd="1" destOrd="0" presId="urn:microsoft.com/office/officeart/2005/8/layout/hierarchy1"/>
    <dgm:cxn modelId="{5ADA89FA-52B8-4622-BFC6-B2D7412D3C09}" type="presParOf" srcId="{19363813-6460-4B6F-A61F-BE53DD7A8B9E}" destId="{5C65AC76-D6A5-4B37-8575-5FD76F1301C8}" srcOrd="4" destOrd="0" presId="urn:microsoft.com/office/officeart/2005/8/layout/hierarchy1"/>
    <dgm:cxn modelId="{7C9C58A9-CD60-4B58-895D-49492968131B}" type="presParOf" srcId="{19363813-6460-4B6F-A61F-BE53DD7A8B9E}" destId="{F77CAD51-60D3-4C05-9582-D9AC553B0864}" srcOrd="5" destOrd="0" presId="urn:microsoft.com/office/officeart/2005/8/layout/hierarchy1"/>
    <dgm:cxn modelId="{AA34799D-2078-4A27-AEC9-613689B9A634}" type="presParOf" srcId="{F77CAD51-60D3-4C05-9582-D9AC553B0864}" destId="{29ABC220-4AED-4B2F-A583-8E61B9E7C194}" srcOrd="0" destOrd="0" presId="urn:microsoft.com/office/officeart/2005/8/layout/hierarchy1"/>
    <dgm:cxn modelId="{BEBEF8A6-D14C-4864-9E9C-A9F3295FA573}" type="presParOf" srcId="{29ABC220-4AED-4B2F-A583-8E61B9E7C194}" destId="{64FE6B93-302A-44BF-98C5-313CE7B1BD0B}" srcOrd="0" destOrd="0" presId="urn:microsoft.com/office/officeart/2005/8/layout/hierarchy1"/>
    <dgm:cxn modelId="{C5399F4A-E974-4A7C-8F1B-0BD7F35F786C}" type="presParOf" srcId="{29ABC220-4AED-4B2F-A583-8E61B9E7C194}" destId="{ADC71773-EA99-4135-A68B-C1C7F39808F2}" srcOrd="1" destOrd="0" presId="urn:microsoft.com/office/officeart/2005/8/layout/hierarchy1"/>
    <dgm:cxn modelId="{13885010-80B8-40C1-BEC1-E4B53B985ABA}" type="presParOf" srcId="{F77CAD51-60D3-4C05-9582-D9AC553B0864}" destId="{719C36D0-C32E-43A9-8FF7-8AFB1E19FB7D}" srcOrd="1" destOrd="0" presId="urn:microsoft.com/office/officeart/2005/8/layout/hierarchy1"/>
    <dgm:cxn modelId="{1BB5DFE0-56AA-47E4-B439-240C1A18EE41}" type="presParOf" srcId="{19363813-6460-4B6F-A61F-BE53DD7A8B9E}" destId="{5127AE55-E7D6-4EED-B0B3-9596C9EFE9F0}" srcOrd="6" destOrd="0" presId="urn:microsoft.com/office/officeart/2005/8/layout/hierarchy1"/>
    <dgm:cxn modelId="{3C216ECF-465A-4FF7-AC39-5F5625FEA2CE}" type="presParOf" srcId="{19363813-6460-4B6F-A61F-BE53DD7A8B9E}" destId="{CACFFE14-D058-49BA-8CB3-F3AAB1F20B85}" srcOrd="7" destOrd="0" presId="urn:microsoft.com/office/officeart/2005/8/layout/hierarchy1"/>
    <dgm:cxn modelId="{26696A72-076F-491A-BE97-34F9D21962E2}" type="presParOf" srcId="{CACFFE14-D058-49BA-8CB3-F3AAB1F20B85}" destId="{EFC5D1E7-C89F-453B-B4D4-BDC6EAB0D9AB}" srcOrd="0" destOrd="0" presId="urn:microsoft.com/office/officeart/2005/8/layout/hierarchy1"/>
    <dgm:cxn modelId="{690AD335-AD32-4C45-AB51-AEEC67080CE3}" type="presParOf" srcId="{EFC5D1E7-C89F-453B-B4D4-BDC6EAB0D9AB}" destId="{EFAA4738-A612-4488-8C5E-B1BB48384C1D}" srcOrd="0" destOrd="0" presId="urn:microsoft.com/office/officeart/2005/8/layout/hierarchy1"/>
    <dgm:cxn modelId="{C5666D9E-1FF7-42D0-A082-95CF029BA8BC}" type="presParOf" srcId="{EFC5D1E7-C89F-453B-B4D4-BDC6EAB0D9AB}" destId="{8E658989-F159-4E8D-992B-BB90D5193055}" srcOrd="1" destOrd="0" presId="urn:microsoft.com/office/officeart/2005/8/layout/hierarchy1"/>
    <dgm:cxn modelId="{3A7150E4-798E-4F99-BC3C-2E4484E541FB}" type="presParOf" srcId="{CACFFE14-D058-49BA-8CB3-F3AAB1F20B85}" destId="{8BAC4D37-4E17-4866-AC1D-28BF7E5CA346}" srcOrd="1" destOrd="0" presId="urn:microsoft.com/office/officeart/2005/8/layout/hierarchy1"/>
    <dgm:cxn modelId="{39A8F874-7600-46D7-ADE4-2FA2189609DA}" type="presParOf" srcId="{42B721BA-6C15-48AE-A753-6A29C2C890EB}" destId="{406C9154-E890-49BE-8FE7-2E0C3D04F9B2}" srcOrd="2" destOrd="0" presId="urn:microsoft.com/office/officeart/2005/8/layout/hierarchy1"/>
    <dgm:cxn modelId="{013EF11F-9078-4D05-BE1A-CC537F267B6E}" type="presParOf" srcId="{42B721BA-6C15-48AE-A753-6A29C2C890EB}" destId="{00CF1D0B-770F-4045-B736-04FCC2F83E7D}" srcOrd="3" destOrd="0" presId="urn:microsoft.com/office/officeart/2005/8/layout/hierarchy1"/>
    <dgm:cxn modelId="{EB2EC2FC-2E82-474A-9BAA-3A923E6479F9}" type="presParOf" srcId="{00CF1D0B-770F-4045-B736-04FCC2F83E7D}" destId="{58DED386-43EC-4A57-8852-C74367165108}" srcOrd="0" destOrd="0" presId="urn:microsoft.com/office/officeart/2005/8/layout/hierarchy1"/>
    <dgm:cxn modelId="{902C2FD2-F252-4DB4-9759-763E994B0B6F}" type="presParOf" srcId="{58DED386-43EC-4A57-8852-C74367165108}" destId="{66068174-9D80-4EE6-B81F-6FED441006B6}" srcOrd="0" destOrd="0" presId="urn:microsoft.com/office/officeart/2005/8/layout/hierarchy1"/>
    <dgm:cxn modelId="{BADA212D-0C18-45DF-B752-2E95AD30401A}" type="presParOf" srcId="{58DED386-43EC-4A57-8852-C74367165108}" destId="{08FAE135-23A9-4169-B866-4AECE5E59DF0}" srcOrd="1" destOrd="0" presId="urn:microsoft.com/office/officeart/2005/8/layout/hierarchy1"/>
    <dgm:cxn modelId="{E492B24D-56C2-4AA8-A0F1-3285A35075E0}" type="presParOf" srcId="{00CF1D0B-770F-4045-B736-04FCC2F83E7D}" destId="{76AA3B67-CEAE-49C8-AFA3-379B8600D5AA}" srcOrd="1" destOrd="0" presId="urn:microsoft.com/office/officeart/2005/8/layout/hierarchy1"/>
    <dgm:cxn modelId="{18BA8281-D4A7-4D0A-9075-D182714D6BC9}" type="presParOf" srcId="{76AA3B67-CEAE-49C8-AFA3-379B8600D5AA}" destId="{FA3624AE-2B20-434B-B542-5A1A9039CD61}" srcOrd="0" destOrd="0" presId="urn:microsoft.com/office/officeart/2005/8/layout/hierarchy1"/>
    <dgm:cxn modelId="{ED5C496C-4567-4C80-973D-963312217975}" type="presParOf" srcId="{76AA3B67-CEAE-49C8-AFA3-379B8600D5AA}" destId="{C9546DC9-6797-4378-BBD4-3DD07BF19909}" srcOrd="1" destOrd="0" presId="urn:microsoft.com/office/officeart/2005/8/layout/hierarchy1"/>
    <dgm:cxn modelId="{0A127D52-2B41-41E0-93DA-6206AEB7B0AF}" type="presParOf" srcId="{C9546DC9-6797-4378-BBD4-3DD07BF19909}" destId="{E52FAE0F-5687-42E9-A06B-FD5FDB220B71}" srcOrd="0" destOrd="0" presId="urn:microsoft.com/office/officeart/2005/8/layout/hierarchy1"/>
    <dgm:cxn modelId="{7536C73A-020E-4DAF-B2F6-18F7AF5CF428}" type="presParOf" srcId="{E52FAE0F-5687-42E9-A06B-FD5FDB220B71}" destId="{C19F3154-7F19-476B-BD6A-61AA9B397A6B}" srcOrd="0" destOrd="0" presId="urn:microsoft.com/office/officeart/2005/8/layout/hierarchy1"/>
    <dgm:cxn modelId="{CFF7493B-3199-4AA3-A2C7-0F9D3D460EB0}" type="presParOf" srcId="{E52FAE0F-5687-42E9-A06B-FD5FDB220B71}" destId="{8237FCD4-F62E-4C84-9B26-C5DA860A8F9C}" srcOrd="1" destOrd="0" presId="urn:microsoft.com/office/officeart/2005/8/layout/hierarchy1"/>
    <dgm:cxn modelId="{7483ACE5-F182-41F9-BF5A-166EE04C7CD6}" type="presParOf" srcId="{C9546DC9-6797-4378-BBD4-3DD07BF19909}" destId="{7DDE148E-8329-488F-B5EA-059C701CA0BB}" srcOrd="1" destOrd="0" presId="urn:microsoft.com/office/officeart/2005/8/layout/hierarchy1"/>
    <dgm:cxn modelId="{8BD5F3D2-9C1E-4D29-9F90-EF6ADC63955A}" type="presParOf" srcId="{76AA3B67-CEAE-49C8-AFA3-379B8600D5AA}" destId="{4E5650FF-0D8A-4B13-927C-31FD86C32961}" srcOrd="2" destOrd="0" presId="urn:microsoft.com/office/officeart/2005/8/layout/hierarchy1"/>
    <dgm:cxn modelId="{02C25A2E-5C74-4998-B1E1-A65F59D77F9C}" type="presParOf" srcId="{76AA3B67-CEAE-49C8-AFA3-379B8600D5AA}" destId="{030D4582-5514-4BFF-93AE-89AB9705E8BD}" srcOrd="3" destOrd="0" presId="urn:microsoft.com/office/officeart/2005/8/layout/hierarchy1"/>
    <dgm:cxn modelId="{075E3F8D-090C-4796-A66E-8C8C2974C0AB}" type="presParOf" srcId="{030D4582-5514-4BFF-93AE-89AB9705E8BD}" destId="{3D67F77A-2338-4942-BC2B-F81DCD785D66}" srcOrd="0" destOrd="0" presId="urn:microsoft.com/office/officeart/2005/8/layout/hierarchy1"/>
    <dgm:cxn modelId="{9B2D4F0A-5C33-4E22-973E-D06270FE76C0}" type="presParOf" srcId="{3D67F77A-2338-4942-BC2B-F81DCD785D66}" destId="{7D575238-184A-418F-A71E-07212277178B}" srcOrd="0" destOrd="0" presId="urn:microsoft.com/office/officeart/2005/8/layout/hierarchy1"/>
    <dgm:cxn modelId="{5A481130-9657-425C-9869-08CD225C2778}" type="presParOf" srcId="{3D67F77A-2338-4942-BC2B-F81DCD785D66}" destId="{3EB53225-0560-4A3B-9128-1DB5B8EBDC4E}" srcOrd="1" destOrd="0" presId="urn:microsoft.com/office/officeart/2005/8/layout/hierarchy1"/>
    <dgm:cxn modelId="{13EE5D2B-FF8D-4B90-BA45-D85A5945CA34}" type="presParOf" srcId="{030D4582-5514-4BFF-93AE-89AB9705E8BD}" destId="{3485EC63-4CE7-45B8-8C96-3332A68EA54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80B55C-CC7D-4313-86C5-D453F6547BB9}" type="doc">
      <dgm:prSet loTypeId="urn:microsoft.com/office/officeart/2005/8/layout/hierarchy1" loCatId="hierarchy" qsTypeId="urn:microsoft.com/office/officeart/2005/8/quickstyle/simple1" qsCatId="simple" csTypeId="urn:microsoft.com/office/officeart/2005/8/colors/colorful5" csCatId="colorful" phldr="1"/>
      <dgm:spPr/>
      <dgm:t>
        <a:bodyPr/>
        <a:lstStyle/>
        <a:p>
          <a:endParaRPr lang="en-US"/>
        </a:p>
      </dgm:t>
    </dgm:pt>
    <dgm:pt modelId="{123F57E1-179C-4414-8F14-9D6FCEFF7048}">
      <dgm:prSet phldrT="[Text]"/>
      <dgm:spPr/>
      <dgm:t>
        <a:bodyPr/>
        <a:lstStyle/>
        <a:p>
          <a:r>
            <a:rPr lang="en-US" dirty="0" err="1"/>
            <a:t>দেশী</a:t>
          </a:r>
          <a:r>
            <a:rPr lang="en-US" dirty="0"/>
            <a:t> </a:t>
          </a:r>
          <a:r>
            <a:rPr lang="en-US" dirty="0" err="1"/>
            <a:t>হাঁস</a:t>
          </a:r>
          <a:r>
            <a:rPr lang="en-US" dirty="0"/>
            <a:t>/</a:t>
          </a:r>
          <a:r>
            <a:rPr lang="en-US" dirty="0" err="1"/>
            <a:t>পাতিহাঁস</a:t>
          </a:r>
          <a:r>
            <a:rPr lang="en-US" dirty="0"/>
            <a:t> </a:t>
          </a:r>
        </a:p>
      </dgm:t>
    </dgm:pt>
    <dgm:pt modelId="{8F565F60-84FE-4BE7-B0CB-75BA9DB1EE14}" type="parTrans" cxnId="{CBC9DD51-C54A-421C-8423-F85E34DE3B90}">
      <dgm:prSet/>
      <dgm:spPr/>
      <dgm:t>
        <a:bodyPr/>
        <a:lstStyle/>
        <a:p>
          <a:endParaRPr lang="en-US"/>
        </a:p>
      </dgm:t>
    </dgm:pt>
    <dgm:pt modelId="{F3CEA088-B863-4D88-8CFA-2EBE5243EF76}" type="sibTrans" cxnId="{CBC9DD51-C54A-421C-8423-F85E34DE3B90}">
      <dgm:prSet/>
      <dgm:spPr/>
      <dgm:t>
        <a:bodyPr/>
        <a:lstStyle/>
        <a:p>
          <a:endParaRPr lang="en-US"/>
        </a:p>
      </dgm:t>
    </dgm:pt>
    <dgm:pt modelId="{10B09A33-9D59-43AA-A797-59C6B57ACA9C}">
      <dgm:prSet phldrT="[Text]"/>
      <dgm:spPr/>
      <dgm:t>
        <a:bodyPr/>
        <a:lstStyle/>
        <a:p>
          <a:r>
            <a:rPr lang="en-US" dirty="0" err="1"/>
            <a:t>বিদেশী</a:t>
          </a:r>
          <a:r>
            <a:rPr lang="en-US" dirty="0"/>
            <a:t> </a:t>
          </a:r>
          <a:r>
            <a:rPr lang="en-US" dirty="0" err="1"/>
            <a:t>হাঁস</a:t>
          </a:r>
          <a:endParaRPr lang="en-US" dirty="0"/>
        </a:p>
      </dgm:t>
    </dgm:pt>
    <dgm:pt modelId="{513C1CA6-0A82-4E35-9B84-BC953098ED23}" type="parTrans" cxnId="{79931404-6037-4EE2-84A5-235506012923}">
      <dgm:prSet/>
      <dgm:spPr/>
      <dgm:t>
        <a:bodyPr/>
        <a:lstStyle/>
        <a:p>
          <a:endParaRPr lang="en-US"/>
        </a:p>
      </dgm:t>
    </dgm:pt>
    <dgm:pt modelId="{441E4E02-7887-4F1E-8AF3-2869022080A3}" type="sibTrans" cxnId="{79931404-6037-4EE2-84A5-235506012923}">
      <dgm:prSet/>
      <dgm:spPr/>
      <dgm:t>
        <a:bodyPr/>
        <a:lstStyle/>
        <a:p>
          <a:endParaRPr lang="en-US"/>
        </a:p>
      </dgm:t>
    </dgm:pt>
    <dgm:pt modelId="{56E3DDF0-236D-4E84-BFC4-E94B17819204}">
      <dgm:prSet phldrT="[Text]"/>
      <dgm:spPr/>
      <dgm:t>
        <a:bodyPr/>
        <a:lstStyle/>
        <a:p>
          <a:r>
            <a:rPr lang="en-US" dirty="0" err="1"/>
            <a:t>মাংস</a:t>
          </a:r>
          <a:r>
            <a:rPr lang="en-US" dirty="0"/>
            <a:t> </a:t>
          </a:r>
          <a:r>
            <a:rPr lang="en-US" dirty="0" err="1"/>
            <a:t>দেয়</a:t>
          </a:r>
          <a:endParaRPr lang="en-US" dirty="0"/>
        </a:p>
      </dgm:t>
    </dgm:pt>
    <dgm:pt modelId="{F8ED27B7-6B4E-4293-A31A-CD795D530C35}" type="parTrans" cxnId="{4B6B5159-D7BC-42BE-94C1-D646E183463B}">
      <dgm:prSet/>
      <dgm:spPr/>
      <dgm:t>
        <a:bodyPr/>
        <a:lstStyle/>
        <a:p>
          <a:endParaRPr lang="en-US"/>
        </a:p>
      </dgm:t>
    </dgm:pt>
    <dgm:pt modelId="{53CADCF3-E789-4685-955D-90A2B6B84FDA}" type="sibTrans" cxnId="{4B6B5159-D7BC-42BE-94C1-D646E183463B}">
      <dgm:prSet/>
      <dgm:spPr/>
      <dgm:t>
        <a:bodyPr/>
        <a:lstStyle/>
        <a:p>
          <a:endParaRPr lang="en-US"/>
        </a:p>
      </dgm:t>
    </dgm:pt>
    <dgm:pt modelId="{E396C059-E6F1-47C3-8942-6852C53DF98C}">
      <dgm:prSet phldrT="[Text]"/>
      <dgm:spPr/>
      <dgm:t>
        <a:bodyPr/>
        <a:lstStyle/>
        <a:p>
          <a:r>
            <a:rPr lang="en-US" dirty="0" err="1"/>
            <a:t>পেকিন</a:t>
          </a:r>
          <a:endParaRPr lang="en-US" dirty="0"/>
        </a:p>
      </dgm:t>
    </dgm:pt>
    <dgm:pt modelId="{DFDE570F-2D6F-469C-8036-46C6CBA8773B}" type="parTrans" cxnId="{FCCCBBC3-DDC9-4857-8A8C-1D84F2732B43}">
      <dgm:prSet/>
      <dgm:spPr/>
      <dgm:t>
        <a:bodyPr/>
        <a:lstStyle/>
        <a:p>
          <a:endParaRPr lang="en-US"/>
        </a:p>
      </dgm:t>
    </dgm:pt>
    <dgm:pt modelId="{0619BD3D-7AEE-43B2-BFF7-B8FA29D866E1}" type="sibTrans" cxnId="{FCCCBBC3-DDC9-4857-8A8C-1D84F2732B43}">
      <dgm:prSet/>
      <dgm:spPr/>
      <dgm:t>
        <a:bodyPr/>
        <a:lstStyle/>
        <a:p>
          <a:endParaRPr lang="en-US"/>
        </a:p>
      </dgm:t>
    </dgm:pt>
    <dgm:pt modelId="{54C03EB0-F6BD-49C4-8CA2-C958BCDCEBA3}">
      <dgm:prSet phldrT="[Text]"/>
      <dgm:spPr/>
      <dgm:t>
        <a:bodyPr/>
        <a:lstStyle/>
        <a:p>
          <a:r>
            <a:rPr lang="en-US" dirty="0" err="1"/>
            <a:t>রোয়েন</a:t>
          </a:r>
          <a:endParaRPr lang="en-US" dirty="0"/>
        </a:p>
      </dgm:t>
    </dgm:pt>
    <dgm:pt modelId="{1103D869-DCA9-4686-BA33-AB88262C77E9}" type="parTrans" cxnId="{AD7E2C69-0981-453B-91E4-B2D6BAA64EB4}">
      <dgm:prSet/>
      <dgm:spPr/>
      <dgm:t>
        <a:bodyPr/>
        <a:lstStyle/>
        <a:p>
          <a:endParaRPr lang="en-US"/>
        </a:p>
      </dgm:t>
    </dgm:pt>
    <dgm:pt modelId="{B3FE0488-227B-4F85-A4C9-E928AB79CB61}" type="sibTrans" cxnId="{AD7E2C69-0981-453B-91E4-B2D6BAA64EB4}">
      <dgm:prSet/>
      <dgm:spPr/>
      <dgm:t>
        <a:bodyPr/>
        <a:lstStyle/>
        <a:p>
          <a:endParaRPr lang="en-US"/>
        </a:p>
      </dgm:t>
    </dgm:pt>
    <dgm:pt modelId="{1E133998-6564-452B-9562-EE126A2A7F19}">
      <dgm:prSet phldrT="[Text]"/>
      <dgm:spPr/>
      <dgm:t>
        <a:bodyPr/>
        <a:lstStyle/>
        <a:p>
          <a:r>
            <a:rPr lang="en-US" dirty="0" err="1"/>
            <a:t>মাস্কোভি</a:t>
          </a:r>
          <a:endParaRPr lang="en-US" dirty="0"/>
        </a:p>
      </dgm:t>
    </dgm:pt>
    <dgm:pt modelId="{3CE1CFCA-CB05-4D9B-99BB-F7AB5622040C}" type="parTrans" cxnId="{99EFE1FA-58CF-4688-98DD-E330CC3E643A}">
      <dgm:prSet/>
      <dgm:spPr/>
      <dgm:t>
        <a:bodyPr/>
        <a:lstStyle/>
        <a:p>
          <a:endParaRPr lang="en-US"/>
        </a:p>
      </dgm:t>
    </dgm:pt>
    <dgm:pt modelId="{3F7660B2-03FE-4934-B39C-DF362CB7A15B}" type="sibTrans" cxnId="{99EFE1FA-58CF-4688-98DD-E330CC3E643A}">
      <dgm:prSet/>
      <dgm:spPr/>
      <dgm:t>
        <a:bodyPr/>
        <a:lstStyle/>
        <a:p>
          <a:endParaRPr lang="en-US"/>
        </a:p>
      </dgm:t>
    </dgm:pt>
    <dgm:pt modelId="{74282552-245F-4C58-9039-0513F03845AF}">
      <dgm:prSet phldrT="[Text]"/>
      <dgm:spPr/>
      <dgm:t>
        <a:bodyPr/>
        <a:lstStyle/>
        <a:p>
          <a:r>
            <a:rPr lang="en-US" dirty="0" err="1"/>
            <a:t>আইলেসবারি</a:t>
          </a:r>
          <a:endParaRPr lang="en-US" dirty="0"/>
        </a:p>
      </dgm:t>
    </dgm:pt>
    <dgm:pt modelId="{EA987646-F180-44FF-8918-9656390AF284}" type="parTrans" cxnId="{05B8112E-C53F-4A9E-B015-5F775B9CF7F3}">
      <dgm:prSet/>
      <dgm:spPr/>
      <dgm:t>
        <a:bodyPr/>
        <a:lstStyle/>
        <a:p>
          <a:endParaRPr lang="en-US"/>
        </a:p>
      </dgm:t>
    </dgm:pt>
    <dgm:pt modelId="{6DBB320C-C93E-4F44-8111-D3E20353EF31}" type="sibTrans" cxnId="{05B8112E-C53F-4A9E-B015-5F775B9CF7F3}">
      <dgm:prSet/>
      <dgm:spPr/>
      <dgm:t>
        <a:bodyPr/>
        <a:lstStyle/>
        <a:p>
          <a:endParaRPr lang="en-US"/>
        </a:p>
      </dgm:t>
    </dgm:pt>
    <dgm:pt modelId="{039046A4-D857-4ABD-811D-79A8FAF9732B}">
      <dgm:prSet phldrT="[Text]"/>
      <dgm:spPr/>
      <dgm:t>
        <a:bodyPr/>
        <a:lstStyle/>
        <a:p>
          <a:r>
            <a:rPr lang="en-US" dirty="0" err="1"/>
            <a:t>ডিম</a:t>
          </a:r>
          <a:r>
            <a:rPr lang="en-US" dirty="0"/>
            <a:t> </a:t>
          </a:r>
          <a:r>
            <a:rPr lang="en-US" dirty="0" err="1"/>
            <a:t>দেয়ঃ</a:t>
          </a:r>
          <a:endParaRPr lang="en-US" dirty="0"/>
        </a:p>
      </dgm:t>
    </dgm:pt>
    <dgm:pt modelId="{D0F4386F-7999-474C-8826-BF4E6BC82AE5}" type="parTrans" cxnId="{7A45603E-C53E-4A89-902A-75F8FC961C0B}">
      <dgm:prSet/>
      <dgm:spPr/>
      <dgm:t>
        <a:bodyPr/>
        <a:lstStyle/>
        <a:p>
          <a:endParaRPr lang="en-US"/>
        </a:p>
      </dgm:t>
    </dgm:pt>
    <dgm:pt modelId="{AE7CA060-0769-4B5C-8239-2BB9652F376B}" type="sibTrans" cxnId="{7A45603E-C53E-4A89-902A-75F8FC961C0B}">
      <dgm:prSet/>
      <dgm:spPr/>
      <dgm:t>
        <a:bodyPr/>
        <a:lstStyle/>
        <a:p>
          <a:endParaRPr lang="en-US"/>
        </a:p>
      </dgm:t>
    </dgm:pt>
    <dgm:pt modelId="{9D76AB18-9300-4BCB-BBA4-70D404530D8B}">
      <dgm:prSet phldrT="[Text]"/>
      <dgm:spPr/>
      <dgm:t>
        <a:bodyPr/>
        <a:lstStyle/>
        <a:p>
          <a:r>
            <a:rPr lang="en-US" dirty="0" err="1"/>
            <a:t>খাকি</a:t>
          </a:r>
          <a:r>
            <a:rPr lang="en-US" dirty="0"/>
            <a:t> </a:t>
          </a:r>
          <a:r>
            <a:rPr lang="en-US" dirty="0" err="1"/>
            <a:t>ক্যাম্বেল</a:t>
          </a:r>
          <a:endParaRPr lang="en-US" dirty="0"/>
        </a:p>
      </dgm:t>
    </dgm:pt>
    <dgm:pt modelId="{D0611183-50C5-4CA7-B71E-4CF0560F4838}" type="parTrans" cxnId="{BFFB76DD-6B24-43B3-8428-A0E7014DDFE9}">
      <dgm:prSet/>
      <dgm:spPr/>
      <dgm:t>
        <a:bodyPr/>
        <a:lstStyle/>
        <a:p>
          <a:endParaRPr lang="en-US"/>
        </a:p>
      </dgm:t>
    </dgm:pt>
    <dgm:pt modelId="{EDCE0EBB-2006-4A7E-9023-CB1516093FEC}" type="sibTrans" cxnId="{BFFB76DD-6B24-43B3-8428-A0E7014DDFE9}">
      <dgm:prSet/>
      <dgm:spPr/>
      <dgm:t>
        <a:bodyPr/>
        <a:lstStyle/>
        <a:p>
          <a:endParaRPr lang="en-US"/>
        </a:p>
      </dgm:t>
    </dgm:pt>
    <dgm:pt modelId="{2672EB43-A9B6-42E2-B6B1-660C156CD275}">
      <dgm:prSet phldrT="[Text]"/>
      <dgm:spPr/>
      <dgm:t>
        <a:bodyPr/>
        <a:lstStyle/>
        <a:p>
          <a:r>
            <a:rPr lang="en-US" dirty="0" err="1"/>
            <a:t>ইন্ডিয়ান</a:t>
          </a:r>
          <a:r>
            <a:rPr lang="en-US" dirty="0"/>
            <a:t> </a:t>
          </a:r>
          <a:r>
            <a:rPr lang="en-US" dirty="0" err="1"/>
            <a:t>রানার</a:t>
          </a:r>
          <a:endParaRPr lang="en-US" dirty="0"/>
        </a:p>
      </dgm:t>
    </dgm:pt>
    <dgm:pt modelId="{339E6936-6FD6-4E8E-A201-AFEA82DF4089}" type="parTrans" cxnId="{1C2E1016-0761-4591-BA2A-5611BBC02ABA}">
      <dgm:prSet/>
      <dgm:spPr/>
      <dgm:t>
        <a:bodyPr/>
        <a:lstStyle/>
        <a:p>
          <a:endParaRPr lang="en-US"/>
        </a:p>
      </dgm:t>
    </dgm:pt>
    <dgm:pt modelId="{12B703D9-A28D-4315-A562-EAE89AF9F4BE}" type="sibTrans" cxnId="{1C2E1016-0761-4591-BA2A-5611BBC02ABA}">
      <dgm:prSet/>
      <dgm:spPr/>
      <dgm:t>
        <a:bodyPr/>
        <a:lstStyle/>
        <a:p>
          <a:endParaRPr lang="en-US"/>
        </a:p>
      </dgm:t>
    </dgm:pt>
    <dgm:pt modelId="{6D3F89A5-D26B-4021-8D15-7D129A494EE9}">
      <dgm:prSet phldrT="[Text]"/>
      <dgm:spPr/>
      <dgm:t>
        <a:bodyPr/>
        <a:lstStyle/>
        <a:p>
          <a:r>
            <a:rPr lang="en-US" dirty="0" err="1"/>
            <a:t>জিনিডিং</a:t>
          </a:r>
          <a:endParaRPr lang="en-US" dirty="0"/>
        </a:p>
      </dgm:t>
    </dgm:pt>
    <dgm:pt modelId="{64F80FCE-31EF-4594-A161-31C87B0E5A25}" type="parTrans" cxnId="{C803C798-7279-4B82-B523-0B3D542DE02B}">
      <dgm:prSet/>
      <dgm:spPr/>
      <dgm:t>
        <a:bodyPr/>
        <a:lstStyle/>
        <a:p>
          <a:endParaRPr lang="en-US"/>
        </a:p>
      </dgm:t>
    </dgm:pt>
    <dgm:pt modelId="{C232B519-D417-4EC5-BB08-A5CD11750718}" type="sibTrans" cxnId="{C803C798-7279-4B82-B523-0B3D542DE02B}">
      <dgm:prSet/>
      <dgm:spPr/>
      <dgm:t>
        <a:bodyPr/>
        <a:lstStyle/>
        <a:p>
          <a:endParaRPr lang="en-US"/>
        </a:p>
      </dgm:t>
    </dgm:pt>
    <dgm:pt modelId="{41415911-AA04-486E-8C43-B156D738B5EB}">
      <dgm:prSet phldrT="[Text]"/>
      <dgm:spPr/>
      <dgm:t>
        <a:bodyPr/>
        <a:lstStyle/>
        <a:p>
          <a:r>
            <a:rPr lang="en-US" dirty="0" err="1"/>
            <a:t>সৌন্দর্যবর্ধকঃ</a:t>
          </a:r>
          <a:endParaRPr lang="en-US" dirty="0"/>
        </a:p>
      </dgm:t>
    </dgm:pt>
    <dgm:pt modelId="{78BE76C3-424E-4133-A3EC-5173D567B425}" type="parTrans" cxnId="{2B9ECD94-EBFD-4DE0-9FC8-DDDFE2822164}">
      <dgm:prSet/>
      <dgm:spPr/>
      <dgm:t>
        <a:bodyPr/>
        <a:lstStyle/>
        <a:p>
          <a:endParaRPr lang="en-US"/>
        </a:p>
      </dgm:t>
    </dgm:pt>
    <dgm:pt modelId="{CB9C1A12-EC0E-437E-B83B-DBD823A195CB}" type="sibTrans" cxnId="{2B9ECD94-EBFD-4DE0-9FC8-DDDFE2822164}">
      <dgm:prSet/>
      <dgm:spPr/>
      <dgm:t>
        <a:bodyPr/>
        <a:lstStyle/>
        <a:p>
          <a:endParaRPr lang="en-US"/>
        </a:p>
      </dgm:t>
    </dgm:pt>
    <dgm:pt modelId="{76CA0BC4-A74A-44BE-A108-7BFBE205AAD8}">
      <dgm:prSet phldrT="[Text]"/>
      <dgm:spPr/>
      <dgm:t>
        <a:bodyPr/>
        <a:lstStyle/>
        <a:p>
          <a:r>
            <a:rPr lang="en-US" dirty="0" err="1"/>
            <a:t>কল</a:t>
          </a:r>
          <a:endParaRPr lang="en-US" dirty="0"/>
        </a:p>
      </dgm:t>
    </dgm:pt>
    <dgm:pt modelId="{3CCFDA92-6EFC-47A2-AD90-3D69287A4238}" type="parTrans" cxnId="{B2EAFFE2-0594-4DE5-A70E-DE79A124AB19}">
      <dgm:prSet/>
      <dgm:spPr/>
      <dgm:t>
        <a:bodyPr/>
        <a:lstStyle/>
        <a:p>
          <a:endParaRPr lang="en-US"/>
        </a:p>
      </dgm:t>
    </dgm:pt>
    <dgm:pt modelId="{F540A013-5E2D-4259-9A07-16E08C4FFEF0}" type="sibTrans" cxnId="{B2EAFFE2-0594-4DE5-A70E-DE79A124AB19}">
      <dgm:prSet/>
      <dgm:spPr/>
      <dgm:t>
        <a:bodyPr/>
        <a:lstStyle/>
        <a:p>
          <a:endParaRPr lang="en-US"/>
        </a:p>
      </dgm:t>
    </dgm:pt>
    <dgm:pt modelId="{1C51B4FF-F651-4FD7-8D9E-19BC3FCD723E}">
      <dgm:prSet phldrT="[Text]"/>
      <dgm:spPr/>
      <dgm:t>
        <a:bodyPr/>
        <a:lstStyle/>
        <a:p>
          <a:r>
            <a:rPr lang="en-US" dirty="0" err="1"/>
            <a:t>ক্রেস্টেড</a:t>
          </a:r>
          <a:endParaRPr lang="en-US" dirty="0"/>
        </a:p>
      </dgm:t>
    </dgm:pt>
    <dgm:pt modelId="{0564158E-531A-4D1D-903F-378EC1037AF0}" type="parTrans" cxnId="{ADE61E8D-2545-4A04-8B84-9B738A69F1C0}">
      <dgm:prSet/>
      <dgm:spPr/>
      <dgm:t>
        <a:bodyPr/>
        <a:lstStyle/>
        <a:p>
          <a:endParaRPr lang="en-US"/>
        </a:p>
      </dgm:t>
    </dgm:pt>
    <dgm:pt modelId="{8F4BA186-66AD-4DAE-A632-1A243DC59FDF}" type="sibTrans" cxnId="{ADE61E8D-2545-4A04-8B84-9B738A69F1C0}">
      <dgm:prSet/>
      <dgm:spPr/>
      <dgm:t>
        <a:bodyPr/>
        <a:lstStyle/>
        <a:p>
          <a:endParaRPr lang="en-US"/>
        </a:p>
      </dgm:t>
    </dgm:pt>
    <dgm:pt modelId="{090F9DAC-8976-4989-A925-C44DF23E7801}">
      <dgm:prSet phldrT="[Text]"/>
      <dgm:spPr/>
      <dgm:t>
        <a:bodyPr/>
        <a:lstStyle/>
        <a:p>
          <a:r>
            <a:rPr lang="en-US" dirty="0" err="1"/>
            <a:t>কায়াগো</a:t>
          </a:r>
          <a:endParaRPr lang="en-US" dirty="0"/>
        </a:p>
      </dgm:t>
    </dgm:pt>
    <dgm:pt modelId="{828E3C99-6765-4E75-A88E-78ADAD9F726B}" type="parTrans" cxnId="{B8AE0FFE-CC48-4CB2-97CB-9478EC28D640}">
      <dgm:prSet/>
      <dgm:spPr/>
      <dgm:t>
        <a:bodyPr/>
        <a:lstStyle/>
        <a:p>
          <a:endParaRPr lang="en-US"/>
        </a:p>
      </dgm:t>
    </dgm:pt>
    <dgm:pt modelId="{DCEBB839-582C-4D7C-9B87-36BCD46BF7F0}" type="sibTrans" cxnId="{B8AE0FFE-CC48-4CB2-97CB-9478EC28D640}">
      <dgm:prSet/>
      <dgm:spPr/>
      <dgm:t>
        <a:bodyPr/>
        <a:lstStyle/>
        <a:p>
          <a:endParaRPr lang="en-US"/>
        </a:p>
      </dgm:t>
    </dgm:pt>
    <dgm:pt modelId="{95769E60-0B13-4900-A7AA-EA5DB8E3929B}">
      <dgm:prSet phldrT="[Text]"/>
      <dgm:spPr/>
      <dgm:t>
        <a:bodyPr/>
        <a:lstStyle/>
        <a:p>
          <a:r>
            <a:rPr lang="en-US" dirty="0" err="1"/>
            <a:t>ব্লু</a:t>
          </a:r>
          <a:r>
            <a:rPr lang="en-US" dirty="0"/>
            <a:t> </a:t>
          </a:r>
          <a:r>
            <a:rPr lang="en-US" dirty="0" err="1"/>
            <a:t>সুইডিশ</a:t>
          </a:r>
          <a:endParaRPr lang="en-US" dirty="0"/>
        </a:p>
      </dgm:t>
    </dgm:pt>
    <dgm:pt modelId="{4EDF0C2F-0CE3-411C-A39F-7AC85D2AAA9C}" type="parTrans" cxnId="{A9BBC4B0-0648-45B5-BE45-299E75019A7B}">
      <dgm:prSet/>
      <dgm:spPr/>
      <dgm:t>
        <a:bodyPr/>
        <a:lstStyle/>
        <a:p>
          <a:endParaRPr lang="en-US"/>
        </a:p>
      </dgm:t>
    </dgm:pt>
    <dgm:pt modelId="{4ECC0DCA-80E3-4DD2-A2B6-28AD3A405D93}" type="sibTrans" cxnId="{A9BBC4B0-0648-45B5-BE45-299E75019A7B}">
      <dgm:prSet/>
      <dgm:spPr/>
      <dgm:t>
        <a:bodyPr/>
        <a:lstStyle/>
        <a:p>
          <a:endParaRPr lang="en-US"/>
        </a:p>
      </dgm:t>
    </dgm:pt>
    <dgm:pt modelId="{65D24742-C847-43A4-AB81-7FF553A44356}" type="pres">
      <dgm:prSet presAssocID="{1880B55C-CC7D-4313-86C5-D453F6547BB9}" presName="hierChild1" presStyleCnt="0">
        <dgm:presLayoutVars>
          <dgm:chPref val="1"/>
          <dgm:dir/>
          <dgm:animOne val="branch"/>
          <dgm:animLvl val="lvl"/>
          <dgm:resizeHandles/>
        </dgm:presLayoutVars>
      </dgm:prSet>
      <dgm:spPr/>
    </dgm:pt>
    <dgm:pt modelId="{52570D90-68FB-4938-8AA4-5F2779B46BA4}" type="pres">
      <dgm:prSet presAssocID="{123F57E1-179C-4414-8F14-9D6FCEFF7048}" presName="hierRoot1" presStyleCnt="0"/>
      <dgm:spPr/>
    </dgm:pt>
    <dgm:pt modelId="{4CCA9D06-8DB8-46A2-A908-DD50587ABDC7}" type="pres">
      <dgm:prSet presAssocID="{123F57E1-179C-4414-8F14-9D6FCEFF7048}" presName="composite" presStyleCnt="0"/>
      <dgm:spPr/>
    </dgm:pt>
    <dgm:pt modelId="{791EC504-170E-467B-AE23-A3B18CD0A3BD}" type="pres">
      <dgm:prSet presAssocID="{123F57E1-179C-4414-8F14-9D6FCEFF7048}" presName="background" presStyleLbl="node0" presStyleIdx="0" presStyleCnt="2"/>
      <dgm:spPr/>
    </dgm:pt>
    <dgm:pt modelId="{109DBD29-6FAB-419E-B3D2-92667A84423E}" type="pres">
      <dgm:prSet presAssocID="{123F57E1-179C-4414-8F14-9D6FCEFF7048}" presName="text" presStyleLbl="fgAcc0" presStyleIdx="0" presStyleCnt="2">
        <dgm:presLayoutVars>
          <dgm:chPref val="3"/>
        </dgm:presLayoutVars>
      </dgm:prSet>
      <dgm:spPr/>
    </dgm:pt>
    <dgm:pt modelId="{F9E6F5D5-0087-47E4-8574-039E23635465}" type="pres">
      <dgm:prSet presAssocID="{123F57E1-179C-4414-8F14-9D6FCEFF7048}" presName="hierChild2" presStyleCnt="0"/>
      <dgm:spPr/>
    </dgm:pt>
    <dgm:pt modelId="{C4993455-2FD6-4308-B656-71A1F9B2CB40}" type="pres">
      <dgm:prSet presAssocID="{10B09A33-9D59-43AA-A797-59C6B57ACA9C}" presName="hierRoot1" presStyleCnt="0"/>
      <dgm:spPr/>
    </dgm:pt>
    <dgm:pt modelId="{97906150-A1CA-4C96-B75D-3075A6CB2304}" type="pres">
      <dgm:prSet presAssocID="{10B09A33-9D59-43AA-A797-59C6B57ACA9C}" presName="composite" presStyleCnt="0"/>
      <dgm:spPr/>
    </dgm:pt>
    <dgm:pt modelId="{CD64D2A0-8E6B-4EF2-A5D6-3938B9FED0A5}" type="pres">
      <dgm:prSet presAssocID="{10B09A33-9D59-43AA-A797-59C6B57ACA9C}" presName="background" presStyleLbl="node0" presStyleIdx="1" presStyleCnt="2"/>
      <dgm:spPr/>
    </dgm:pt>
    <dgm:pt modelId="{0A8BBE4F-8533-4336-8AEB-EB2F1CD32C92}" type="pres">
      <dgm:prSet presAssocID="{10B09A33-9D59-43AA-A797-59C6B57ACA9C}" presName="text" presStyleLbl="fgAcc0" presStyleIdx="1" presStyleCnt="2">
        <dgm:presLayoutVars>
          <dgm:chPref val="3"/>
        </dgm:presLayoutVars>
      </dgm:prSet>
      <dgm:spPr/>
    </dgm:pt>
    <dgm:pt modelId="{F9982D32-2502-4E7C-9DE8-BFC0E861B3A3}" type="pres">
      <dgm:prSet presAssocID="{10B09A33-9D59-43AA-A797-59C6B57ACA9C}" presName="hierChild2" presStyleCnt="0"/>
      <dgm:spPr/>
    </dgm:pt>
    <dgm:pt modelId="{863ACB47-CC3D-4511-B000-8851EA1FDD24}" type="pres">
      <dgm:prSet presAssocID="{F8ED27B7-6B4E-4293-A31A-CD795D530C35}" presName="Name10" presStyleLbl="parChTrans1D2" presStyleIdx="0" presStyleCnt="3"/>
      <dgm:spPr/>
    </dgm:pt>
    <dgm:pt modelId="{58D645EF-204E-470D-AD94-BE8920C54F5C}" type="pres">
      <dgm:prSet presAssocID="{56E3DDF0-236D-4E84-BFC4-E94B17819204}" presName="hierRoot2" presStyleCnt="0"/>
      <dgm:spPr/>
    </dgm:pt>
    <dgm:pt modelId="{010D743A-B406-4ADC-BADA-1FF922EAFB1D}" type="pres">
      <dgm:prSet presAssocID="{56E3DDF0-236D-4E84-BFC4-E94B17819204}" presName="composite2" presStyleCnt="0"/>
      <dgm:spPr/>
    </dgm:pt>
    <dgm:pt modelId="{3B7565FA-4D89-4EFC-A1D6-27F1D9D25A40}" type="pres">
      <dgm:prSet presAssocID="{56E3DDF0-236D-4E84-BFC4-E94B17819204}" presName="background2" presStyleLbl="node2" presStyleIdx="0" presStyleCnt="3"/>
      <dgm:spPr/>
    </dgm:pt>
    <dgm:pt modelId="{516924C9-7638-449D-BA17-D8F3280F3492}" type="pres">
      <dgm:prSet presAssocID="{56E3DDF0-236D-4E84-BFC4-E94B17819204}" presName="text2" presStyleLbl="fgAcc2" presStyleIdx="0" presStyleCnt="3">
        <dgm:presLayoutVars>
          <dgm:chPref val="3"/>
        </dgm:presLayoutVars>
      </dgm:prSet>
      <dgm:spPr/>
    </dgm:pt>
    <dgm:pt modelId="{82A1F4CD-CE9D-4501-AFC3-A180A55E1E20}" type="pres">
      <dgm:prSet presAssocID="{56E3DDF0-236D-4E84-BFC4-E94B17819204}" presName="hierChild3" presStyleCnt="0"/>
      <dgm:spPr/>
    </dgm:pt>
    <dgm:pt modelId="{2A8D0338-9276-42EA-8D2C-40C1A8AB4E67}" type="pres">
      <dgm:prSet presAssocID="{DFDE570F-2D6F-469C-8036-46C6CBA8773B}" presName="Name17" presStyleLbl="parChTrans1D3" presStyleIdx="0" presStyleCnt="11"/>
      <dgm:spPr/>
    </dgm:pt>
    <dgm:pt modelId="{7EB6B9E4-E5E8-49B1-A506-7B495FAB0F1F}" type="pres">
      <dgm:prSet presAssocID="{E396C059-E6F1-47C3-8942-6852C53DF98C}" presName="hierRoot3" presStyleCnt="0"/>
      <dgm:spPr/>
    </dgm:pt>
    <dgm:pt modelId="{923FEA8E-2371-4150-A76B-DF164C355CF9}" type="pres">
      <dgm:prSet presAssocID="{E396C059-E6F1-47C3-8942-6852C53DF98C}" presName="composite3" presStyleCnt="0"/>
      <dgm:spPr/>
    </dgm:pt>
    <dgm:pt modelId="{CCE1A6E6-13C1-44FA-A64F-FC781656735D}" type="pres">
      <dgm:prSet presAssocID="{E396C059-E6F1-47C3-8942-6852C53DF98C}" presName="background3" presStyleLbl="node3" presStyleIdx="0" presStyleCnt="11"/>
      <dgm:spPr/>
    </dgm:pt>
    <dgm:pt modelId="{F01099BA-FB07-4631-91BA-A050657EAB6B}" type="pres">
      <dgm:prSet presAssocID="{E396C059-E6F1-47C3-8942-6852C53DF98C}" presName="text3" presStyleLbl="fgAcc3" presStyleIdx="0" presStyleCnt="11">
        <dgm:presLayoutVars>
          <dgm:chPref val="3"/>
        </dgm:presLayoutVars>
      </dgm:prSet>
      <dgm:spPr/>
    </dgm:pt>
    <dgm:pt modelId="{D46204CE-AC76-4E1D-BEB5-F2D945C2423B}" type="pres">
      <dgm:prSet presAssocID="{E396C059-E6F1-47C3-8942-6852C53DF98C}" presName="hierChild4" presStyleCnt="0"/>
      <dgm:spPr/>
    </dgm:pt>
    <dgm:pt modelId="{2AAA8578-126B-47C7-963A-2D0ADF6A9CF7}" type="pres">
      <dgm:prSet presAssocID="{1103D869-DCA9-4686-BA33-AB88262C77E9}" presName="Name17" presStyleLbl="parChTrans1D3" presStyleIdx="1" presStyleCnt="11"/>
      <dgm:spPr/>
    </dgm:pt>
    <dgm:pt modelId="{8E67B9C5-7A55-4318-BFB2-BFA27C23A122}" type="pres">
      <dgm:prSet presAssocID="{54C03EB0-F6BD-49C4-8CA2-C958BCDCEBA3}" presName="hierRoot3" presStyleCnt="0"/>
      <dgm:spPr/>
    </dgm:pt>
    <dgm:pt modelId="{4AC54F63-5D32-429B-A887-1753EA99A0B5}" type="pres">
      <dgm:prSet presAssocID="{54C03EB0-F6BD-49C4-8CA2-C958BCDCEBA3}" presName="composite3" presStyleCnt="0"/>
      <dgm:spPr/>
    </dgm:pt>
    <dgm:pt modelId="{279E29A9-CA71-44B8-8E00-737519DB9CCF}" type="pres">
      <dgm:prSet presAssocID="{54C03EB0-F6BD-49C4-8CA2-C958BCDCEBA3}" presName="background3" presStyleLbl="node3" presStyleIdx="1" presStyleCnt="11"/>
      <dgm:spPr/>
    </dgm:pt>
    <dgm:pt modelId="{01689F69-2B6A-4AAA-871F-7689FAB1DFE6}" type="pres">
      <dgm:prSet presAssocID="{54C03EB0-F6BD-49C4-8CA2-C958BCDCEBA3}" presName="text3" presStyleLbl="fgAcc3" presStyleIdx="1" presStyleCnt="11">
        <dgm:presLayoutVars>
          <dgm:chPref val="3"/>
        </dgm:presLayoutVars>
      </dgm:prSet>
      <dgm:spPr/>
    </dgm:pt>
    <dgm:pt modelId="{F4046525-084B-436A-9E33-DCD96883073B}" type="pres">
      <dgm:prSet presAssocID="{54C03EB0-F6BD-49C4-8CA2-C958BCDCEBA3}" presName="hierChild4" presStyleCnt="0"/>
      <dgm:spPr/>
    </dgm:pt>
    <dgm:pt modelId="{CF3CDD42-52FF-494E-84BA-AF89AA3BA555}" type="pres">
      <dgm:prSet presAssocID="{3CE1CFCA-CB05-4D9B-99BB-F7AB5622040C}" presName="Name17" presStyleLbl="parChTrans1D3" presStyleIdx="2" presStyleCnt="11"/>
      <dgm:spPr/>
    </dgm:pt>
    <dgm:pt modelId="{8CEBF383-6403-4C14-A4CE-72E20CEC517C}" type="pres">
      <dgm:prSet presAssocID="{1E133998-6564-452B-9562-EE126A2A7F19}" presName="hierRoot3" presStyleCnt="0"/>
      <dgm:spPr/>
    </dgm:pt>
    <dgm:pt modelId="{3286C6E0-D1A1-4D05-8F0D-F71C52143D5F}" type="pres">
      <dgm:prSet presAssocID="{1E133998-6564-452B-9562-EE126A2A7F19}" presName="composite3" presStyleCnt="0"/>
      <dgm:spPr/>
    </dgm:pt>
    <dgm:pt modelId="{FF9183ED-0443-4560-95CA-E5A3C764FE41}" type="pres">
      <dgm:prSet presAssocID="{1E133998-6564-452B-9562-EE126A2A7F19}" presName="background3" presStyleLbl="node3" presStyleIdx="2" presStyleCnt="11"/>
      <dgm:spPr/>
    </dgm:pt>
    <dgm:pt modelId="{62129D36-423A-449E-BF56-D79EAEEE6E24}" type="pres">
      <dgm:prSet presAssocID="{1E133998-6564-452B-9562-EE126A2A7F19}" presName="text3" presStyleLbl="fgAcc3" presStyleIdx="2" presStyleCnt="11">
        <dgm:presLayoutVars>
          <dgm:chPref val="3"/>
        </dgm:presLayoutVars>
      </dgm:prSet>
      <dgm:spPr/>
    </dgm:pt>
    <dgm:pt modelId="{6F63A07D-8943-4EE2-AACD-0E9A9202B24E}" type="pres">
      <dgm:prSet presAssocID="{1E133998-6564-452B-9562-EE126A2A7F19}" presName="hierChild4" presStyleCnt="0"/>
      <dgm:spPr/>
    </dgm:pt>
    <dgm:pt modelId="{E1D5CF79-B9B4-4E2E-871D-A383B68FC17A}" type="pres">
      <dgm:prSet presAssocID="{EA987646-F180-44FF-8918-9656390AF284}" presName="Name17" presStyleLbl="parChTrans1D3" presStyleIdx="3" presStyleCnt="11"/>
      <dgm:spPr/>
    </dgm:pt>
    <dgm:pt modelId="{76067801-B3A2-4181-822D-274A6DC62A8F}" type="pres">
      <dgm:prSet presAssocID="{74282552-245F-4C58-9039-0513F03845AF}" presName="hierRoot3" presStyleCnt="0"/>
      <dgm:spPr/>
    </dgm:pt>
    <dgm:pt modelId="{38E98DBA-6CB7-41F3-902F-8C15AE679499}" type="pres">
      <dgm:prSet presAssocID="{74282552-245F-4C58-9039-0513F03845AF}" presName="composite3" presStyleCnt="0"/>
      <dgm:spPr/>
    </dgm:pt>
    <dgm:pt modelId="{D11BFE97-551A-4636-AA81-DA7C8DC01673}" type="pres">
      <dgm:prSet presAssocID="{74282552-245F-4C58-9039-0513F03845AF}" presName="background3" presStyleLbl="node3" presStyleIdx="3" presStyleCnt="11"/>
      <dgm:spPr/>
    </dgm:pt>
    <dgm:pt modelId="{6F159D15-EC63-4B16-8C90-3E1F2022F244}" type="pres">
      <dgm:prSet presAssocID="{74282552-245F-4C58-9039-0513F03845AF}" presName="text3" presStyleLbl="fgAcc3" presStyleIdx="3" presStyleCnt="11">
        <dgm:presLayoutVars>
          <dgm:chPref val="3"/>
        </dgm:presLayoutVars>
      </dgm:prSet>
      <dgm:spPr/>
    </dgm:pt>
    <dgm:pt modelId="{343CF998-244C-4004-AFD6-89B44832B46A}" type="pres">
      <dgm:prSet presAssocID="{74282552-245F-4C58-9039-0513F03845AF}" presName="hierChild4" presStyleCnt="0"/>
      <dgm:spPr/>
    </dgm:pt>
    <dgm:pt modelId="{E64930BB-A22E-43C7-A56D-7E2D0FF45546}" type="pres">
      <dgm:prSet presAssocID="{D0F4386F-7999-474C-8826-BF4E6BC82AE5}" presName="Name10" presStyleLbl="parChTrans1D2" presStyleIdx="1" presStyleCnt="3"/>
      <dgm:spPr/>
    </dgm:pt>
    <dgm:pt modelId="{DD00B991-F211-439B-ABEA-79F62F8DEB66}" type="pres">
      <dgm:prSet presAssocID="{039046A4-D857-4ABD-811D-79A8FAF9732B}" presName="hierRoot2" presStyleCnt="0"/>
      <dgm:spPr/>
    </dgm:pt>
    <dgm:pt modelId="{77BF0A8A-BB60-42F5-9355-714372DD4EEE}" type="pres">
      <dgm:prSet presAssocID="{039046A4-D857-4ABD-811D-79A8FAF9732B}" presName="composite2" presStyleCnt="0"/>
      <dgm:spPr/>
    </dgm:pt>
    <dgm:pt modelId="{965850F9-8C5A-4653-BF1E-DC8003916DCF}" type="pres">
      <dgm:prSet presAssocID="{039046A4-D857-4ABD-811D-79A8FAF9732B}" presName="background2" presStyleLbl="node2" presStyleIdx="1" presStyleCnt="3"/>
      <dgm:spPr/>
    </dgm:pt>
    <dgm:pt modelId="{EB5FA8A3-5936-4F1F-B45D-E25886B3FC78}" type="pres">
      <dgm:prSet presAssocID="{039046A4-D857-4ABD-811D-79A8FAF9732B}" presName="text2" presStyleLbl="fgAcc2" presStyleIdx="1" presStyleCnt="3">
        <dgm:presLayoutVars>
          <dgm:chPref val="3"/>
        </dgm:presLayoutVars>
      </dgm:prSet>
      <dgm:spPr/>
    </dgm:pt>
    <dgm:pt modelId="{091E407E-859F-4EB5-B002-58703F6A123A}" type="pres">
      <dgm:prSet presAssocID="{039046A4-D857-4ABD-811D-79A8FAF9732B}" presName="hierChild3" presStyleCnt="0"/>
      <dgm:spPr/>
    </dgm:pt>
    <dgm:pt modelId="{105318D1-4501-4E8B-87D8-91F549285F4E}" type="pres">
      <dgm:prSet presAssocID="{D0611183-50C5-4CA7-B71E-4CF0560F4838}" presName="Name17" presStyleLbl="parChTrans1D3" presStyleIdx="4" presStyleCnt="11"/>
      <dgm:spPr/>
    </dgm:pt>
    <dgm:pt modelId="{BDCBEA1A-A5B5-451B-90F6-C11A6C0B019F}" type="pres">
      <dgm:prSet presAssocID="{9D76AB18-9300-4BCB-BBA4-70D404530D8B}" presName="hierRoot3" presStyleCnt="0"/>
      <dgm:spPr/>
    </dgm:pt>
    <dgm:pt modelId="{7B202EC8-FC05-4F45-BFC3-1737923558B3}" type="pres">
      <dgm:prSet presAssocID="{9D76AB18-9300-4BCB-BBA4-70D404530D8B}" presName="composite3" presStyleCnt="0"/>
      <dgm:spPr/>
    </dgm:pt>
    <dgm:pt modelId="{550243F4-F727-41C4-93A0-E5AB349EB5CB}" type="pres">
      <dgm:prSet presAssocID="{9D76AB18-9300-4BCB-BBA4-70D404530D8B}" presName="background3" presStyleLbl="node3" presStyleIdx="4" presStyleCnt="11"/>
      <dgm:spPr/>
    </dgm:pt>
    <dgm:pt modelId="{C785F5C9-0639-4702-BC97-CCB10EDE861E}" type="pres">
      <dgm:prSet presAssocID="{9D76AB18-9300-4BCB-BBA4-70D404530D8B}" presName="text3" presStyleLbl="fgAcc3" presStyleIdx="4" presStyleCnt="11">
        <dgm:presLayoutVars>
          <dgm:chPref val="3"/>
        </dgm:presLayoutVars>
      </dgm:prSet>
      <dgm:spPr/>
    </dgm:pt>
    <dgm:pt modelId="{ECA8F188-6E55-42CD-879E-1563B8888201}" type="pres">
      <dgm:prSet presAssocID="{9D76AB18-9300-4BCB-BBA4-70D404530D8B}" presName="hierChild4" presStyleCnt="0"/>
      <dgm:spPr/>
    </dgm:pt>
    <dgm:pt modelId="{C26D5651-1621-4929-953E-FCF1379A5633}" type="pres">
      <dgm:prSet presAssocID="{339E6936-6FD6-4E8E-A201-AFEA82DF4089}" presName="Name17" presStyleLbl="parChTrans1D3" presStyleIdx="5" presStyleCnt="11"/>
      <dgm:spPr/>
    </dgm:pt>
    <dgm:pt modelId="{40078E83-D3D5-4CA3-BF08-1CFA8C977DF3}" type="pres">
      <dgm:prSet presAssocID="{2672EB43-A9B6-42E2-B6B1-660C156CD275}" presName="hierRoot3" presStyleCnt="0"/>
      <dgm:spPr/>
    </dgm:pt>
    <dgm:pt modelId="{D369E186-8613-4187-B8BB-7F16E2A5341A}" type="pres">
      <dgm:prSet presAssocID="{2672EB43-A9B6-42E2-B6B1-660C156CD275}" presName="composite3" presStyleCnt="0"/>
      <dgm:spPr/>
    </dgm:pt>
    <dgm:pt modelId="{BEF04C7D-4818-4661-B831-20B0F7B0277F}" type="pres">
      <dgm:prSet presAssocID="{2672EB43-A9B6-42E2-B6B1-660C156CD275}" presName="background3" presStyleLbl="node3" presStyleIdx="5" presStyleCnt="11"/>
      <dgm:spPr/>
    </dgm:pt>
    <dgm:pt modelId="{EED0BD16-6744-4A0B-9140-74916DF73FA8}" type="pres">
      <dgm:prSet presAssocID="{2672EB43-A9B6-42E2-B6B1-660C156CD275}" presName="text3" presStyleLbl="fgAcc3" presStyleIdx="5" presStyleCnt="11">
        <dgm:presLayoutVars>
          <dgm:chPref val="3"/>
        </dgm:presLayoutVars>
      </dgm:prSet>
      <dgm:spPr/>
    </dgm:pt>
    <dgm:pt modelId="{B3275FC6-621D-4BEB-99B4-E275CC0EA298}" type="pres">
      <dgm:prSet presAssocID="{2672EB43-A9B6-42E2-B6B1-660C156CD275}" presName="hierChild4" presStyleCnt="0"/>
      <dgm:spPr/>
    </dgm:pt>
    <dgm:pt modelId="{3D528D45-609A-4C5F-BD84-13AA19B247A9}" type="pres">
      <dgm:prSet presAssocID="{64F80FCE-31EF-4594-A161-31C87B0E5A25}" presName="Name17" presStyleLbl="parChTrans1D3" presStyleIdx="6" presStyleCnt="11"/>
      <dgm:spPr/>
    </dgm:pt>
    <dgm:pt modelId="{76488B3A-21FD-41D2-BD84-59015A160643}" type="pres">
      <dgm:prSet presAssocID="{6D3F89A5-D26B-4021-8D15-7D129A494EE9}" presName="hierRoot3" presStyleCnt="0"/>
      <dgm:spPr/>
    </dgm:pt>
    <dgm:pt modelId="{86505985-677F-47A2-AEC3-8CFB9093CF2E}" type="pres">
      <dgm:prSet presAssocID="{6D3F89A5-D26B-4021-8D15-7D129A494EE9}" presName="composite3" presStyleCnt="0"/>
      <dgm:spPr/>
    </dgm:pt>
    <dgm:pt modelId="{B2D0F601-6F6E-45D4-98CB-3CF733EDAB7B}" type="pres">
      <dgm:prSet presAssocID="{6D3F89A5-D26B-4021-8D15-7D129A494EE9}" presName="background3" presStyleLbl="node3" presStyleIdx="6" presStyleCnt="11"/>
      <dgm:spPr/>
    </dgm:pt>
    <dgm:pt modelId="{926FF0AC-C77F-4133-BD71-A64D664970E5}" type="pres">
      <dgm:prSet presAssocID="{6D3F89A5-D26B-4021-8D15-7D129A494EE9}" presName="text3" presStyleLbl="fgAcc3" presStyleIdx="6" presStyleCnt="11">
        <dgm:presLayoutVars>
          <dgm:chPref val="3"/>
        </dgm:presLayoutVars>
      </dgm:prSet>
      <dgm:spPr/>
    </dgm:pt>
    <dgm:pt modelId="{D8744497-974D-42FC-A551-CC2126505948}" type="pres">
      <dgm:prSet presAssocID="{6D3F89A5-D26B-4021-8D15-7D129A494EE9}" presName="hierChild4" presStyleCnt="0"/>
      <dgm:spPr/>
    </dgm:pt>
    <dgm:pt modelId="{1D94CA49-242E-48D6-BE91-9AAE4BCCFFA6}" type="pres">
      <dgm:prSet presAssocID="{78BE76C3-424E-4133-A3EC-5173D567B425}" presName="Name10" presStyleLbl="parChTrans1D2" presStyleIdx="2" presStyleCnt="3"/>
      <dgm:spPr/>
    </dgm:pt>
    <dgm:pt modelId="{D3DBE321-67A5-43C3-9372-C507F8735BC6}" type="pres">
      <dgm:prSet presAssocID="{41415911-AA04-486E-8C43-B156D738B5EB}" presName="hierRoot2" presStyleCnt="0"/>
      <dgm:spPr/>
    </dgm:pt>
    <dgm:pt modelId="{221D4F20-7AC8-4774-B6E9-1E590481BFF3}" type="pres">
      <dgm:prSet presAssocID="{41415911-AA04-486E-8C43-B156D738B5EB}" presName="composite2" presStyleCnt="0"/>
      <dgm:spPr/>
    </dgm:pt>
    <dgm:pt modelId="{2CCFB583-8ED8-4484-9DAA-644575C75EDD}" type="pres">
      <dgm:prSet presAssocID="{41415911-AA04-486E-8C43-B156D738B5EB}" presName="background2" presStyleLbl="node2" presStyleIdx="2" presStyleCnt="3"/>
      <dgm:spPr/>
    </dgm:pt>
    <dgm:pt modelId="{3402F032-B73B-4C1A-8582-C800BABB7740}" type="pres">
      <dgm:prSet presAssocID="{41415911-AA04-486E-8C43-B156D738B5EB}" presName="text2" presStyleLbl="fgAcc2" presStyleIdx="2" presStyleCnt="3">
        <dgm:presLayoutVars>
          <dgm:chPref val="3"/>
        </dgm:presLayoutVars>
      </dgm:prSet>
      <dgm:spPr/>
    </dgm:pt>
    <dgm:pt modelId="{70EE3F6E-66CD-4FC4-A23F-0524EA46F750}" type="pres">
      <dgm:prSet presAssocID="{41415911-AA04-486E-8C43-B156D738B5EB}" presName="hierChild3" presStyleCnt="0"/>
      <dgm:spPr/>
    </dgm:pt>
    <dgm:pt modelId="{EDAF8D54-1F66-464A-ACD9-A00FB59C7E8C}" type="pres">
      <dgm:prSet presAssocID="{3CCFDA92-6EFC-47A2-AD90-3D69287A4238}" presName="Name17" presStyleLbl="parChTrans1D3" presStyleIdx="7" presStyleCnt="11"/>
      <dgm:spPr/>
    </dgm:pt>
    <dgm:pt modelId="{4F81821D-82E3-4993-AF11-35BEF3C08D5B}" type="pres">
      <dgm:prSet presAssocID="{76CA0BC4-A74A-44BE-A108-7BFBE205AAD8}" presName="hierRoot3" presStyleCnt="0"/>
      <dgm:spPr/>
    </dgm:pt>
    <dgm:pt modelId="{83093260-FB21-4AD3-A744-E391AC7790A3}" type="pres">
      <dgm:prSet presAssocID="{76CA0BC4-A74A-44BE-A108-7BFBE205AAD8}" presName="composite3" presStyleCnt="0"/>
      <dgm:spPr/>
    </dgm:pt>
    <dgm:pt modelId="{F109968D-3D56-4AD9-A197-DC3CC82F8B42}" type="pres">
      <dgm:prSet presAssocID="{76CA0BC4-A74A-44BE-A108-7BFBE205AAD8}" presName="background3" presStyleLbl="node3" presStyleIdx="7" presStyleCnt="11"/>
      <dgm:spPr/>
    </dgm:pt>
    <dgm:pt modelId="{DA770135-EE6A-458D-88F3-0C76F494D48B}" type="pres">
      <dgm:prSet presAssocID="{76CA0BC4-A74A-44BE-A108-7BFBE205AAD8}" presName="text3" presStyleLbl="fgAcc3" presStyleIdx="7" presStyleCnt="11">
        <dgm:presLayoutVars>
          <dgm:chPref val="3"/>
        </dgm:presLayoutVars>
      </dgm:prSet>
      <dgm:spPr/>
    </dgm:pt>
    <dgm:pt modelId="{F4B601FB-A3E8-4185-9E5D-AE148FBDC315}" type="pres">
      <dgm:prSet presAssocID="{76CA0BC4-A74A-44BE-A108-7BFBE205AAD8}" presName="hierChild4" presStyleCnt="0"/>
      <dgm:spPr/>
    </dgm:pt>
    <dgm:pt modelId="{08DA306E-C9FB-4549-AB2A-E55283B55147}" type="pres">
      <dgm:prSet presAssocID="{0564158E-531A-4D1D-903F-378EC1037AF0}" presName="Name17" presStyleLbl="parChTrans1D3" presStyleIdx="8" presStyleCnt="11"/>
      <dgm:spPr/>
    </dgm:pt>
    <dgm:pt modelId="{C2BFF120-853A-4174-8112-551EBC846CED}" type="pres">
      <dgm:prSet presAssocID="{1C51B4FF-F651-4FD7-8D9E-19BC3FCD723E}" presName="hierRoot3" presStyleCnt="0"/>
      <dgm:spPr/>
    </dgm:pt>
    <dgm:pt modelId="{A3502088-65EE-4CCF-8CD8-7628BD2610AA}" type="pres">
      <dgm:prSet presAssocID="{1C51B4FF-F651-4FD7-8D9E-19BC3FCD723E}" presName="composite3" presStyleCnt="0"/>
      <dgm:spPr/>
    </dgm:pt>
    <dgm:pt modelId="{CAC73735-CC2E-42E1-8C90-1A05FB598D59}" type="pres">
      <dgm:prSet presAssocID="{1C51B4FF-F651-4FD7-8D9E-19BC3FCD723E}" presName="background3" presStyleLbl="node3" presStyleIdx="8" presStyleCnt="11"/>
      <dgm:spPr/>
    </dgm:pt>
    <dgm:pt modelId="{B521078C-6871-46AF-8C3F-A995DA10BE9C}" type="pres">
      <dgm:prSet presAssocID="{1C51B4FF-F651-4FD7-8D9E-19BC3FCD723E}" presName="text3" presStyleLbl="fgAcc3" presStyleIdx="8" presStyleCnt="11">
        <dgm:presLayoutVars>
          <dgm:chPref val="3"/>
        </dgm:presLayoutVars>
      </dgm:prSet>
      <dgm:spPr/>
    </dgm:pt>
    <dgm:pt modelId="{C166F106-4D07-4F91-9FFB-9C10F66A0263}" type="pres">
      <dgm:prSet presAssocID="{1C51B4FF-F651-4FD7-8D9E-19BC3FCD723E}" presName="hierChild4" presStyleCnt="0"/>
      <dgm:spPr/>
    </dgm:pt>
    <dgm:pt modelId="{1D579EE4-B9B4-43E3-A949-AE95BBD9D78F}" type="pres">
      <dgm:prSet presAssocID="{828E3C99-6765-4E75-A88E-78ADAD9F726B}" presName="Name17" presStyleLbl="parChTrans1D3" presStyleIdx="9" presStyleCnt="11"/>
      <dgm:spPr/>
    </dgm:pt>
    <dgm:pt modelId="{0ADEB42F-BAB0-4B94-A810-7C85E4964879}" type="pres">
      <dgm:prSet presAssocID="{090F9DAC-8976-4989-A925-C44DF23E7801}" presName="hierRoot3" presStyleCnt="0"/>
      <dgm:spPr/>
    </dgm:pt>
    <dgm:pt modelId="{AD40AC13-2944-4856-B446-F6BE8476510F}" type="pres">
      <dgm:prSet presAssocID="{090F9DAC-8976-4989-A925-C44DF23E7801}" presName="composite3" presStyleCnt="0"/>
      <dgm:spPr/>
    </dgm:pt>
    <dgm:pt modelId="{23D8B9B4-441E-438D-914C-14113F045F91}" type="pres">
      <dgm:prSet presAssocID="{090F9DAC-8976-4989-A925-C44DF23E7801}" presName="background3" presStyleLbl="node3" presStyleIdx="9" presStyleCnt="11"/>
      <dgm:spPr/>
    </dgm:pt>
    <dgm:pt modelId="{F0964B0D-D3A7-4065-9BFE-39C857BAD42D}" type="pres">
      <dgm:prSet presAssocID="{090F9DAC-8976-4989-A925-C44DF23E7801}" presName="text3" presStyleLbl="fgAcc3" presStyleIdx="9" presStyleCnt="11">
        <dgm:presLayoutVars>
          <dgm:chPref val="3"/>
        </dgm:presLayoutVars>
      </dgm:prSet>
      <dgm:spPr/>
    </dgm:pt>
    <dgm:pt modelId="{7D69ABF5-8196-4AC6-80D2-8E9BE90976D4}" type="pres">
      <dgm:prSet presAssocID="{090F9DAC-8976-4989-A925-C44DF23E7801}" presName="hierChild4" presStyleCnt="0"/>
      <dgm:spPr/>
    </dgm:pt>
    <dgm:pt modelId="{1837DA93-F877-432A-84F2-CDC80304F9F1}" type="pres">
      <dgm:prSet presAssocID="{4EDF0C2F-0CE3-411C-A39F-7AC85D2AAA9C}" presName="Name17" presStyleLbl="parChTrans1D3" presStyleIdx="10" presStyleCnt="11"/>
      <dgm:spPr/>
    </dgm:pt>
    <dgm:pt modelId="{D7DD5E5E-61A3-4741-A73D-06F6FEE17D8A}" type="pres">
      <dgm:prSet presAssocID="{95769E60-0B13-4900-A7AA-EA5DB8E3929B}" presName="hierRoot3" presStyleCnt="0"/>
      <dgm:spPr/>
    </dgm:pt>
    <dgm:pt modelId="{BF52A7DC-4C6F-4097-AD69-B9BDE289AAD8}" type="pres">
      <dgm:prSet presAssocID="{95769E60-0B13-4900-A7AA-EA5DB8E3929B}" presName="composite3" presStyleCnt="0"/>
      <dgm:spPr/>
    </dgm:pt>
    <dgm:pt modelId="{A958B017-474E-4DAC-BADC-75FB3FEE4960}" type="pres">
      <dgm:prSet presAssocID="{95769E60-0B13-4900-A7AA-EA5DB8E3929B}" presName="background3" presStyleLbl="node3" presStyleIdx="10" presStyleCnt="11"/>
      <dgm:spPr/>
    </dgm:pt>
    <dgm:pt modelId="{BE2AF250-AF9A-4EA0-BAA2-72E21D1CC1A5}" type="pres">
      <dgm:prSet presAssocID="{95769E60-0B13-4900-A7AA-EA5DB8E3929B}" presName="text3" presStyleLbl="fgAcc3" presStyleIdx="10" presStyleCnt="11">
        <dgm:presLayoutVars>
          <dgm:chPref val="3"/>
        </dgm:presLayoutVars>
      </dgm:prSet>
      <dgm:spPr/>
    </dgm:pt>
    <dgm:pt modelId="{B8C1C6DC-3742-4D03-86B3-F969BC18549A}" type="pres">
      <dgm:prSet presAssocID="{95769E60-0B13-4900-A7AA-EA5DB8E3929B}" presName="hierChild4" presStyleCnt="0"/>
      <dgm:spPr/>
    </dgm:pt>
  </dgm:ptLst>
  <dgm:cxnLst>
    <dgm:cxn modelId="{79931404-6037-4EE2-84A5-235506012923}" srcId="{1880B55C-CC7D-4313-86C5-D453F6547BB9}" destId="{10B09A33-9D59-43AA-A797-59C6B57ACA9C}" srcOrd="1" destOrd="0" parTransId="{513C1CA6-0A82-4E35-9B84-BC953098ED23}" sibTransId="{441E4E02-7887-4F1E-8AF3-2869022080A3}"/>
    <dgm:cxn modelId="{71A2FD0C-7F12-4299-A02D-3657CC41531D}" type="presOf" srcId="{78BE76C3-424E-4133-A3EC-5173D567B425}" destId="{1D94CA49-242E-48D6-BE91-9AAE4BCCFFA6}" srcOrd="0" destOrd="0" presId="urn:microsoft.com/office/officeart/2005/8/layout/hierarchy1"/>
    <dgm:cxn modelId="{1C2E1016-0761-4591-BA2A-5611BBC02ABA}" srcId="{039046A4-D857-4ABD-811D-79A8FAF9732B}" destId="{2672EB43-A9B6-42E2-B6B1-660C156CD275}" srcOrd="1" destOrd="0" parTransId="{339E6936-6FD6-4E8E-A201-AFEA82DF4089}" sibTransId="{12B703D9-A28D-4315-A562-EAE89AF9F4BE}"/>
    <dgm:cxn modelId="{60EECE24-D7C8-45E2-BA36-2FFADB7A935B}" type="presOf" srcId="{54C03EB0-F6BD-49C4-8CA2-C958BCDCEBA3}" destId="{01689F69-2B6A-4AAA-871F-7689FAB1DFE6}" srcOrd="0" destOrd="0" presId="urn:microsoft.com/office/officeart/2005/8/layout/hierarchy1"/>
    <dgm:cxn modelId="{0694442C-6BD1-4AC7-9440-30A3AACBDFAC}" type="presOf" srcId="{4EDF0C2F-0CE3-411C-A39F-7AC85D2AAA9C}" destId="{1837DA93-F877-432A-84F2-CDC80304F9F1}" srcOrd="0" destOrd="0" presId="urn:microsoft.com/office/officeart/2005/8/layout/hierarchy1"/>
    <dgm:cxn modelId="{05B8112E-C53F-4A9E-B015-5F775B9CF7F3}" srcId="{56E3DDF0-236D-4E84-BFC4-E94B17819204}" destId="{74282552-245F-4C58-9039-0513F03845AF}" srcOrd="3" destOrd="0" parTransId="{EA987646-F180-44FF-8918-9656390AF284}" sibTransId="{6DBB320C-C93E-4F44-8111-D3E20353EF31}"/>
    <dgm:cxn modelId="{25446633-01E5-4434-A9C6-7808986231F1}" type="presOf" srcId="{2672EB43-A9B6-42E2-B6B1-660C156CD275}" destId="{EED0BD16-6744-4A0B-9140-74916DF73FA8}" srcOrd="0" destOrd="0" presId="urn:microsoft.com/office/officeart/2005/8/layout/hierarchy1"/>
    <dgm:cxn modelId="{A86BBE33-A0EB-47D5-85B5-D2D2D97AD1C9}" type="presOf" srcId="{090F9DAC-8976-4989-A925-C44DF23E7801}" destId="{F0964B0D-D3A7-4065-9BFE-39C857BAD42D}" srcOrd="0" destOrd="0" presId="urn:microsoft.com/office/officeart/2005/8/layout/hierarchy1"/>
    <dgm:cxn modelId="{9338F135-23C2-45F5-9F5C-16CFCA17760D}" type="presOf" srcId="{828E3C99-6765-4E75-A88E-78ADAD9F726B}" destId="{1D579EE4-B9B4-43E3-A949-AE95BBD9D78F}" srcOrd="0" destOrd="0" presId="urn:microsoft.com/office/officeart/2005/8/layout/hierarchy1"/>
    <dgm:cxn modelId="{7A45603E-C53E-4A89-902A-75F8FC961C0B}" srcId="{10B09A33-9D59-43AA-A797-59C6B57ACA9C}" destId="{039046A4-D857-4ABD-811D-79A8FAF9732B}" srcOrd="1" destOrd="0" parTransId="{D0F4386F-7999-474C-8826-BF4E6BC82AE5}" sibTransId="{AE7CA060-0769-4B5C-8239-2BB9652F376B}"/>
    <dgm:cxn modelId="{C13D8240-F602-4745-8C3D-180BC66C8602}" type="presOf" srcId="{1880B55C-CC7D-4313-86C5-D453F6547BB9}" destId="{65D24742-C847-43A4-AB81-7FF553A44356}" srcOrd="0" destOrd="0" presId="urn:microsoft.com/office/officeart/2005/8/layout/hierarchy1"/>
    <dgm:cxn modelId="{58E9DC66-1488-4E85-B555-7B98FA1300A0}" type="presOf" srcId="{74282552-245F-4C58-9039-0513F03845AF}" destId="{6F159D15-EC63-4B16-8C90-3E1F2022F244}" srcOrd="0" destOrd="0" presId="urn:microsoft.com/office/officeart/2005/8/layout/hierarchy1"/>
    <dgm:cxn modelId="{89CA5A67-4479-4B28-8FA4-4301BBD33A28}" type="presOf" srcId="{DFDE570F-2D6F-469C-8036-46C6CBA8773B}" destId="{2A8D0338-9276-42EA-8D2C-40C1A8AB4E67}" srcOrd="0" destOrd="0" presId="urn:microsoft.com/office/officeart/2005/8/layout/hierarchy1"/>
    <dgm:cxn modelId="{AD7E2C69-0981-453B-91E4-B2D6BAA64EB4}" srcId="{56E3DDF0-236D-4E84-BFC4-E94B17819204}" destId="{54C03EB0-F6BD-49C4-8CA2-C958BCDCEBA3}" srcOrd="1" destOrd="0" parTransId="{1103D869-DCA9-4686-BA33-AB88262C77E9}" sibTransId="{B3FE0488-227B-4F85-A4C9-E928AB79CB61}"/>
    <dgm:cxn modelId="{36C5B04F-A52E-445F-9242-2476F82075F3}" type="presOf" srcId="{339E6936-6FD6-4E8E-A201-AFEA82DF4089}" destId="{C26D5651-1621-4929-953E-FCF1379A5633}" srcOrd="0" destOrd="0" presId="urn:microsoft.com/office/officeart/2005/8/layout/hierarchy1"/>
    <dgm:cxn modelId="{CBC9DD51-C54A-421C-8423-F85E34DE3B90}" srcId="{1880B55C-CC7D-4313-86C5-D453F6547BB9}" destId="{123F57E1-179C-4414-8F14-9D6FCEFF7048}" srcOrd="0" destOrd="0" parTransId="{8F565F60-84FE-4BE7-B0CB-75BA9DB1EE14}" sibTransId="{F3CEA088-B863-4D88-8CFA-2EBE5243EF76}"/>
    <dgm:cxn modelId="{29421553-60BD-438D-B14E-25631EF9BEB9}" type="presOf" srcId="{D0F4386F-7999-474C-8826-BF4E6BC82AE5}" destId="{E64930BB-A22E-43C7-A56D-7E2D0FF45546}" srcOrd="0" destOrd="0" presId="urn:microsoft.com/office/officeart/2005/8/layout/hierarchy1"/>
    <dgm:cxn modelId="{D3DA2C57-8FB2-49BF-AC91-C96A5A10E7A8}" type="presOf" srcId="{1E133998-6564-452B-9562-EE126A2A7F19}" destId="{62129D36-423A-449E-BF56-D79EAEEE6E24}" srcOrd="0" destOrd="0" presId="urn:microsoft.com/office/officeart/2005/8/layout/hierarchy1"/>
    <dgm:cxn modelId="{82F70058-0CC1-4F39-B729-CB6FADBBE1D9}" type="presOf" srcId="{E396C059-E6F1-47C3-8942-6852C53DF98C}" destId="{F01099BA-FB07-4631-91BA-A050657EAB6B}" srcOrd="0" destOrd="0" presId="urn:microsoft.com/office/officeart/2005/8/layout/hierarchy1"/>
    <dgm:cxn modelId="{70530458-57A9-4113-944E-224A66A8DCDA}" type="presOf" srcId="{123F57E1-179C-4414-8F14-9D6FCEFF7048}" destId="{109DBD29-6FAB-419E-B3D2-92667A84423E}" srcOrd="0" destOrd="0" presId="urn:microsoft.com/office/officeart/2005/8/layout/hierarchy1"/>
    <dgm:cxn modelId="{4B6B5159-D7BC-42BE-94C1-D646E183463B}" srcId="{10B09A33-9D59-43AA-A797-59C6B57ACA9C}" destId="{56E3DDF0-236D-4E84-BFC4-E94B17819204}" srcOrd="0" destOrd="0" parTransId="{F8ED27B7-6B4E-4293-A31A-CD795D530C35}" sibTransId="{53CADCF3-E789-4685-955D-90A2B6B84FDA}"/>
    <dgm:cxn modelId="{3EAF577A-9DF5-4126-A7EB-CA478F2E5964}" type="presOf" srcId="{3CCFDA92-6EFC-47A2-AD90-3D69287A4238}" destId="{EDAF8D54-1F66-464A-ACD9-A00FB59C7E8C}" srcOrd="0" destOrd="0" presId="urn:microsoft.com/office/officeart/2005/8/layout/hierarchy1"/>
    <dgm:cxn modelId="{ADE61E8D-2545-4A04-8B84-9B738A69F1C0}" srcId="{41415911-AA04-486E-8C43-B156D738B5EB}" destId="{1C51B4FF-F651-4FD7-8D9E-19BC3FCD723E}" srcOrd="1" destOrd="0" parTransId="{0564158E-531A-4D1D-903F-378EC1037AF0}" sibTransId="{8F4BA186-66AD-4DAE-A632-1A243DC59FDF}"/>
    <dgm:cxn modelId="{94430294-0E7F-40AD-97DD-480B85B60501}" type="presOf" srcId="{10B09A33-9D59-43AA-A797-59C6B57ACA9C}" destId="{0A8BBE4F-8533-4336-8AEB-EB2F1CD32C92}" srcOrd="0" destOrd="0" presId="urn:microsoft.com/office/officeart/2005/8/layout/hierarchy1"/>
    <dgm:cxn modelId="{2B9ECD94-EBFD-4DE0-9FC8-DDDFE2822164}" srcId="{10B09A33-9D59-43AA-A797-59C6B57ACA9C}" destId="{41415911-AA04-486E-8C43-B156D738B5EB}" srcOrd="2" destOrd="0" parTransId="{78BE76C3-424E-4133-A3EC-5173D567B425}" sibTransId="{CB9C1A12-EC0E-437E-B83B-DBD823A195CB}"/>
    <dgm:cxn modelId="{C803C798-7279-4B82-B523-0B3D542DE02B}" srcId="{039046A4-D857-4ABD-811D-79A8FAF9732B}" destId="{6D3F89A5-D26B-4021-8D15-7D129A494EE9}" srcOrd="2" destOrd="0" parTransId="{64F80FCE-31EF-4594-A161-31C87B0E5A25}" sibTransId="{C232B519-D417-4EC5-BB08-A5CD11750718}"/>
    <dgm:cxn modelId="{1BD8FA98-5368-43BC-8DB2-62F17D265A13}" type="presOf" srcId="{039046A4-D857-4ABD-811D-79A8FAF9732B}" destId="{EB5FA8A3-5936-4F1F-B45D-E25886B3FC78}" srcOrd="0" destOrd="0" presId="urn:microsoft.com/office/officeart/2005/8/layout/hierarchy1"/>
    <dgm:cxn modelId="{C8BD8CA3-9E7C-4BFF-B6E6-7056041B9752}" type="presOf" srcId="{9D76AB18-9300-4BCB-BBA4-70D404530D8B}" destId="{C785F5C9-0639-4702-BC97-CCB10EDE861E}" srcOrd="0" destOrd="0" presId="urn:microsoft.com/office/officeart/2005/8/layout/hierarchy1"/>
    <dgm:cxn modelId="{421F62AF-A1C9-49B0-B6D2-024D0B6C2CF7}" type="presOf" srcId="{1103D869-DCA9-4686-BA33-AB88262C77E9}" destId="{2AAA8578-126B-47C7-963A-2D0ADF6A9CF7}" srcOrd="0" destOrd="0" presId="urn:microsoft.com/office/officeart/2005/8/layout/hierarchy1"/>
    <dgm:cxn modelId="{A9BBC4B0-0648-45B5-BE45-299E75019A7B}" srcId="{41415911-AA04-486E-8C43-B156D738B5EB}" destId="{95769E60-0B13-4900-A7AA-EA5DB8E3929B}" srcOrd="3" destOrd="0" parTransId="{4EDF0C2F-0CE3-411C-A39F-7AC85D2AAA9C}" sibTransId="{4ECC0DCA-80E3-4DD2-A2B6-28AD3A405D93}"/>
    <dgm:cxn modelId="{CA8136B7-FD48-4CA3-94A8-12495B19B18C}" type="presOf" srcId="{1C51B4FF-F651-4FD7-8D9E-19BC3FCD723E}" destId="{B521078C-6871-46AF-8C3F-A995DA10BE9C}" srcOrd="0" destOrd="0" presId="urn:microsoft.com/office/officeart/2005/8/layout/hierarchy1"/>
    <dgm:cxn modelId="{0D6E65B7-1383-490C-BE82-816EF275F5C8}" type="presOf" srcId="{56E3DDF0-236D-4E84-BFC4-E94B17819204}" destId="{516924C9-7638-449D-BA17-D8F3280F3492}" srcOrd="0" destOrd="0" presId="urn:microsoft.com/office/officeart/2005/8/layout/hierarchy1"/>
    <dgm:cxn modelId="{43DBB2B7-D47F-4A4C-AEB0-DD96A16C619E}" type="presOf" srcId="{76CA0BC4-A74A-44BE-A108-7BFBE205AAD8}" destId="{DA770135-EE6A-458D-88F3-0C76F494D48B}" srcOrd="0" destOrd="0" presId="urn:microsoft.com/office/officeart/2005/8/layout/hierarchy1"/>
    <dgm:cxn modelId="{68F873C2-F166-4896-AC45-DF60D16BBA2A}" type="presOf" srcId="{64F80FCE-31EF-4594-A161-31C87B0E5A25}" destId="{3D528D45-609A-4C5F-BD84-13AA19B247A9}" srcOrd="0" destOrd="0" presId="urn:microsoft.com/office/officeart/2005/8/layout/hierarchy1"/>
    <dgm:cxn modelId="{FCCCBBC3-DDC9-4857-8A8C-1D84F2732B43}" srcId="{56E3DDF0-236D-4E84-BFC4-E94B17819204}" destId="{E396C059-E6F1-47C3-8942-6852C53DF98C}" srcOrd="0" destOrd="0" parTransId="{DFDE570F-2D6F-469C-8036-46C6CBA8773B}" sibTransId="{0619BD3D-7AEE-43B2-BFF7-B8FA29D866E1}"/>
    <dgm:cxn modelId="{0666B4C4-9BA6-4C50-BE5E-55684AA969C4}" type="presOf" srcId="{41415911-AA04-486E-8C43-B156D738B5EB}" destId="{3402F032-B73B-4C1A-8582-C800BABB7740}" srcOrd="0" destOrd="0" presId="urn:microsoft.com/office/officeart/2005/8/layout/hierarchy1"/>
    <dgm:cxn modelId="{F543FACA-F09B-4B7F-B3FD-57507CC4F16F}" type="presOf" srcId="{EA987646-F180-44FF-8918-9656390AF284}" destId="{E1D5CF79-B9B4-4E2E-871D-A383B68FC17A}" srcOrd="0" destOrd="0" presId="urn:microsoft.com/office/officeart/2005/8/layout/hierarchy1"/>
    <dgm:cxn modelId="{0899CBCD-C5E3-46AB-9500-7A916146FFD2}" type="presOf" srcId="{6D3F89A5-D26B-4021-8D15-7D129A494EE9}" destId="{926FF0AC-C77F-4133-BD71-A64D664970E5}" srcOrd="0" destOrd="0" presId="urn:microsoft.com/office/officeart/2005/8/layout/hierarchy1"/>
    <dgm:cxn modelId="{D5DD27D0-CE17-469F-B3FF-4B20F0845A80}" type="presOf" srcId="{F8ED27B7-6B4E-4293-A31A-CD795D530C35}" destId="{863ACB47-CC3D-4511-B000-8851EA1FDD24}" srcOrd="0" destOrd="0" presId="urn:microsoft.com/office/officeart/2005/8/layout/hierarchy1"/>
    <dgm:cxn modelId="{BFFB76DD-6B24-43B3-8428-A0E7014DDFE9}" srcId="{039046A4-D857-4ABD-811D-79A8FAF9732B}" destId="{9D76AB18-9300-4BCB-BBA4-70D404530D8B}" srcOrd="0" destOrd="0" parTransId="{D0611183-50C5-4CA7-B71E-4CF0560F4838}" sibTransId="{EDCE0EBB-2006-4A7E-9023-CB1516093FEC}"/>
    <dgm:cxn modelId="{BE3555DF-A171-4431-8E80-F6EF6EBCC059}" type="presOf" srcId="{D0611183-50C5-4CA7-B71E-4CF0560F4838}" destId="{105318D1-4501-4E8B-87D8-91F549285F4E}" srcOrd="0" destOrd="0" presId="urn:microsoft.com/office/officeart/2005/8/layout/hierarchy1"/>
    <dgm:cxn modelId="{B2EAFFE2-0594-4DE5-A70E-DE79A124AB19}" srcId="{41415911-AA04-486E-8C43-B156D738B5EB}" destId="{76CA0BC4-A74A-44BE-A108-7BFBE205AAD8}" srcOrd="0" destOrd="0" parTransId="{3CCFDA92-6EFC-47A2-AD90-3D69287A4238}" sibTransId="{F540A013-5E2D-4259-9A07-16E08C4FFEF0}"/>
    <dgm:cxn modelId="{5ABD81F6-5A94-4392-BF2F-A43AA83B9CD1}" type="presOf" srcId="{3CE1CFCA-CB05-4D9B-99BB-F7AB5622040C}" destId="{CF3CDD42-52FF-494E-84BA-AF89AA3BA555}" srcOrd="0" destOrd="0" presId="urn:microsoft.com/office/officeart/2005/8/layout/hierarchy1"/>
    <dgm:cxn modelId="{691CDCF7-F78F-46D7-A9C6-5D52165E7804}" type="presOf" srcId="{95769E60-0B13-4900-A7AA-EA5DB8E3929B}" destId="{BE2AF250-AF9A-4EA0-BAA2-72E21D1CC1A5}" srcOrd="0" destOrd="0" presId="urn:microsoft.com/office/officeart/2005/8/layout/hierarchy1"/>
    <dgm:cxn modelId="{99EFE1FA-58CF-4688-98DD-E330CC3E643A}" srcId="{56E3DDF0-236D-4E84-BFC4-E94B17819204}" destId="{1E133998-6564-452B-9562-EE126A2A7F19}" srcOrd="2" destOrd="0" parTransId="{3CE1CFCA-CB05-4D9B-99BB-F7AB5622040C}" sibTransId="{3F7660B2-03FE-4934-B39C-DF362CB7A15B}"/>
    <dgm:cxn modelId="{B8AE0FFE-CC48-4CB2-97CB-9478EC28D640}" srcId="{41415911-AA04-486E-8C43-B156D738B5EB}" destId="{090F9DAC-8976-4989-A925-C44DF23E7801}" srcOrd="2" destOrd="0" parTransId="{828E3C99-6765-4E75-A88E-78ADAD9F726B}" sibTransId="{DCEBB839-582C-4D7C-9B87-36BCD46BF7F0}"/>
    <dgm:cxn modelId="{15A99BFE-A79A-443E-A08F-4958090D388C}" type="presOf" srcId="{0564158E-531A-4D1D-903F-378EC1037AF0}" destId="{08DA306E-C9FB-4549-AB2A-E55283B55147}" srcOrd="0" destOrd="0" presId="urn:microsoft.com/office/officeart/2005/8/layout/hierarchy1"/>
    <dgm:cxn modelId="{5079DB27-7361-4122-98F7-75EE883C7BB2}" type="presParOf" srcId="{65D24742-C847-43A4-AB81-7FF553A44356}" destId="{52570D90-68FB-4938-8AA4-5F2779B46BA4}" srcOrd="0" destOrd="0" presId="urn:microsoft.com/office/officeart/2005/8/layout/hierarchy1"/>
    <dgm:cxn modelId="{F5427A4C-F325-442E-BC66-7F90F2C437FE}" type="presParOf" srcId="{52570D90-68FB-4938-8AA4-5F2779B46BA4}" destId="{4CCA9D06-8DB8-46A2-A908-DD50587ABDC7}" srcOrd="0" destOrd="0" presId="urn:microsoft.com/office/officeart/2005/8/layout/hierarchy1"/>
    <dgm:cxn modelId="{F2B127DC-EAA7-406D-9B48-A264B24211F4}" type="presParOf" srcId="{4CCA9D06-8DB8-46A2-A908-DD50587ABDC7}" destId="{791EC504-170E-467B-AE23-A3B18CD0A3BD}" srcOrd="0" destOrd="0" presId="urn:microsoft.com/office/officeart/2005/8/layout/hierarchy1"/>
    <dgm:cxn modelId="{D48AF0AE-219D-432F-B521-BC7924BC5135}" type="presParOf" srcId="{4CCA9D06-8DB8-46A2-A908-DD50587ABDC7}" destId="{109DBD29-6FAB-419E-B3D2-92667A84423E}" srcOrd="1" destOrd="0" presId="urn:microsoft.com/office/officeart/2005/8/layout/hierarchy1"/>
    <dgm:cxn modelId="{58805E82-9DF1-41B2-B298-66404967AC64}" type="presParOf" srcId="{52570D90-68FB-4938-8AA4-5F2779B46BA4}" destId="{F9E6F5D5-0087-47E4-8574-039E23635465}" srcOrd="1" destOrd="0" presId="urn:microsoft.com/office/officeart/2005/8/layout/hierarchy1"/>
    <dgm:cxn modelId="{ED22B56B-5A89-4658-9A8D-A5D8C11C0C5E}" type="presParOf" srcId="{65D24742-C847-43A4-AB81-7FF553A44356}" destId="{C4993455-2FD6-4308-B656-71A1F9B2CB40}" srcOrd="1" destOrd="0" presId="urn:microsoft.com/office/officeart/2005/8/layout/hierarchy1"/>
    <dgm:cxn modelId="{6E15821C-1CE8-4D46-88ED-9F9625A24911}" type="presParOf" srcId="{C4993455-2FD6-4308-B656-71A1F9B2CB40}" destId="{97906150-A1CA-4C96-B75D-3075A6CB2304}" srcOrd="0" destOrd="0" presId="urn:microsoft.com/office/officeart/2005/8/layout/hierarchy1"/>
    <dgm:cxn modelId="{BF7C997F-25E4-4549-B07F-E60D0692AE27}" type="presParOf" srcId="{97906150-A1CA-4C96-B75D-3075A6CB2304}" destId="{CD64D2A0-8E6B-4EF2-A5D6-3938B9FED0A5}" srcOrd="0" destOrd="0" presId="urn:microsoft.com/office/officeart/2005/8/layout/hierarchy1"/>
    <dgm:cxn modelId="{9C70C716-4F79-44C5-B8C8-AF30367B7E73}" type="presParOf" srcId="{97906150-A1CA-4C96-B75D-3075A6CB2304}" destId="{0A8BBE4F-8533-4336-8AEB-EB2F1CD32C92}" srcOrd="1" destOrd="0" presId="urn:microsoft.com/office/officeart/2005/8/layout/hierarchy1"/>
    <dgm:cxn modelId="{FB061A6A-FB39-4E8B-93C5-0010998A6FDD}" type="presParOf" srcId="{C4993455-2FD6-4308-B656-71A1F9B2CB40}" destId="{F9982D32-2502-4E7C-9DE8-BFC0E861B3A3}" srcOrd="1" destOrd="0" presId="urn:microsoft.com/office/officeart/2005/8/layout/hierarchy1"/>
    <dgm:cxn modelId="{65C62EDB-4899-4E38-891D-D81647D8F538}" type="presParOf" srcId="{F9982D32-2502-4E7C-9DE8-BFC0E861B3A3}" destId="{863ACB47-CC3D-4511-B000-8851EA1FDD24}" srcOrd="0" destOrd="0" presId="urn:microsoft.com/office/officeart/2005/8/layout/hierarchy1"/>
    <dgm:cxn modelId="{D20B76C9-F06D-42A3-9CBB-132A8FCCCFB1}" type="presParOf" srcId="{F9982D32-2502-4E7C-9DE8-BFC0E861B3A3}" destId="{58D645EF-204E-470D-AD94-BE8920C54F5C}" srcOrd="1" destOrd="0" presId="urn:microsoft.com/office/officeart/2005/8/layout/hierarchy1"/>
    <dgm:cxn modelId="{A75A090D-56FB-4A7D-B994-F92369D294AE}" type="presParOf" srcId="{58D645EF-204E-470D-AD94-BE8920C54F5C}" destId="{010D743A-B406-4ADC-BADA-1FF922EAFB1D}" srcOrd="0" destOrd="0" presId="urn:microsoft.com/office/officeart/2005/8/layout/hierarchy1"/>
    <dgm:cxn modelId="{8D045D16-3ACB-4A43-B82C-6FE1FF315044}" type="presParOf" srcId="{010D743A-B406-4ADC-BADA-1FF922EAFB1D}" destId="{3B7565FA-4D89-4EFC-A1D6-27F1D9D25A40}" srcOrd="0" destOrd="0" presId="urn:microsoft.com/office/officeart/2005/8/layout/hierarchy1"/>
    <dgm:cxn modelId="{6B81616A-62AF-4F44-8984-474F2BF95FD4}" type="presParOf" srcId="{010D743A-B406-4ADC-BADA-1FF922EAFB1D}" destId="{516924C9-7638-449D-BA17-D8F3280F3492}" srcOrd="1" destOrd="0" presId="urn:microsoft.com/office/officeart/2005/8/layout/hierarchy1"/>
    <dgm:cxn modelId="{1E62D055-36FE-452A-A20F-6CE6C2D10FB2}" type="presParOf" srcId="{58D645EF-204E-470D-AD94-BE8920C54F5C}" destId="{82A1F4CD-CE9D-4501-AFC3-A180A55E1E20}" srcOrd="1" destOrd="0" presId="urn:microsoft.com/office/officeart/2005/8/layout/hierarchy1"/>
    <dgm:cxn modelId="{4B6C4A63-49A1-4509-91EE-D59F9C0CBAC5}" type="presParOf" srcId="{82A1F4CD-CE9D-4501-AFC3-A180A55E1E20}" destId="{2A8D0338-9276-42EA-8D2C-40C1A8AB4E67}" srcOrd="0" destOrd="0" presId="urn:microsoft.com/office/officeart/2005/8/layout/hierarchy1"/>
    <dgm:cxn modelId="{6A7B32A1-E6AA-416F-8B83-2C9566BAA1BF}" type="presParOf" srcId="{82A1F4CD-CE9D-4501-AFC3-A180A55E1E20}" destId="{7EB6B9E4-E5E8-49B1-A506-7B495FAB0F1F}" srcOrd="1" destOrd="0" presId="urn:microsoft.com/office/officeart/2005/8/layout/hierarchy1"/>
    <dgm:cxn modelId="{773E854A-B4F7-4AC9-B94D-6891AFAD547F}" type="presParOf" srcId="{7EB6B9E4-E5E8-49B1-A506-7B495FAB0F1F}" destId="{923FEA8E-2371-4150-A76B-DF164C355CF9}" srcOrd="0" destOrd="0" presId="urn:microsoft.com/office/officeart/2005/8/layout/hierarchy1"/>
    <dgm:cxn modelId="{713F2A16-3756-41C0-84F2-ABCC0C093D4F}" type="presParOf" srcId="{923FEA8E-2371-4150-A76B-DF164C355CF9}" destId="{CCE1A6E6-13C1-44FA-A64F-FC781656735D}" srcOrd="0" destOrd="0" presId="urn:microsoft.com/office/officeart/2005/8/layout/hierarchy1"/>
    <dgm:cxn modelId="{8308BE61-567D-48D5-A0AD-AE981AEF0973}" type="presParOf" srcId="{923FEA8E-2371-4150-A76B-DF164C355CF9}" destId="{F01099BA-FB07-4631-91BA-A050657EAB6B}" srcOrd="1" destOrd="0" presId="urn:microsoft.com/office/officeart/2005/8/layout/hierarchy1"/>
    <dgm:cxn modelId="{1E30FEE8-951B-4CE9-82C0-07FDCC1E6804}" type="presParOf" srcId="{7EB6B9E4-E5E8-49B1-A506-7B495FAB0F1F}" destId="{D46204CE-AC76-4E1D-BEB5-F2D945C2423B}" srcOrd="1" destOrd="0" presId="urn:microsoft.com/office/officeart/2005/8/layout/hierarchy1"/>
    <dgm:cxn modelId="{8E6C2F27-4EA9-4ABE-BE75-73E6BD934681}" type="presParOf" srcId="{82A1F4CD-CE9D-4501-AFC3-A180A55E1E20}" destId="{2AAA8578-126B-47C7-963A-2D0ADF6A9CF7}" srcOrd="2" destOrd="0" presId="urn:microsoft.com/office/officeart/2005/8/layout/hierarchy1"/>
    <dgm:cxn modelId="{3A1B06CD-610F-40AA-8FD7-89BEB314DA91}" type="presParOf" srcId="{82A1F4CD-CE9D-4501-AFC3-A180A55E1E20}" destId="{8E67B9C5-7A55-4318-BFB2-BFA27C23A122}" srcOrd="3" destOrd="0" presId="urn:microsoft.com/office/officeart/2005/8/layout/hierarchy1"/>
    <dgm:cxn modelId="{DFE59887-07D5-4A3B-A455-490AA41E87B3}" type="presParOf" srcId="{8E67B9C5-7A55-4318-BFB2-BFA27C23A122}" destId="{4AC54F63-5D32-429B-A887-1753EA99A0B5}" srcOrd="0" destOrd="0" presId="urn:microsoft.com/office/officeart/2005/8/layout/hierarchy1"/>
    <dgm:cxn modelId="{2D28DF4B-C2F0-4147-B342-5525ADFC8C67}" type="presParOf" srcId="{4AC54F63-5D32-429B-A887-1753EA99A0B5}" destId="{279E29A9-CA71-44B8-8E00-737519DB9CCF}" srcOrd="0" destOrd="0" presId="urn:microsoft.com/office/officeart/2005/8/layout/hierarchy1"/>
    <dgm:cxn modelId="{92AD3EBF-5386-4F0B-9DA0-459C26C29817}" type="presParOf" srcId="{4AC54F63-5D32-429B-A887-1753EA99A0B5}" destId="{01689F69-2B6A-4AAA-871F-7689FAB1DFE6}" srcOrd="1" destOrd="0" presId="urn:microsoft.com/office/officeart/2005/8/layout/hierarchy1"/>
    <dgm:cxn modelId="{87269471-78B0-42A3-AC7D-CAF2CEDB08DE}" type="presParOf" srcId="{8E67B9C5-7A55-4318-BFB2-BFA27C23A122}" destId="{F4046525-084B-436A-9E33-DCD96883073B}" srcOrd="1" destOrd="0" presId="urn:microsoft.com/office/officeart/2005/8/layout/hierarchy1"/>
    <dgm:cxn modelId="{439D8B83-86D2-4DF2-8CEE-22F753DCC1BF}" type="presParOf" srcId="{82A1F4CD-CE9D-4501-AFC3-A180A55E1E20}" destId="{CF3CDD42-52FF-494E-84BA-AF89AA3BA555}" srcOrd="4" destOrd="0" presId="urn:microsoft.com/office/officeart/2005/8/layout/hierarchy1"/>
    <dgm:cxn modelId="{8149C5D2-0C2B-4251-8113-DA941F2E7193}" type="presParOf" srcId="{82A1F4CD-CE9D-4501-AFC3-A180A55E1E20}" destId="{8CEBF383-6403-4C14-A4CE-72E20CEC517C}" srcOrd="5" destOrd="0" presId="urn:microsoft.com/office/officeart/2005/8/layout/hierarchy1"/>
    <dgm:cxn modelId="{FA7C418F-4949-48B7-B6BF-68D45E4C5808}" type="presParOf" srcId="{8CEBF383-6403-4C14-A4CE-72E20CEC517C}" destId="{3286C6E0-D1A1-4D05-8F0D-F71C52143D5F}" srcOrd="0" destOrd="0" presId="urn:microsoft.com/office/officeart/2005/8/layout/hierarchy1"/>
    <dgm:cxn modelId="{C5CD95F9-D6FC-4FFD-8CC0-319A3EC7AB7F}" type="presParOf" srcId="{3286C6E0-D1A1-4D05-8F0D-F71C52143D5F}" destId="{FF9183ED-0443-4560-95CA-E5A3C764FE41}" srcOrd="0" destOrd="0" presId="urn:microsoft.com/office/officeart/2005/8/layout/hierarchy1"/>
    <dgm:cxn modelId="{230053D1-F64A-4E2A-AE6F-19587ED7C537}" type="presParOf" srcId="{3286C6E0-D1A1-4D05-8F0D-F71C52143D5F}" destId="{62129D36-423A-449E-BF56-D79EAEEE6E24}" srcOrd="1" destOrd="0" presId="urn:microsoft.com/office/officeart/2005/8/layout/hierarchy1"/>
    <dgm:cxn modelId="{7DAA61CC-8092-4CB8-9245-F63590D496DB}" type="presParOf" srcId="{8CEBF383-6403-4C14-A4CE-72E20CEC517C}" destId="{6F63A07D-8943-4EE2-AACD-0E9A9202B24E}" srcOrd="1" destOrd="0" presId="urn:microsoft.com/office/officeart/2005/8/layout/hierarchy1"/>
    <dgm:cxn modelId="{96558F5A-0B21-4C4F-8F72-D06F511FE7D5}" type="presParOf" srcId="{82A1F4CD-CE9D-4501-AFC3-A180A55E1E20}" destId="{E1D5CF79-B9B4-4E2E-871D-A383B68FC17A}" srcOrd="6" destOrd="0" presId="urn:microsoft.com/office/officeart/2005/8/layout/hierarchy1"/>
    <dgm:cxn modelId="{18873977-2AA9-4A6E-BBB8-41F203F571DD}" type="presParOf" srcId="{82A1F4CD-CE9D-4501-AFC3-A180A55E1E20}" destId="{76067801-B3A2-4181-822D-274A6DC62A8F}" srcOrd="7" destOrd="0" presId="urn:microsoft.com/office/officeart/2005/8/layout/hierarchy1"/>
    <dgm:cxn modelId="{B3850D30-1F25-4C2F-A166-243D4193FF03}" type="presParOf" srcId="{76067801-B3A2-4181-822D-274A6DC62A8F}" destId="{38E98DBA-6CB7-41F3-902F-8C15AE679499}" srcOrd="0" destOrd="0" presId="urn:microsoft.com/office/officeart/2005/8/layout/hierarchy1"/>
    <dgm:cxn modelId="{ED988FA2-2931-4594-8839-F1C278C6A618}" type="presParOf" srcId="{38E98DBA-6CB7-41F3-902F-8C15AE679499}" destId="{D11BFE97-551A-4636-AA81-DA7C8DC01673}" srcOrd="0" destOrd="0" presId="urn:microsoft.com/office/officeart/2005/8/layout/hierarchy1"/>
    <dgm:cxn modelId="{969F61EF-4D19-40BC-A725-EFAFC5DFCB5A}" type="presParOf" srcId="{38E98DBA-6CB7-41F3-902F-8C15AE679499}" destId="{6F159D15-EC63-4B16-8C90-3E1F2022F244}" srcOrd="1" destOrd="0" presId="urn:microsoft.com/office/officeart/2005/8/layout/hierarchy1"/>
    <dgm:cxn modelId="{05DDED4F-AB09-4BF7-9B00-3AB6FFD2C88A}" type="presParOf" srcId="{76067801-B3A2-4181-822D-274A6DC62A8F}" destId="{343CF998-244C-4004-AFD6-89B44832B46A}" srcOrd="1" destOrd="0" presId="urn:microsoft.com/office/officeart/2005/8/layout/hierarchy1"/>
    <dgm:cxn modelId="{DA908425-D0E1-4AF1-B491-39923C6503BF}" type="presParOf" srcId="{F9982D32-2502-4E7C-9DE8-BFC0E861B3A3}" destId="{E64930BB-A22E-43C7-A56D-7E2D0FF45546}" srcOrd="2" destOrd="0" presId="urn:microsoft.com/office/officeart/2005/8/layout/hierarchy1"/>
    <dgm:cxn modelId="{CC4BD8E2-A175-44CE-852C-8EF059505BD6}" type="presParOf" srcId="{F9982D32-2502-4E7C-9DE8-BFC0E861B3A3}" destId="{DD00B991-F211-439B-ABEA-79F62F8DEB66}" srcOrd="3" destOrd="0" presId="urn:microsoft.com/office/officeart/2005/8/layout/hierarchy1"/>
    <dgm:cxn modelId="{B4BAE731-DC2A-4042-9D7C-9EAA23419912}" type="presParOf" srcId="{DD00B991-F211-439B-ABEA-79F62F8DEB66}" destId="{77BF0A8A-BB60-42F5-9355-714372DD4EEE}" srcOrd="0" destOrd="0" presId="urn:microsoft.com/office/officeart/2005/8/layout/hierarchy1"/>
    <dgm:cxn modelId="{2E5F9D7F-0540-4FB6-87DB-DDB67640C5ED}" type="presParOf" srcId="{77BF0A8A-BB60-42F5-9355-714372DD4EEE}" destId="{965850F9-8C5A-4653-BF1E-DC8003916DCF}" srcOrd="0" destOrd="0" presId="urn:microsoft.com/office/officeart/2005/8/layout/hierarchy1"/>
    <dgm:cxn modelId="{D863C935-F55F-4B10-B8E6-54868F0BBEA2}" type="presParOf" srcId="{77BF0A8A-BB60-42F5-9355-714372DD4EEE}" destId="{EB5FA8A3-5936-4F1F-B45D-E25886B3FC78}" srcOrd="1" destOrd="0" presId="urn:microsoft.com/office/officeart/2005/8/layout/hierarchy1"/>
    <dgm:cxn modelId="{460AB2EF-0FEC-4979-85E0-5E4F8BA37D9C}" type="presParOf" srcId="{DD00B991-F211-439B-ABEA-79F62F8DEB66}" destId="{091E407E-859F-4EB5-B002-58703F6A123A}" srcOrd="1" destOrd="0" presId="urn:microsoft.com/office/officeart/2005/8/layout/hierarchy1"/>
    <dgm:cxn modelId="{89EC0E4D-BBB8-4005-923E-5AE50C7F4214}" type="presParOf" srcId="{091E407E-859F-4EB5-B002-58703F6A123A}" destId="{105318D1-4501-4E8B-87D8-91F549285F4E}" srcOrd="0" destOrd="0" presId="urn:microsoft.com/office/officeart/2005/8/layout/hierarchy1"/>
    <dgm:cxn modelId="{C63D4007-F3F7-415A-B8A8-ECC48EBE1830}" type="presParOf" srcId="{091E407E-859F-4EB5-B002-58703F6A123A}" destId="{BDCBEA1A-A5B5-451B-90F6-C11A6C0B019F}" srcOrd="1" destOrd="0" presId="urn:microsoft.com/office/officeart/2005/8/layout/hierarchy1"/>
    <dgm:cxn modelId="{D4C47AE9-1E8E-4A56-8A6C-FB266C7831C0}" type="presParOf" srcId="{BDCBEA1A-A5B5-451B-90F6-C11A6C0B019F}" destId="{7B202EC8-FC05-4F45-BFC3-1737923558B3}" srcOrd="0" destOrd="0" presId="urn:microsoft.com/office/officeart/2005/8/layout/hierarchy1"/>
    <dgm:cxn modelId="{0F83B745-A868-4D2B-810E-0613E3C7E8F2}" type="presParOf" srcId="{7B202EC8-FC05-4F45-BFC3-1737923558B3}" destId="{550243F4-F727-41C4-93A0-E5AB349EB5CB}" srcOrd="0" destOrd="0" presId="urn:microsoft.com/office/officeart/2005/8/layout/hierarchy1"/>
    <dgm:cxn modelId="{5EF458E1-6995-4448-A89C-C4F39A1C8C39}" type="presParOf" srcId="{7B202EC8-FC05-4F45-BFC3-1737923558B3}" destId="{C785F5C9-0639-4702-BC97-CCB10EDE861E}" srcOrd="1" destOrd="0" presId="urn:microsoft.com/office/officeart/2005/8/layout/hierarchy1"/>
    <dgm:cxn modelId="{D4C27762-EB52-476F-870F-0CB443C4E04D}" type="presParOf" srcId="{BDCBEA1A-A5B5-451B-90F6-C11A6C0B019F}" destId="{ECA8F188-6E55-42CD-879E-1563B8888201}" srcOrd="1" destOrd="0" presId="urn:microsoft.com/office/officeart/2005/8/layout/hierarchy1"/>
    <dgm:cxn modelId="{07B05C58-0D80-480C-BC9D-C7145DB0250C}" type="presParOf" srcId="{091E407E-859F-4EB5-B002-58703F6A123A}" destId="{C26D5651-1621-4929-953E-FCF1379A5633}" srcOrd="2" destOrd="0" presId="urn:microsoft.com/office/officeart/2005/8/layout/hierarchy1"/>
    <dgm:cxn modelId="{62E010A4-58E4-4971-969A-65BC8F7CF4B6}" type="presParOf" srcId="{091E407E-859F-4EB5-B002-58703F6A123A}" destId="{40078E83-D3D5-4CA3-BF08-1CFA8C977DF3}" srcOrd="3" destOrd="0" presId="urn:microsoft.com/office/officeart/2005/8/layout/hierarchy1"/>
    <dgm:cxn modelId="{C2D4A691-84D3-4781-AB99-2381CD41DC8D}" type="presParOf" srcId="{40078E83-D3D5-4CA3-BF08-1CFA8C977DF3}" destId="{D369E186-8613-4187-B8BB-7F16E2A5341A}" srcOrd="0" destOrd="0" presId="urn:microsoft.com/office/officeart/2005/8/layout/hierarchy1"/>
    <dgm:cxn modelId="{32BA9412-5975-4393-BA8B-7FFB446A3D5F}" type="presParOf" srcId="{D369E186-8613-4187-B8BB-7F16E2A5341A}" destId="{BEF04C7D-4818-4661-B831-20B0F7B0277F}" srcOrd="0" destOrd="0" presId="urn:microsoft.com/office/officeart/2005/8/layout/hierarchy1"/>
    <dgm:cxn modelId="{C337E625-B38B-4515-9DA3-23D13C758125}" type="presParOf" srcId="{D369E186-8613-4187-B8BB-7F16E2A5341A}" destId="{EED0BD16-6744-4A0B-9140-74916DF73FA8}" srcOrd="1" destOrd="0" presId="urn:microsoft.com/office/officeart/2005/8/layout/hierarchy1"/>
    <dgm:cxn modelId="{B78F563F-37AA-4334-AA9C-D59754084FED}" type="presParOf" srcId="{40078E83-D3D5-4CA3-BF08-1CFA8C977DF3}" destId="{B3275FC6-621D-4BEB-99B4-E275CC0EA298}" srcOrd="1" destOrd="0" presId="urn:microsoft.com/office/officeart/2005/8/layout/hierarchy1"/>
    <dgm:cxn modelId="{5D92E9E9-AB8A-4497-ABC7-CB8B288B59B4}" type="presParOf" srcId="{091E407E-859F-4EB5-B002-58703F6A123A}" destId="{3D528D45-609A-4C5F-BD84-13AA19B247A9}" srcOrd="4" destOrd="0" presId="urn:microsoft.com/office/officeart/2005/8/layout/hierarchy1"/>
    <dgm:cxn modelId="{9F3CA083-4BFF-4E8E-9F31-ACCA00A8A175}" type="presParOf" srcId="{091E407E-859F-4EB5-B002-58703F6A123A}" destId="{76488B3A-21FD-41D2-BD84-59015A160643}" srcOrd="5" destOrd="0" presId="urn:microsoft.com/office/officeart/2005/8/layout/hierarchy1"/>
    <dgm:cxn modelId="{69F7C1CD-CCDE-47B8-A9B0-3C563AC2D37C}" type="presParOf" srcId="{76488B3A-21FD-41D2-BD84-59015A160643}" destId="{86505985-677F-47A2-AEC3-8CFB9093CF2E}" srcOrd="0" destOrd="0" presId="urn:microsoft.com/office/officeart/2005/8/layout/hierarchy1"/>
    <dgm:cxn modelId="{06EC3893-FFF4-4705-A5D7-29DC3D0B9E28}" type="presParOf" srcId="{86505985-677F-47A2-AEC3-8CFB9093CF2E}" destId="{B2D0F601-6F6E-45D4-98CB-3CF733EDAB7B}" srcOrd="0" destOrd="0" presId="urn:microsoft.com/office/officeart/2005/8/layout/hierarchy1"/>
    <dgm:cxn modelId="{684687E5-1F93-4C36-B6E6-F5CC20C811CA}" type="presParOf" srcId="{86505985-677F-47A2-AEC3-8CFB9093CF2E}" destId="{926FF0AC-C77F-4133-BD71-A64D664970E5}" srcOrd="1" destOrd="0" presId="urn:microsoft.com/office/officeart/2005/8/layout/hierarchy1"/>
    <dgm:cxn modelId="{D2EA3ADC-0397-499B-A01F-79B9DB5CFF27}" type="presParOf" srcId="{76488B3A-21FD-41D2-BD84-59015A160643}" destId="{D8744497-974D-42FC-A551-CC2126505948}" srcOrd="1" destOrd="0" presId="urn:microsoft.com/office/officeart/2005/8/layout/hierarchy1"/>
    <dgm:cxn modelId="{70E482A6-1ACD-4ED6-BA2F-0B58EA00632C}" type="presParOf" srcId="{F9982D32-2502-4E7C-9DE8-BFC0E861B3A3}" destId="{1D94CA49-242E-48D6-BE91-9AAE4BCCFFA6}" srcOrd="4" destOrd="0" presId="urn:microsoft.com/office/officeart/2005/8/layout/hierarchy1"/>
    <dgm:cxn modelId="{8F637622-D8BC-4920-9734-C26E6C89B7A6}" type="presParOf" srcId="{F9982D32-2502-4E7C-9DE8-BFC0E861B3A3}" destId="{D3DBE321-67A5-43C3-9372-C507F8735BC6}" srcOrd="5" destOrd="0" presId="urn:microsoft.com/office/officeart/2005/8/layout/hierarchy1"/>
    <dgm:cxn modelId="{161E5526-BA87-4988-8627-16CEFC412C67}" type="presParOf" srcId="{D3DBE321-67A5-43C3-9372-C507F8735BC6}" destId="{221D4F20-7AC8-4774-B6E9-1E590481BFF3}" srcOrd="0" destOrd="0" presId="urn:microsoft.com/office/officeart/2005/8/layout/hierarchy1"/>
    <dgm:cxn modelId="{5115D0FB-BE2F-451B-8D4C-E272E71CC6F5}" type="presParOf" srcId="{221D4F20-7AC8-4774-B6E9-1E590481BFF3}" destId="{2CCFB583-8ED8-4484-9DAA-644575C75EDD}" srcOrd="0" destOrd="0" presId="urn:microsoft.com/office/officeart/2005/8/layout/hierarchy1"/>
    <dgm:cxn modelId="{0B9C21B6-ABCE-4B3E-A288-08B9BBFCC721}" type="presParOf" srcId="{221D4F20-7AC8-4774-B6E9-1E590481BFF3}" destId="{3402F032-B73B-4C1A-8582-C800BABB7740}" srcOrd="1" destOrd="0" presId="urn:microsoft.com/office/officeart/2005/8/layout/hierarchy1"/>
    <dgm:cxn modelId="{D972BCFD-DEB5-4127-BD1E-67F33C926837}" type="presParOf" srcId="{D3DBE321-67A5-43C3-9372-C507F8735BC6}" destId="{70EE3F6E-66CD-4FC4-A23F-0524EA46F750}" srcOrd="1" destOrd="0" presId="urn:microsoft.com/office/officeart/2005/8/layout/hierarchy1"/>
    <dgm:cxn modelId="{74D5E7DF-A2FA-4F16-B65E-0EF7633DD938}" type="presParOf" srcId="{70EE3F6E-66CD-4FC4-A23F-0524EA46F750}" destId="{EDAF8D54-1F66-464A-ACD9-A00FB59C7E8C}" srcOrd="0" destOrd="0" presId="urn:microsoft.com/office/officeart/2005/8/layout/hierarchy1"/>
    <dgm:cxn modelId="{48837E46-E8F1-4FAD-A6BD-2DFDA6416C7C}" type="presParOf" srcId="{70EE3F6E-66CD-4FC4-A23F-0524EA46F750}" destId="{4F81821D-82E3-4993-AF11-35BEF3C08D5B}" srcOrd="1" destOrd="0" presId="urn:microsoft.com/office/officeart/2005/8/layout/hierarchy1"/>
    <dgm:cxn modelId="{27244F4A-BA38-4725-81BF-7A46C6D3A125}" type="presParOf" srcId="{4F81821D-82E3-4993-AF11-35BEF3C08D5B}" destId="{83093260-FB21-4AD3-A744-E391AC7790A3}" srcOrd="0" destOrd="0" presId="urn:microsoft.com/office/officeart/2005/8/layout/hierarchy1"/>
    <dgm:cxn modelId="{05299F5C-1131-4B75-B29A-FC86F7E87F76}" type="presParOf" srcId="{83093260-FB21-4AD3-A744-E391AC7790A3}" destId="{F109968D-3D56-4AD9-A197-DC3CC82F8B42}" srcOrd="0" destOrd="0" presId="urn:microsoft.com/office/officeart/2005/8/layout/hierarchy1"/>
    <dgm:cxn modelId="{2DF0459A-8842-43AF-BB0B-C39189C513E0}" type="presParOf" srcId="{83093260-FB21-4AD3-A744-E391AC7790A3}" destId="{DA770135-EE6A-458D-88F3-0C76F494D48B}" srcOrd="1" destOrd="0" presId="urn:microsoft.com/office/officeart/2005/8/layout/hierarchy1"/>
    <dgm:cxn modelId="{E69D97E6-83AC-4557-8D91-1754372C825E}" type="presParOf" srcId="{4F81821D-82E3-4993-AF11-35BEF3C08D5B}" destId="{F4B601FB-A3E8-4185-9E5D-AE148FBDC315}" srcOrd="1" destOrd="0" presId="urn:microsoft.com/office/officeart/2005/8/layout/hierarchy1"/>
    <dgm:cxn modelId="{F76DA557-5AAD-4C3D-AA6B-6E3B1104B870}" type="presParOf" srcId="{70EE3F6E-66CD-4FC4-A23F-0524EA46F750}" destId="{08DA306E-C9FB-4549-AB2A-E55283B55147}" srcOrd="2" destOrd="0" presId="urn:microsoft.com/office/officeart/2005/8/layout/hierarchy1"/>
    <dgm:cxn modelId="{9F63F40C-C7DC-4DCA-8F1C-82B065BED809}" type="presParOf" srcId="{70EE3F6E-66CD-4FC4-A23F-0524EA46F750}" destId="{C2BFF120-853A-4174-8112-551EBC846CED}" srcOrd="3" destOrd="0" presId="urn:microsoft.com/office/officeart/2005/8/layout/hierarchy1"/>
    <dgm:cxn modelId="{328FE575-AE4F-4ED5-9793-2A6D341B6231}" type="presParOf" srcId="{C2BFF120-853A-4174-8112-551EBC846CED}" destId="{A3502088-65EE-4CCF-8CD8-7628BD2610AA}" srcOrd="0" destOrd="0" presId="urn:microsoft.com/office/officeart/2005/8/layout/hierarchy1"/>
    <dgm:cxn modelId="{0424A464-1D9F-4726-B4E1-D044986A02A4}" type="presParOf" srcId="{A3502088-65EE-4CCF-8CD8-7628BD2610AA}" destId="{CAC73735-CC2E-42E1-8C90-1A05FB598D59}" srcOrd="0" destOrd="0" presId="urn:microsoft.com/office/officeart/2005/8/layout/hierarchy1"/>
    <dgm:cxn modelId="{48D528FA-C701-42D8-B327-842B40BCBFA7}" type="presParOf" srcId="{A3502088-65EE-4CCF-8CD8-7628BD2610AA}" destId="{B521078C-6871-46AF-8C3F-A995DA10BE9C}" srcOrd="1" destOrd="0" presId="urn:microsoft.com/office/officeart/2005/8/layout/hierarchy1"/>
    <dgm:cxn modelId="{F0BFEE0E-28C4-4A6D-B7AB-DA0B20414016}" type="presParOf" srcId="{C2BFF120-853A-4174-8112-551EBC846CED}" destId="{C166F106-4D07-4F91-9FFB-9C10F66A0263}" srcOrd="1" destOrd="0" presId="urn:microsoft.com/office/officeart/2005/8/layout/hierarchy1"/>
    <dgm:cxn modelId="{A762A6D6-7F4C-43E1-9A8C-9B7C723BEA43}" type="presParOf" srcId="{70EE3F6E-66CD-4FC4-A23F-0524EA46F750}" destId="{1D579EE4-B9B4-43E3-A949-AE95BBD9D78F}" srcOrd="4" destOrd="0" presId="urn:microsoft.com/office/officeart/2005/8/layout/hierarchy1"/>
    <dgm:cxn modelId="{6125AB65-2AE3-48CF-97D7-5C396B0746A9}" type="presParOf" srcId="{70EE3F6E-66CD-4FC4-A23F-0524EA46F750}" destId="{0ADEB42F-BAB0-4B94-A810-7C85E4964879}" srcOrd="5" destOrd="0" presId="urn:microsoft.com/office/officeart/2005/8/layout/hierarchy1"/>
    <dgm:cxn modelId="{C28F819E-7A47-4AD1-9994-CA1A7B8D489B}" type="presParOf" srcId="{0ADEB42F-BAB0-4B94-A810-7C85E4964879}" destId="{AD40AC13-2944-4856-B446-F6BE8476510F}" srcOrd="0" destOrd="0" presId="urn:microsoft.com/office/officeart/2005/8/layout/hierarchy1"/>
    <dgm:cxn modelId="{9867C5A7-F03B-47D3-80D5-5893527FCDAA}" type="presParOf" srcId="{AD40AC13-2944-4856-B446-F6BE8476510F}" destId="{23D8B9B4-441E-438D-914C-14113F045F91}" srcOrd="0" destOrd="0" presId="urn:microsoft.com/office/officeart/2005/8/layout/hierarchy1"/>
    <dgm:cxn modelId="{39C6956A-88D2-4053-BB8E-301C1F896DB4}" type="presParOf" srcId="{AD40AC13-2944-4856-B446-F6BE8476510F}" destId="{F0964B0D-D3A7-4065-9BFE-39C857BAD42D}" srcOrd="1" destOrd="0" presId="urn:microsoft.com/office/officeart/2005/8/layout/hierarchy1"/>
    <dgm:cxn modelId="{F3F26428-0B68-45CD-A929-1D5B28168D83}" type="presParOf" srcId="{0ADEB42F-BAB0-4B94-A810-7C85E4964879}" destId="{7D69ABF5-8196-4AC6-80D2-8E9BE90976D4}" srcOrd="1" destOrd="0" presId="urn:microsoft.com/office/officeart/2005/8/layout/hierarchy1"/>
    <dgm:cxn modelId="{BC17CB35-5CF9-4202-A422-4B13AD49303D}" type="presParOf" srcId="{70EE3F6E-66CD-4FC4-A23F-0524EA46F750}" destId="{1837DA93-F877-432A-84F2-CDC80304F9F1}" srcOrd="6" destOrd="0" presId="urn:microsoft.com/office/officeart/2005/8/layout/hierarchy1"/>
    <dgm:cxn modelId="{1F5B830C-21B6-4C52-9654-03DD458FD203}" type="presParOf" srcId="{70EE3F6E-66CD-4FC4-A23F-0524EA46F750}" destId="{D7DD5E5E-61A3-4741-A73D-06F6FEE17D8A}" srcOrd="7" destOrd="0" presId="urn:microsoft.com/office/officeart/2005/8/layout/hierarchy1"/>
    <dgm:cxn modelId="{9A0A0074-85FA-4D22-87DE-FBD427D5C260}" type="presParOf" srcId="{D7DD5E5E-61A3-4741-A73D-06F6FEE17D8A}" destId="{BF52A7DC-4C6F-4097-AD69-B9BDE289AAD8}" srcOrd="0" destOrd="0" presId="urn:microsoft.com/office/officeart/2005/8/layout/hierarchy1"/>
    <dgm:cxn modelId="{31DCD61D-BBF3-4759-A9E3-F1ECBFA84679}" type="presParOf" srcId="{BF52A7DC-4C6F-4097-AD69-B9BDE289AAD8}" destId="{A958B017-474E-4DAC-BADC-75FB3FEE4960}" srcOrd="0" destOrd="0" presId="urn:microsoft.com/office/officeart/2005/8/layout/hierarchy1"/>
    <dgm:cxn modelId="{A2C04434-E733-42CD-A647-9FB62ACF617C}" type="presParOf" srcId="{BF52A7DC-4C6F-4097-AD69-B9BDE289AAD8}" destId="{BE2AF250-AF9A-4EA0-BAA2-72E21D1CC1A5}" srcOrd="1" destOrd="0" presId="urn:microsoft.com/office/officeart/2005/8/layout/hierarchy1"/>
    <dgm:cxn modelId="{B46F0AC5-68BA-4150-B578-EB1018447ABF}" type="presParOf" srcId="{D7DD5E5E-61A3-4741-A73D-06F6FEE17D8A}" destId="{B8C1C6DC-3742-4D03-86B3-F969BC18549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3879689" y="445462"/>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পোল্ট্রি</a:t>
          </a:r>
          <a:endParaRPr lang="en-US" sz="2800" kern="1200" dirty="0"/>
        </a:p>
      </dsp:txBody>
      <dsp:txXfrm>
        <a:off x="3905550" y="471323"/>
        <a:ext cx="1272720" cy="831239"/>
      </dsp:txXfrm>
    </dsp:sp>
    <dsp:sp modelId="{BA846CB8-0EFF-434B-9748-D92FAAF4A86F}">
      <dsp:nvSpPr>
        <dsp:cNvPr id="0" name=""/>
        <dsp:cNvSpPr/>
      </dsp:nvSpPr>
      <dsp:spPr>
        <a:xfrm>
          <a:off x="1528804" y="1328424"/>
          <a:ext cx="3013105" cy="353184"/>
        </a:xfrm>
        <a:custGeom>
          <a:avLst/>
          <a:gdLst/>
          <a:ahLst/>
          <a:cxnLst/>
          <a:rect l="0" t="0" r="0" b="0"/>
          <a:pathLst>
            <a:path>
              <a:moveTo>
                <a:pt x="3013105" y="0"/>
              </a:moveTo>
              <a:lnTo>
                <a:pt x="3013105" y="176592"/>
              </a:lnTo>
              <a:lnTo>
                <a:pt x="0" y="176592"/>
              </a:lnTo>
              <a:lnTo>
                <a:pt x="0"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CA5121-13C9-4AD4-997C-A30AB998AD02}">
      <dsp:nvSpPr>
        <dsp:cNvPr id="0" name=""/>
        <dsp:cNvSpPr/>
      </dsp:nvSpPr>
      <dsp:spPr>
        <a:xfrm>
          <a:off x="866583"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মুরগী</a:t>
          </a:r>
          <a:endParaRPr lang="en-US" sz="2800" kern="1200" dirty="0"/>
        </a:p>
      </dsp:txBody>
      <dsp:txXfrm>
        <a:off x="892444" y="1707469"/>
        <a:ext cx="1272720" cy="831239"/>
      </dsp:txXfrm>
    </dsp:sp>
    <dsp:sp modelId="{0604902D-9D73-44FD-BB51-BA4EC10F9471}">
      <dsp:nvSpPr>
        <dsp:cNvPr id="0" name=""/>
        <dsp:cNvSpPr/>
      </dsp:nvSpPr>
      <dsp:spPr>
        <a:xfrm>
          <a:off x="667917" y="2564570"/>
          <a:ext cx="860887" cy="353184"/>
        </a:xfrm>
        <a:custGeom>
          <a:avLst/>
          <a:gdLst/>
          <a:ahLst/>
          <a:cxnLst/>
          <a:rect l="0" t="0" r="0" b="0"/>
          <a:pathLst>
            <a:path>
              <a:moveTo>
                <a:pt x="860887" y="0"/>
              </a:moveTo>
              <a:lnTo>
                <a:pt x="860887"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24E73D-B110-4B54-9BBE-55DE222096A9}">
      <dsp:nvSpPr>
        <dsp:cNvPr id="0" name=""/>
        <dsp:cNvSpPr/>
      </dsp:nvSpPr>
      <dsp:spPr>
        <a:xfrm>
          <a:off x="5696"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ব্রয়লার</a:t>
          </a:r>
          <a:endParaRPr lang="en-US" sz="2800" kern="1200" dirty="0"/>
        </a:p>
      </dsp:txBody>
      <dsp:txXfrm>
        <a:off x="31557" y="2943615"/>
        <a:ext cx="1272720" cy="831239"/>
      </dsp:txXfrm>
    </dsp:sp>
    <dsp:sp modelId="{7D0E9AFF-0F0B-4F90-877A-CF4D396E170A}">
      <dsp:nvSpPr>
        <dsp:cNvPr id="0" name=""/>
        <dsp:cNvSpPr/>
      </dsp:nvSpPr>
      <dsp:spPr>
        <a:xfrm>
          <a:off x="1528804" y="2564570"/>
          <a:ext cx="860887" cy="353184"/>
        </a:xfrm>
        <a:custGeom>
          <a:avLst/>
          <a:gdLst/>
          <a:ahLst/>
          <a:cxnLst/>
          <a:rect l="0" t="0" r="0" b="0"/>
          <a:pathLst>
            <a:path>
              <a:moveTo>
                <a:pt x="0" y="0"/>
              </a:moveTo>
              <a:lnTo>
                <a:pt x="0" y="176592"/>
              </a:lnTo>
              <a:lnTo>
                <a:pt x="860887" y="176592"/>
              </a:lnTo>
              <a:lnTo>
                <a:pt x="860887"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36B87F-CE58-4A14-B136-F593D60CB104}">
      <dsp:nvSpPr>
        <dsp:cNvPr id="0" name=""/>
        <dsp:cNvSpPr/>
      </dsp:nvSpPr>
      <dsp:spPr>
        <a:xfrm>
          <a:off x="1727471"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লেয়ার</a:t>
          </a:r>
          <a:endParaRPr lang="en-US" sz="2800" kern="1200" dirty="0"/>
        </a:p>
      </dsp:txBody>
      <dsp:txXfrm>
        <a:off x="1753332" y="2943615"/>
        <a:ext cx="1272720" cy="831239"/>
      </dsp:txXfrm>
    </dsp:sp>
    <dsp:sp modelId="{D1AB73E9-2A41-4796-80C2-2A4812291826}">
      <dsp:nvSpPr>
        <dsp:cNvPr id="0" name=""/>
        <dsp:cNvSpPr/>
      </dsp:nvSpPr>
      <dsp:spPr>
        <a:xfrm>
          <a:off x="3250579" y="1328424"/>
          <a:ext cx="1291330" cy="353184"/>
        </a:xfrm>
        <a:custGeom>
          <a:avLst/>
          <a:gdLst/>
          <a:ahLst/>
          <a:cxnLst/>
          <a:rect l="0" t="0" r="0" b="0"/>
          <a:pathLst>
            <a:path>
              <a:moveTo>
                <a:pt x="1291330" y="0"/>
              </a:moveTo>
              <a:lnTo>
                <a:pt x="1291330" y="176592"/>
              </a:lnTo>
              <a:lnTo>
                <a:pt x="0" y="176592"/>
              </a:lnTo>
              <a:lnTo>
                <a:pt x="0"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9B9A2D-4614-446F-A969-BA9914F0DA4B}">
      <dsp:nvSpPr>
        <dsp:cNvPr id="0" name=""/>
        <dsp:cNvSpPr/>
      </dsp:nvSpPr>
      <dsp:spPr>
        <a:xfrm>
          <a:off x="2588358"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হাঁস</a:t>
          </a:r>
          <a:endParaRPr lang="en-US" sz="2800" kern="1200" dirty="0"/>
        </a:p>
      </dsp:txBody>
      <dsp:txXfrm>
        <a:off x="2614219" y="1707469"/>
        <a:ext cx="1272720" cy="831239"/>
      </dsp:txXfrm>
    </dsp:sp>
    <dsp:sp modelId="{A6AF2C97-06AF-4D59-B52B-52AF99706038}">
      <dsp:nvSpPr>
        <dsp:cNvPr id="0" name=""/>
        <dsp:cNvSpPr/>
      </dsp:nvSpPr>
      <dsp:spPr>
        <a:xfrm>
          <a:off x="4541910" y="1328424"/>
          <a:ext cx="3013105" cy="353184"/>
        </a:xfrm>
        <a:custGeom>
          <a:avLst/>
          <a:gdLst/>
          <a:ahLst/>
          <a:cxnLst/>
          <a:rect l="0" t="0" r="0" b="0"/>
          <a:pathLst>
            <a:path>
              <a:moveTo>
                <a:pt x="0" y="0"/>
              </a:moveTo>
              <a:lnTo>
                <a:pt x="0" y="176592"/>
              </a:lnTo>
              <a:lnTo>
                <a:pt x="3013105" y="176592"/>
              </a:lnTo>
              <a:lnTo>
                <a:pt x="3013105" y="353184"/>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5CEE6F-9F31-4D53-81E6-F7B2D8704C9D}">
      <dsp:nvSpPr>
        <dsp:cNvPr id="0" name=""/>
        <dsp:cNvSpPr/>
      </dsp:nvSpPr>
      <dsp:spPr>
        <a:xfrm>
          <a:off x="6892795" y="1681608"/>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বিবিধ</a:t>
          </a:r>
          <a:endParaRPr lang="en-US" sz="2800" kern="1200" dirty="0"/>
        </a:p>
      </dsp:txBody>
      <dsp:txXfrm>
        <a:off x="6918656" y="1707469"/>
        <a:ext cx="1272720" cy="831239"/>
      </dsp:txXfrm>
    </dsp:sp>
    <dsp:sp modelId="{D77D8A84-3FB5-4457-825A-2DA4A6E0BD34}">
      <dsp:nvSpPr>
        <dsp:cNvPr id="0" name=""/>
        <dsp:cNvSpPr/>
      </dsp:nvSpPr>
      <dsp:spPr>
        <a:xfrm>
          <a:off x="4111466" y="2564570"/>
          <a:ext cx="3443549" cy="353184"/>
        </a:xfrm>
        <a:custGeom>
          <a:avLst/>
          <a:gdLst/>
          <a:ahLst/>
          <a:cxnLst/>
          <a:rect l="0" t="0" r="0" b="0"/>
          <a:pathLst>
            <a:path>
              <a:moveTo>
                <a:pt x="3443549" y="0"/>
              </a:moveTo>
              <a:lnTo>
                <a:pt x="3443549"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C43992-A354-4360-BF04-F6F610141A8B}">
      <dsp:nvSpPr>
        <dsp:cNvPr id="0" name=""/>
        <dsp:cNvSpPr/>
      </dsp:nvSpPr>
      <dsp:spPr>
        <a:xfrm>
          <a:off x="3449245"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কবুতর</a:t>
          </a:r>
          <a:endParaRPr lang="en-US" sz="2800" kern="1200" dirty="0"/>
        </a:p>
      </dsp:txBody>
      <dsp:txXfrm>
        <a:off x="3475106" y="2943615"/>
        <a:ext cx="1272720" cy="831239"/>
      </dsp:txXfrm>
    </dsp:sp>
    <dsp:sp modelId="{5E51355E-DABD-4722-BF90-07AE204EF600}">
      <dsp:nvSpPr>
        <dsp:cNvPr id="0" name=""/>
        <dsp:cNvSpPr/>
      </dsp:nvSpPr>
      <dsp:spPr>
        <a:xfrm>
          <a:off x="5833241" y="2564570"/>
          <a:ext cx="1721774" cy="353184"/>
        </a:xfrm>
        <a:custGeom>
          <a:avLst/>
          <a:gdLst/>
          <a:ahLst/>
          <a:cxnLst/>
          <a:rect l="0" t="0" r="0" b="0"/>
          <a:pathLst>
            <a:path>
              <a:moveTo>
                <a:pt x="1721774" y="0"/>
              </a:moveTo>
              <a:lnTo>
                <a:pt x="1721774" y="176592"/>
              </a:lnTo>
              <a:lnTo>
                <a:pt x="0" y="176592"/>
              </a:lnTo>
              <a:lnTo>
                <a:pt x="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A78190-3CA7-48F6-9202-ABD8BA597E21}">
      <dsp:nvSpPr>
        <dsp:cNvPr id="0" name=""/>
        <dsp:cNvSpPr/>
      </dsp:nvSpPr>
      <dsp:spPr>
        <a:xfrm>
          <a:off x="5171020"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তিতির</a:t>
          </a:r>
          <a:endParaRPr lang="en-US" sz="2800" kern="1200" dirty="0"/>
        </a:p>
      </dsp:txBody>
      <dsp:txXfrm>
        <a:off x="5196881" y="2943615"/>
        <a:ext cx="1272720" cy="831239"/>
      </dsp:txXfrm>
    </dsp:sp>
    <dsp:sp modelId="{820CEE21-EF8B-4A79-8EC1-A25754BCABF1}">
      <dsp:nvSpPr>
        <dsp:cNvPr id="0" name=""/>
        <dsp:cNvSpPr/>
      </dsp:nvSpPr>
      <dsp:spPr>
        <a:xfrm>
          <a:off x="7509296" y="2564570"/>
          <a:ext cx="91440" cy="353184"/>
        </a:xfrm>
        <a:custGeom>
          <a:avLst/>
          <a:gdLst/>
          <a:ahLst/>
          <a:cxnLst/>
          <a:rect l="0" t="0" r="0" b="0"/>
          <a:pathLst>
            <a:path>
              <a:moveTo>
                <a:pt x="45720" y="0"/>
              </a:moveTo>
              <a:lnTo>
                <a:pt x="45720"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1E9608-8CF7-42E6-BA8B-A974F3FC66B9}">
      <dsp:nvSpPr>
        <dsp:cNvPr id="0" name=""/>
        <dsp:cNvSpPr/>
      </dsp:nvSpPr>
      <dsp:spPr>
        <a:xfrm>
          <a:off x="6892795"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উটপাখি</a:t>
          </a:r>
          <a:endParaRPr lang="en-US" sz="2800" kern="1200" dirty="0"/>
        </a:p>
      </dsp:txBody>
      <dsp:txXfrm>
        <a:off x="6918656" y="2943615"/>
        <a:ext cx="1272720" cy="831239"/>
      </dsp:txXfrm>
    </dsp:sp>
    <dsp:sp modelId="{F232D6D0-1809-41D4-9BD0-7D27AD47BEE3}">
      <dsp:nvSpPr>
        <dsp:cNvPr id="0" name=""/>
        <dsp:cNvSpPr/>
      </dsp:nvSpPr>
      <dsp:spPr>
        <a:xfrm>
          <a:off x="7555016" y="2564570"/>
          <a:ext cx="1721774" cy="353184"/>
        </a:xfrm>
        <a:custGeom>
          <a:avLst/>
          <a:gdLst/>
          <a:ahLst/>
          <a:cxnLst/>
          <a:rect l="0" t="0" r="0" b="0"/>
          <a:pathLst>
            <a:path>
              <a:moveTo>
                <a:pt x="0" y="0"/>
              </a:moveTo>
              <a:lnTo>
                <a:pt x="0" y="176592"/>
              </a:lnTo>
              <a:lnTo>
                <a:pt x="1721774" y="176592"/>
              </a:lnTo>
              <a:lnTo>
                <a:pt x="1721774"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6FD5A7-018E-4CC1-A544-C030F0D43B3C}">
      <dsp:nvSpPr>
        <dsp:cNvPr id="0" name=""/>
        <dsp:cNvSpPr/>
      </dsp:nvSpPr>
      <dsp:spPr>
        <a:xfrm>
          <a:off x="8614569"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টার্কি</a:t>
          </a:r>
          <a:endParaRPr lang="en-US" sz="2800" kern="1200" dirty="0"/>
        </a:p>
      </dsp:txBody>
      <dsp:txXfrm>
        <a:off x="8640430" y="2943615"/>
        <a:ext cx="1272720" cy="831239"/>
      </dsp:txXfrm>
    </dsp:sp>
    <dsp:sp modelId="{CE3A703F-4A12-4CC9-B8D6-43D05486C8EF}">
      <dsp:nvSpPr>
        <dsp:cNvPr id="0" name=""/>
        <dsp:cNvSpPr/>
      </dsp:nvSpPr>
      <dsp:spPr>
        <a:xfrm>
          <a:off x="7555016" y="2564570"/>
          <a:ext cx="3443549" cy="353184"/>
        </a:xfrm>
        <a:custGeom>
          <a:avLst/>
          <a:gdLst/>
          <a:ahLst/>
          <a:cxnLst/>
          <a:rect l="0" t="0" r="0" b="0"/>
          <a:pathLst>
            <a:path>
              <a:moveTo>
                <a:pt x="0" y="0"/>
              </a:moveTo>
              <a:lnTo>
                <a:pt x="0" y="176592"/>
              </a:lnTo>
              <a:lnTo>
                <a:pt x="3443549" y="176592"/>
              </a:lnTo>
              <a:lnTo>
                <a:pt x="3443549" y="353184"/>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0C6AA8-6AEA-4A73-9AF5-1B642DF44258}">
      <dsp:nvSpPr>
        <dsp:cNvPr id="0" name=""/>
        <dsp:cNvSpPr/>
      </dsp:nvSpPr>
      <dsp:spPr>
        <a:xfrm>
          <a:off x="10336344" y="2917754"/>
          <a:ext cx="1324442" cy="88296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bn-IN" sz="2800" kern="1200" dirty="0"/>
            <a:t>কোয়েল</a:t>
          </a:r>
          <a:endParaRPr lang="en-US" sz="2800" kern="1200" dirty="0"/>
        </a:p>
      </dsp:txBody>
      <dsp:txXfrm>
        <a:off x="10362205" y="2943615"/>
        <a:ext cx="1272720" cy="8312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4786A-C93A-4B64-89EB-286BD2106319}">
      <dsp:nvSpPr>
        <dsp:cNvPr id="0" name=""/>
        <dsp:cNvSpPr/>
      </dsp:nvSpPr>
      <dsp:spPr>
        <a:xfrm>
          <a:off x="1388883"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আমেরিকান শ্রেণী</a:t>
          </a:r>
          <a:endParaRPr lang="en-US" sz="2500" kern="1200" dirty="0"/>
        </a:p>
      </dsp:txBody>
      <dsp:txXfrm>
        <a:off x="1416287" y="28163"/>
        <a:ext cx="1816500" cy="880846"/>
      </dsp:txXfrm>
    </dsp:sp>
    <dsp:sp modelId="{87868605-DE5D-4BF3-B625-1D92F4B01179}">
      <dsp:nvSpPr>
        <dsp:cNvPr id="0" name=""/>
        <dsp:cNvSpPr/>
      </dsp:nvSpPr>
      <dsp:spPr>
        <a:xfrm>
          <a:off x="1576014"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4F939-E805-4286-A8DC-D9A69A8B1F94}">
      <dsp:nvSpPr>
        <dsp:cNvPr id="0" name=""/>
        <dsp:cNvSpPr/>
      </dsp:nvSpPr>
      <dsp:spPr>
        <a:xfrm>
          <a:off x="1763145"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রোড আইল্যান্ড রেড</a:t>
          </a:r>
          <a:endParaRPr lang="en-US" sz="1900" kern="1200" dirty="0"/>
        </a:p>
      </dsp:txBody>
      <dsp:txXfrm>
        <a:off x="1790549" y="1197731"/>
        <a:ext cx="1442238" cy="880846"/>
      </dsp:txXfrm>
    </dsp:sp>
    <dsp:sp modelId="{71336DF8-C12E-4355-8399-740F06EA66A7}">
      <dsp:nvSpPr>
        <dsp:cNvPr id="0" name=""/>
        <dsp:cNvSpPr/>
      </dsp:nvSpPr>
      <dsp:spPr>
        <a:xfrm>
          <a:off x="1576014"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765850-BB40-4BA5-A151-EDBCD82997C6}">
      <dsp:nvSpPr>
        <dsp:cNvPr id="0" name=""/>
        <dsp:cNvSpPr/>
      </dsp:nvSpPr>
      <dsp:spPr>
        <a:xfrm>
          <a:off x="1763145"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নিউ হ্যাম্পশায়ার</a:t>
          </a:r>
          <a:endParaRPr lang="en-US" sz="1900" kern="1200" dirty="0"/>
        </a:p>
      </dsp:txBody>
      <dsp:txXfrm>
        <a:off x="1790549" y="2367298"/>
        <a:ext cx="1442238" cy="880846"/>
      </dsp:txXfrm>
    </dsp:sp>
    <dsp:sp modelId="{4F7A7FFB-906B-4D02-B2DC-B95E18FDC006}">
      <dsp:nvSpPr>
        <dsp:cNvPr id="0" name=""/>
        <dsp:cNvSpPr/>
      </dsp:nvSpPr>
      <dsp:spPr>
        <a:xfrm>
          <a:off x="1576014"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C7D5CE-792C-4578-9CE3-759B5230E298}">
      <dsp:nvSpPr>
        <dsp:cNvPr id="0" name=""/>
        <dsp:cNvSpPr/>
      </dsp:nvSpPr>
      <dsp:spPr>
        <a:xfrm>
          <a:off x="1763145"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প্লাইমাউথ রক</a:t>
          </a:r>
          <a:endParaRPr lang="en-US" sz="1900" kern="1200" dirty="0"/>
        </a:p>
      </dsp:txBody>
      <dsp:txXfrm>
        <a:off x="1790549" y="3536866"/>
        <a:ext cx="1442238" cy="880846"/>
      </dsp:txXfrm>
    </dsp:sp>
    <dsp:sp modelId="{336840B7-B532-4C3B-AD13-D780C462781B}">
      <dsp:nvSpPr>
        <dsp:cNvPr id="0" name=""/>
        <dsp:cNvSpPr/>
      </dsp:nvSpPr>
      <dsp:spPr>
        <a:xfrm>
          <a:off x="3728019"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ভূমধ্যসাগরীয় শ্রেণী</a:t>
          </a:r>
          <a:endParaRPr lang="en-US" sz="2500" kern="1200" dirty="0"/>
        </a:p>
      </dsp:txBody>
      <dsp:txXfrm>
        <a:off x="3755423" y="28163"/>
        <a:ext cx="1816500" cy="880846"/>
      </dsp:txXfrm>
    </dsp:sp>
    <dsp:sp modelId="{9528C1BA-B0B1-4B32-BFD2-16C55152C152}">
      <dsp:nvSpPr>
        <dsp:cNvPr id="0" name=""/>
        <dsp:cNvSpPr/>
      </dsp:nvSpPr>
      <dsp:spPr>
        <a:xfrm>
          <a:off x="3915150"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40B7D3-F052-490C-A88B-B29A78310F59}">
      <dsp:nvSpPr>
        <dsp:cNvPr id="0" name=""/>
        <dsp:cNvSpPr/>
      </dsp:nvSpPr>
      <dsp:spPr>
        <a:xfrm>
          <a:off x="4102281"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লেগহর্ণ</a:t>
          </a:r>
          <a:endParaRPr lang="en-US" sz="1900" kern="1200" dirty="0"/>
        </a:p>
      </dsp:txBody>
      <dsp:txXfrm>
        <a:off x="4129685" y="1197731"/>
        <a:ext cx="1442238" cy="880846"/>
      </dsp:txXfrm>
    </dsp:sp>
    <dsp:sp modelId="{5DE899CC-0652-4CDE-A686-36211241694F}">
      <dsp:nvSpPr>
        <dsp:cNvPr id="0" name=""/>
        <dsp:cNvSpPr/>
      </dsp:nvSpPr>
      <dsp:spPr>
        <a:xfrm>
          <a:off x="3915150"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FADC20-C895-428F-A80D-B60D49E5BA5E}">
      <dsp:nvSpPr>
        <dsp:cNvPr id="0" name=""/>
        <dsp:cNvSpPr/>
      </dsp:nvSpPr>
      <dsp:spPr>
        <a:xfrm>
          <a:off x="4102281"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ফাউমি</a:t>
          </a:r>
          <a:endParaRPr lang="en-US" sz="1900" kern="1200" dirty="0"/>
        </a:p>
      </dsp:txBody>
      <dsp:txXfrm>
        <a:off x="4129685" y="2367298"/>
        <a:ext cx="1442238" cy="880846"/>
      </dsp:txXfrm>
    </dsp:sp>
    <dsp:sp modelId="{C865676B-C920-4B07-BC1C-ADDBAA701E34}">
      <dsp:nvSpPr>
        <dsp:cNvPr id="0" name=""/>
        <dsp:cNvSpPr/>
      </dsp:nvSpPr>
      <dsp:spPr>
        <a:xfrm>
          <a:off x="3915150"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5F7B42-8DF0-418C-9C78-47E64D3F0ADF}">
      <dsp:nvSpPr>
        <dsp:cNvPr id="0" name=""/>
        <dsp:cNvSpPr/>
      </dsp:nvSpPr>
      <dsp:spPr>
        <a:xfrm>
          <a:off x="4102281"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মিনর্কা</a:t>
          </a:r>
          <a:endParaRPr lang="en-US" sz="1900" kern="1200" dirty="0"/>
        </a:p>
      </dsp:txBody>
      <dsp:txXfrm>
        <a:off x="4129685" y="3536866"/>
        <a:ext cx="1442238" cy="880846"/>
      </dsp:txXfrm>
    </dsp:sp>
    <dsp:sp modelId="{8009F096-A19D-4E7D-A401-B429C912BA75}">
      <dsp:nvSpPr>
        <dsp:cNvPr id="0" name=""/>
        <dsp:cNvSpPr/>
      </dsp:nvSpPr>
      <dsp:spPr>
        <a:xfrm>
          <a:off x="6067155"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ইংলিশ শ্রেণী</a:t>
          </a:r>
          <a:endParaRPr lang="en-US" sz="2500" kern="1200" dirty="0"/>
        </a:p>
      </dsp:txBody>
      <dsp:txXfrm>
        <a:off x="6094559" y="28163"/>
        <a:ext cx="1816500" cy="880846"/>
      </dsp:txXfrm>
    </dsp:sp>
    <dsp:sp modelId="{307BA7A2-C709-4AC8-A50B-B1059F846314}">
      <dsp:nvSpPr>
        <dsp:cNvPr id="0" name=""/>
        <dsp:cNvSpPr/>
      </dsp:nvSpPr>
      <dsp:spPr>
        <a:xfrm>
          <a:off x="6254285"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3F98FD-FCDA-4653-B246-B99270784990}">
      <dsp:nvSpPr>
        <dsp:cNvPr id="0" name=""/>
        <dsp:cNvSpPr/>
      </dsp:nvSpPr>
      <dsp:spPr>
        <a:xfrm>
          <a:off x="6441416"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অস্ট্রার্লপ</a:t>
          </a:r>
          <a:endParaRPr lang="en-US" sz="1900" kern="1200" dirty="0"/>
        </a:p>
      </dsp:txBody>
      <dsp:txXfrm>
        <a:off x="6468820" y="1197731"/>
        <a:ext cx="1442238" cy="880846"/>
      </dsp:txXfrm>
    </dsp:sp>
    <dsp:sp modelId="{C425201B-9ACF-4947-A90D-573D75D752DA}">
      <dsp:nvSpPr>
        <dsp:cNvPr id="0" name=""/>
        <dsp:cNvSpPr/>
      </dsp:nvSpPr>
      <dsp:spPr>
        <a:xfrm>
          <a:off x="6254285"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A298D4-53A6-4405-AF13-7D49DB6D591B}">
      <dsp:nvSpPr>
        <dsp:cNvPr id="0" name=""/>
        <dsp:cNvSpPr/>
      </dsp:nvSpPr>
      <dsp:spPr>
        <a:xfrm>
          <a:off x="6441416"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কর্নিশ</a:t>
          </a:r>
          <a:endParaRPr lang="en-US" sz="1900" kern="1200" dirty="0"/>
        </a:p>
      </dsp:txBody>
      <dsp:txXfrm>
        <a:off x="6468820" y="2367298"/>
        <a:ext cx="1442238" cy="880846"/>
      </dsp:txXfrm>
    </dsp:sp>
    <dsp:sp modelId="{F69E006E-DBC8-4939-AD88-10AFE2A6DFBF}">
      <dsp:nvSpPr>
        <dsp:cNvPr id="0" name=""/>
        <dsp:cNvSpPr/>
      </dsp:nvSpPr>
      <dsp:spPr>
        <a:xfrm>
          <a:off x="6254285"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30B183-2873-409C-A8E9-ACF55E60E346}">
      <dsp:nvSpPr>
        <dsp:cNvPr id="0" name=""/>
        <dsp:cNvSpPr/>
      </dsp:nvSpPr>
      <dsp:spPr>
        <a:xfrm>
          <a:off x="6441416"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সাসেক্স</a:t>
          </a:r>
          <a:endParaRPr lang="en-US" sz="1900" kern="1200" dirty="0"/>
        </a:p>
      </dsp:txBody>
      <dsp:txXfrm>
        <a:off x="6468820" y="3536866"/>
        <a:ext cx="1442238" cy="880846"/>
      </dsp:txXfrm>
    </dsp:sp>
    <dsp:sp modelId="{EBD98054-0A84-4CA4-9996-89ABEFA704B6}">
      <dsp:nvSpPr>
        <dsp:cNvPr id="0" name=""/>
        <dsp:cNvSpPr/>
      </dsp:nvSpPr>
      <dsp:spPr>
        <a:xfrm>
          <a:off x="8406290"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এশীয় শ্রেণী</a:t>
          </a:r>
          <a:endParaRPr lang="en-US" sz="2500" kern="1200" dirty="0"/>
        </a:p>
      </dsp:txBody>
      <dsp:txXfrm>
        <a:off x="8433694" y="28163"/>
        <a:ext cx="1816500" cy="880846"/>
      </dsp:txXfrm>
    </dsp:sp>
    <dsp:sp modelId="{EF9CA835-611F-4DF7-824F-7C1F8E08509A}">
      <dsp:nvSpPr>
        <dsp:cNvPr id="0" name=""/>
        <dsp:cNvSpPr/>
      </dsp:nvSpPr>
      <dsp:spPr>
        <a:xfrm>
          <a:off x="8593421"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77BB3F-E363-445E-BAD3-1415B0DF3741}">
      <dsp:nvSpPr>
        <dsp:cNvPr id="0" name=""/>
        <dsp:cNvSpPr/>
      </dsp:nvSpPr>
      <dsp:spPr>
        <a:xfrm>
          <a:off x="8780552"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ব্রাহমা</a:t>
          </a:r>
          <a:endParaRPr lang="en-US" sz="1900" kern="1200" dirty="0"/>
        </a:p>
      </dsp:txBody>
      <dsp:txXfrm>
        <a:off x="8807956" y="1197731"/>
        <a:ext cx="1442238" cy="880846"/>
      </dsp:txXfrm>
    </dsp:sp>
    <dsp:sp modelId="{F676E694-6403-4471-83EF-440E64416601}">
      <dsp:nvSpPr>
        <dsp:cNvPr id="0" name=""/>
        <dsp:cNvSpPr/>
      </dsp:nvSpPr>
      <dsp:spPr>
        <a:xfrm>
          <a:off x="8593421"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AD7DC-496D-4198-8E9A-5F7F02FD267E}">
      <dsp:nvSpPr>
        <dsp:cNvPr id="0" name=""/>
        <dsp:cNvSpPr/>
      </dsp:nvSpPr>
      <dsp:spPr>
        <a:xfrm>
          <a:off x="8780552"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কোচিন</a:t>
          </a:r>
          <a:endParaRPr lang="en-US" sz="1900" kern="1200" dirty="0"/>
        </a:p>
      </dsp:txBody>
      <dsp:txXfrm>
        <a:off x="8807956" y="2367298"/>
        <a:ext cx="1442238" cy="880846"/>
      </dsp:txXfrm>
    </dsp:sp>
    <dsp:sp modelId="{C83A2F5D-D2A3-4C21-B3CB-4A111211AED8}">
      <dsp:nvSpPr>
        <dsp:cNvPr id="0" name=""/>
        <dsp:cNvSpPr/>
      </dsp:nvSpPr>
      <dsp:spPr>
        <a:xfrm>
          <a:off x="8593421"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A62C3C-2D4B-4412-8BFF-A9C6E2D5B1B8}">
      <dsp:nvSpPr>
        <dsp:cNvPr id="0" name=""/>
        <dsp:cNvSpPr/>
      </dsp:nvSpPr>
      <dsp:spPr>
        <a:xfrm>
          <a:off x="8780552"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আসিল</a:t>
          </a:r>
          <a:endParaRPr lang="en-US" sz="1900" kern="1200" dirty="0"/>
        </a:p>
      </dsp:txBody>
      <dsp:txXfrm>
        <a:off x="8807956" y="3536866"/>
        <a:ext cx="1442238" cy="8808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20FBD-67D7-4705-8BC8-C0CF98146100}">
      <dsp:nvSpPr>
        <dsp:cNvPr id="0" name=""/>
        <dsp:cNvSpPr/>
      </dsp:nvSpPr>
      <dsp:spPr>
        <a:xfrm>
          <a:off x="2008048" y="0"/>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গ্রান্ড প্যারেন্ট স্টক সৃষ্টি</a:t>
          </a:r>
          <a:endParaRPr lang="en-US" sz="1800" kern="1200" dirty="0"/>
        </a:p>
      </dsp:txBody>
      <dsp:txXfrm>
        <a:off x="2040294" y="32246"/>
        <a:ext cx="2295686" cy="1036466"/>
      </dsp:txXfrm>
    </dsp:sp>
    <dsp:sp modelId="{BDB56DB1-4EA5-4F6A-9DE6-E960BE7FE578}">
      <dsp:nvSpPr>
        <dsp:cNvPr id="0" name=""/>
        <dsp:cNvSpPr/>
      </dsp:nvSpPr>
      <dsp:spPr>
        <a:xfrm rot="5400000">
          <a:off x="2981707" y="1128481"/>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1169767"/>
        <a:ext cx="297259" cy="289001"/>
      </dsp:txXfrm>
    </dsp:sp>
    <dsp:sp modelId="{638A0AC3-D83B-45AB-A1A4-B00E0A826276}">
      <dsp:nvSpPr>
        <dsp:cNvPr id="0" name=""/>
        <dsp:cNvSpPr/>
      </dsp:nvSpPr>
      <dsp:spPr>
        <a:xfrm>
          <a:off x="2008048" y="1651437"/>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প্যারেন্ট স্টক সৃষ্টি</a:t>
          </a:r>
          <a:endParaRPr lang="en-US" sz="1800" kern="1200" dirty="0"/>
        </a:p>
      </dsp:txBody>
      <dsp:txXfrm>
        <a:off x="2040294" y="1683683"/>
        <a:ext cx="2295686" cy="1036466"/>
      </dsp:txXfrm>
    </dsp:sp>
    <dsp:sp modelId="{03B97818-4873-418E-9539-057E818F0F6A}">
      <dsp:nvSpPr>
        <dsp:cNvPr id="0" name=""/>
        <dsp:cNvSpPr/>
      </dsp:nvSpPr>
      <dsp:spPr>
        <a:xfrm rot="5400000">
          <a:off x="2981707" y="2779918"/>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2821204"/>
        <a:ext cx="297259" cy="289001"/>
      </dsp:txXfrm>
    </dsp:sp>
    <dsp:sp modelId="{228C1BA9-B88D-4A43-A6F6-B2AD85E34583}">
      <dsp:nvSpPr>
        <dsp:cNvPr id="0" name=""/>
        <dsp:cNvSpPr/>
      </dsp:nvSpPr>
      <dsp:spPr>
        <a:xfrm>
          <a:off x="2008048" y="3302874"/>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ডিম-&gt;ব্রয়লার/লেয়ার/মোরগ</a:t>
          </a:r>
          <a:endParaRPr lang="en-US" sz="1800" kern="1200" dirty="0"/>
        </a:p>
      </dsp:txBody>
      <dsp:txXfrm>
        <a:off x="2040294" y="3335120"/>
        <a:ext cx="2295686" cy="10364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75252-4C5B-4DF5-BC75-20F710553773}">
      <dsp:nvSpPr>
        <dsp:cNvPr id="0" name=""/>
        <dsp:cNvSpPr/>
      </dsp:nvSpPr>
      <dsp:spPr>
        <a:xfrm>
          <a:off x="4870241" y="2190316"/>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2385263"/>
        <a:ext cx="30470" cy="30470"/>
      </dsp:txXfrm>
    </dsp:sp>
    <dsp:sp modelId="{689EAB13-3173-48EF-818C-BFCF584F2851}">
      <dsp:nvSpPr>
        <dsp:cNvPr id="0" name=""/>
        <dsp:cNvSpPr/>
      </dsp:nvSpPr>
      <dsp:spPr>
        <a:xfrm>
          <a:off x="7517524"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964899"/>
        <a:ext cx="30470" cy="30470"/>
      </dsp:txXfrm>
    </dsp:sp>
    <dsp:sp modelId="{4170E900-AB44-441E-87DF-592FFA660454}">
      <dsp:nvSpPr>
        <dsp:cNvPr id="0" name=""/>
        <dsp:cNvSpPr/>
      </dsp:nvSpPr>
      <dsp:spPr>
        <a:xfrm>
          <a:off x="7517524"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544535"/>
        <a:ext cx="30470" cy="30470"/>
      </dsp:txXfrm>
    </dsp:sp>
    <dsp:sp modelId="{74CF4261-EB9D-4261-9587-8F9AD5988432}">
      <dsp:nvSpPr>
        <dsp:cNvPr id="0" name=""/>
        <dsp:cNvSpPr/>
      </dsp:nvSpPr>
      <dsp:spPr>
        <a:xfrm>
          <a:off x="4870241" y="1769953"/>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1964899"/>
        <a:ext cx="30470" cy="30470"/>
      </dsp:txXfrm>
    </dsp:sp>
    <dsp:sp modelId="{20638837-8EC6-42D2-A703-22DDCCEB30DA}">
      <dsp:nvSpPr>
        <dsp:cNvPr id="0" name=""/>
        <dsp:cNvSpPr/>
      </dsp:nvSpPr>
      <dsp:spPr>
        <a:xfrm>
          <a:off x="2222958"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964899"/>
        <a:ext cx="30470" cy="30470"/>
      </dsp:txXfrm>
    </dsp:sp>
    <dsp:sp modelId="{B60C9565-E020-4DE4-9916-30BD64051C45}">
      <dsp:nvSpPr>
        <dsp:cNvPr id="0" name=""/>
        <dsp:cNvSpPr/>
      </dsp:nvSpPr>
      <dsp:spPr>
        <a:xfrm>
          <a:off x="2222958"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544535"/>
        <a:ext cx="30470" cy="30470"/>
      </dsp:txXfrm>
    </dsp:sp>
    <dsp:sp modelId="{DC3EEE8C-580C-48C7-B659-7A82B97C147F}">
      <dsp:nvSpPr>
        <dsp:cNvPr id="0" name=""/>
        <dsp:cNvSpPr/>
      </dsp:nvSpPr>
      <dsp:spPr>
        <a:xfrm rot="16200000">
          <a:off x="116714" y="1433661"/>
          <a:ext cx="3539906"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ডিম</a:t>
          </a:r>
          <a:r>
            <a:rPr lang="en-US" sz="2900" kern="1200" dirty="0"/>
            <a:t> </a:t>
          </a:r>
          <a:r>
            <a:rPr lang="en-US" sz="2900" kern="1200" dirty="0" err="1"/>
            <a:t>ফোটানোর</a:t>
          </a:r>
          <a:r>
            <a:rPr lang="en-US" sz="2900" kern="1200" dirty="0"/>
            <a:t> </a:t>
          </a:r>
          <a:r>
            <a:rPr lang="en-US" sz="2900" kern="1200" dirty="0" err="1"/>
            <a:t>পদ্ধতি</a:t>
          </a:r>
          <a:endParaRPr lang="en-US" sz="2900" kern="1200" dirty="0"/>
        </a:p>
      </dsp:txBody>
      <dsp:txXfrm>
        <a:off x="116714" y="1433661"/>
        <a:ext cx="3539906" cy="672582"/>
      </dsp:txXfrm>
    </dsp:sp>
    <dsp:sp modelId="{DF718DD3-EDA4-4FB4-9D28-FC07176E880B}">
      <dsp:nvSpPr>
        <dsp:cNvPr id="0" name=""/>
        <dsp:cNvSpPr/>
      </dsp:nvSpPr>
      <dsp:spPr>
        <a:xfrm>
          <a:off x="2664171"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প্রাকৃতিক</a:t>
          </a:r>
          <a:r>
            <a:rPr lang="en-US" sz="2100" kern="1200" dirty="0"/>
            <a:t> </a:t>
          </a:r>
          <a:r>
            <a:rPr lang="en-US" sz="2100" kern="1200" dirty="0" err="1"/>
            <a:t>পদ্ধতি</a:t>
          </a:r>
          <a:endParaRPr lang="en-US" sz="2100" kern="1200" dirty="0"/>
        </a:p>
      </dsp:txBody>
      <dsp:txXfrm>
        <a:off x="2664171" y="1013298"/>
        <a:ext cx="2206069" cy="672582"/>
      </dsp:txXfrm>
    </dsp:sp>
    <dsp:sp modelId="{024B61BC-0815-4FAB-B08D-7F6B2EFEF431}">
      <dsp:nvSpPr>
        <dsp:cNvPr id="0" name=""/>
        <dsp:cNvSpPr/>
      </dsp:nvSpPr>
      <dsp:spPr>
        <a:xfrm>
          <a:off x="2664171"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কৃত্তিম</a:t>
          </a:r>
          <a:r>
            <a:rPr lang="en-US" sz="2100" kern="1200" dirty="0"/>
            <a:t> </a:t>
          </a:r>
          <a:r>
            <a:rPr lang="en-US" sz="2100" kern="1200" dirty="0" err="1"/>
            <a:t>পদ্ধতি</a:t>
          </a:r>
          <a:endParaRPr lang="en-US" sz="2100" kern="1200" dirty="0"/>
        </a:p>
      </dsp:txBody>
      <dsp:txXfrm>
        <a:off x="2664171" y="1854025"/>
        <a:ext cx="2206069" cy="672582"/>
      </dsp:txXfrm>
    </dsp:sp>
    <dsp:sp modelId="{5FB38A42-5D7A-45E4-912C-0C0B66D0B331}">
      <dsp:nvSpPr>
        <dsp:cNvPr id="0" name=""/>
        <dsp:cNvSpPr/>
      </dsp:nvSpPr>
      <dsp:spPr>
        <a:xfrm>
          <a:off x="5311455" y="1433661"/>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ইনকিউবেটর</a:t>
          </a:r>
          <a:r>
            <a:rPr lang="en-US" sz="2100" kern="1200" dirty="0"/>
            <a:t> </a:t>
          </a:r>
          <a:r>
            <a:rPr lang="en-US" sz="2100" kern="1200" dirty="0" err="1"/>
            <a:t>পদ্ধতি</a:t>
          </a:r>
          <a:endParaRPr lang="en-US" sz="2100" kern="1200" dirty="0"/>
        </a:p>
      </dsp:txBody>
      <dsp:txXfrm>
        <a:off x="5311455" y="1433661"/>
        <a:ext cx="2206069" cy="672582"/>
      </dsp:txXfrm>
    </dsp:sp>
    <dsp:sp modelId="{1B1887EC-A314-462E-B561-4A34A208824F}">
      <dsp:nvSpPr>
        <dsp:cNvPr id="0" name=""/>
        <dsp:cNvSpPr/>
      </dsp:nvSpPr>
      <dsp:spPr>
        <a:xfrm>
          <a:off x="7958738"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কেরোসিন</a:t>
          </a:r>
          <a:r>
            <a:rPr lang="en-US" sz="2100" kern="1200" dirty="0"/>
            <a:t>  </a:t>
          </a:r>
          <a:r>
            <a:rPr lang="en-US" sz="2100" kern="1200" dirty="0" err="1"/>
            <a:t>ইনকিউবেটর</a:t>
          </a:r>
          <a:endParaRPr lang="en-US" sz="2100" kern="1200" dirty="0"/>
        </a:p>
      </dsp:txBody>
      <dsp:txXfrm>
        <a:off x="7958738" y="1013298"/>
        <a:ext cx="2206069" cy="672582"/>
      </dsp:txXfrm>
    </dsp:sp>
    <dsp:sp modelId="{0493AF23-5115-442E-99C0-C8D03054A503}">
      <dsp:nvSpPr>
        <dsp:cNvPr id="0" name=""/>
        <dsp:cNvSpPr/>
      </dsp:nvSpPr>
      <dsp:spPr>
        <a:xfrm>
          <a:off x="7958738"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বৈদ্যুতিক</a:t>
          </a:r>
          <a:r>
            <a:rPr lang="en-US" sz="2100" kern="1200" dirty="0"/>
            <a:t> </a:t>
          </a:r>
          <a:r>
            <a:rPr lang="en-US" sz="2100" kern="1200" dirty="0" err="1"/>
            <a:t>ইনকিউবেটর</a:t>
          </a:r>
          <a:endParaRPr lang="en-US" sz="2100" kern="1200" dirty="0"/>
        </a:p>
      </dsp:txBody>
      <dsp:txXfrm>
        <a:off x="7958738" y="1854025"/>
        <a:ext cx="2206069" cy="672582"/>
      </dsp:txXfrm>
    </dsp:sp>
    <dsp:sp modelId="{AC5B630A-1507-471F-B46B-46B173731CA5}">
      <dsp:nvSpPr>
        <dsp:cNvPr id="0" name=""/>
        <dsp:cNvSpPr/>
      </dsp:nvSpPr>
      <dsp:spPr>
        <a:xfrm>
          <a:off x="5311455" y="2274389"/>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তুষ</a:t>
          </a:r>
          <a:r>
            <a:rPr lang="en-US" sz="2100" kern="1200" dirty="0"/>
            <a:t>, </a:t>
          </a:r>
          <a:r>
            <a:rPr lang="en-US" sz="2100" kern="1200" dirty="0" err="1"/>
            <a:t>তুলা</a:t>
          </a:r>
          <a:r>
            <a:rPr lang="en-US" sz="2100" kern="1200" dirty="0"/>
            <a:t> </a:t>
          </a:r>
          <a:r>
            <a:rPr lang="en-US" sz="2100" kern="1200" dirty="0" err="1"/>
            <a:t>পদ্ধতি</a:t>
          </a:r>
          <a:endParaRPr lang="en-US" sz="2100" kern="1200" dirty="0"/>
        </a:p>
      </dsp:txBody>
      <dsp:txXfrm>
        <a:off x="5311455" y="2274389"/>
        <a:ext cx="2206069" cy="6725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36C38-CED3-40B3-9ED5-43F14C049DB5}">
      <dsp:nvSpPr>
        <dsp:cNvPr id="0" name=""/>
        <dsp:cNvSpPr/>
      </dsp:nvSpPr>
      <dsp:spPr>
        <a:xfrm>
          <a:off x="1846306"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মুরগী</a:t>
          </a:r>
          <a:r>
            <a:rPr lang="en-US" sz="2900" kern="1200" dirty="0"/>
            <a:t> </a:t>
          </a:r>
          <a:r>
            <a:rPr lang="en-US" sz="2900" kern="1200" dirty="0" err="1"/>
            <a:t>পালন</a:t>
          </a:r>
          <a:endParaRPr lang="en-US" sz="2900" kern="1200" dirty="0"/>
        </a:p>
      </dsp:txBody>
      <dsp:txXfrm>
        <a:off x="1877223" y="1246857"/>
        <a:ext cx="2049368" cy="993767"/>
      </dsp:txXfrm>
    </dsp:sp>
    <dsp:sp modelId="{8ACB58EF-8405-4FCE-BE63-5391951D4F4A}">
      <dsp:nvSpPr>
        <dsp:cNvPr id="0" name=""/>
        <dsp:cNvSpPr/>
      </dsp:nvSpPr>
      <dsp:spPr>
        <a:xfrm rot="18289469">
          <a:off x="3640357" y="1113567"/>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1099801"/>
        <a:ext cx="73939" cy="73939"/>
      </dsp:txXfrm>
    </dsp:sp>
    <dsp:sp modelId="{C4321846-34B8-4261-9BDA-29CA9B8DA62E}">
      <dsp:nvSpPr>
        <dsp:cNvPr id="0" name=""/>
        <dsp:cNvSpPr/>
      </dsp:nvSpPr>
      <dsp:spPr>
        <a:xfrm>
          <a:off x="4801990" y="1999"/>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মুক্তপালন</a:t>
          </a:r>
          <a:endParaRPr lang="en-US" sz="2900" kern="1200" dirty="0"/>
        </a:p>
      </dsp:txBody>
      <dsp:txXfrm>
        <a:off x="4832907" y="32916"/>
        <a:ext cx="2049368" cy="993767"/>
      </dsp:txXfrm>
    </dsp:sp>
    <dsp:sp modelId="{DA7D7EEA-BBA0-4D93-B6EF-574714641EE9}">
      <dsp:nvSpPr>
        <dsp:cNvPr id="0" name=""/>
        <dsp:cNvSpPr/>
      </dsp:nvSpPr>
      <dsp:spPr>
        <a:xfrm>
          <a:off x="3957509" y="1720538"/>
          <a:ext cx="844481" cy="46406"/>
        </a:xfrm>
        <a:custGeom>
          <a:avLst/>
          <a:gdLst/>
          <a:ahLst/>
          <a:cxnLst/>
          <a:rect l="0" t="0" r="0" b="0"/>
          <a:pathLst>
            <a:path>
              <a:moveTo>
                <a:pt x="0" y="23203"/>
              </a:moveTo>
              <a:lnTo>
                <a:pt x="844481"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8637" y="1722629"/>
        <a:ext cx="42224" cy="42224"/>
      </dsp:txXfrm>
    </dsp:sp>
    <dsp:sp modelId="{667DE881-7387-4B82-92D2-4987AA5773F2}">
      <dsp:nvSpPr>
        <dsp:cNvPr id="0" name=""/>
        <dsp:cNvSpPr/>
      </dsp:nvSpPr>
      <dsp:spPr>
        <a:xfrm>
          <a:off x="4801990"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অর্ধমুক্ত</a:t>
          </a:r>
          <a:r>
            <a:rPr lang="en-US" sz="2900" kern="1200" dirty="0"/>
            <a:t> </a:t>
          </a:r>
          <a:r>
            <a:rPr lang="en-US" sz="2900" kern="1200" dirty="0" err="1"/>
            <a:t>পালন</a:t>
          </a:r>
          <a:endParaRPr lang="en-US" sz="2900" kern="1200" dirty="0"/>
        </a:p>
      </dsp:txBody>
      <dsp:txXfrm>
        <a:off x="4832907" y="1246857"/>
        <a:ext cx="2049368" cy="993767"/>
      </dsp:txXfrm>
    </dsp:sp>
    <dsp:sp modelId="{D66F50AD-5B7D-4CC2-A8CD-81A1405F5CB9}">
      <dsp:nvSpPr>
        <dsp:cNvPr id="0" name=""/>
        <dsp:cNvSpPr/>
      </dsp:nvSpPr>
      <dsp:spPr>
        <a:xfrm rot="3310531">
          <a:off x="3640357" y="2327509"/>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2313742"/>
        <a:ext cx="73939" cy="73939"/>
      </dsp:txXfrm>
    </dsp:sp>
    <dsp:sp modelId="{A303375F-462A-473B-AA73-56361457B2A3}">
      <dsp:nvSpPr>
        <dsp:cNvPr id="0" name=""/>
        <dsp:cNvSpPr/>
      </dsp:nvSpPr>
      <dsp:spPr>
        <a:xfrm>
          <a:off x="4801990" y="2429882"/>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আবদ্ধ</a:t>
          </a:r>
          <a:r>
            <a:rPr lang="en-US" sz="2900" kern="1200" dirty="0"/>
            <a:t> </a:t>
          </a:r>
          <a:r>
            <a:rPr lang="en-US" sz="2900" kern="1200" dirty="0" err="1"/>
            <a:t>পালন</a:t>
          </a:r>
          <a:endParaRPr lang="en-US" sz="2900" kern="1200" dirty="0"/>
        </a:p>
      </dsp:txBody>
      <dsp:txXfrm>
        <a:off x="4832907" y="2460799"/>
        <a:ext cx="2049368" cy="993767"/>
      </dsp:txXfrm>
    </dsp:sp>
    <dsp:sp modelId="{41C0BAFB-DFDC-44FD-A5B2-F62169B90C44}">
      <dsp:nvSpPr>
        <dsp:cNvPr id="0" name=""/>
        <dsp:cNvSpPr/>
      </dsp:nvSpPr>
      <dsp:spPr>
        <a:xfrm rot="19457599">
          <a:off x="6815443" y="2630994"/>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2628198"/>
        <a:ext cx="51999" cy="51999"/>
      </dsp:txXfrm>
    </dsp:sp>
    <dsp:sp modelId="{3357F349-ADFE-4F52-A1E6-30C2534817E8}">
      <dsp:nvSpPr>
        <dsp:cNvPr id="0" name=""/>
        <dsp:cNvSpPr/>
      </dsp:nvSpPr>
      <dsp:spPr>
        <a:xfrm>
          <a:off x="7757674" y="1822911"/>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লিটার পদ্ধতি/মাচায়</a:t>
          </a:r>
          <a:endParaRPr lang="en-US" sz="2900" kern="1200" dirty="0"/>
        </a:p>
      </dsp:txBody>
      <dsp:txXfrm>
        <a:off x="7788591" y="1853828"/>
        <a:ext cx="2049368" cy="993767"/>
      </dsp:txXfrm>
    </dsp:sp>
    <dsp:sp modelId="{9137D87A-258A-4E21-946D-7BA221C6FD93}">
      <dsp:nvSpPr>
        <dsp:cNvPr id="0" name=""/>
        <dsp:cNvSpPr/>
      </dsp:nvSpPr>
      <dsp:spPr>
        <a:xfrm rot="2142401">
          <a:off x="6815443" y="3237965"/>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3235169"/>
        <a:ext cx="51999" cy="51999"/>
      </dsp:txXfrm>
    </dsp:sp>
    <dsp:sp modelId="{1199A346-2B48-470D-BA31-BC97CCFA4542}">
      <dsp:nvSpPr>
        <dsp:cNvPr id="0" name=""/>
        <dsp:cNvSpPr/>
      </dsp:nvSpPr>
      <dsp:spPr>
        <a:xfrm>
          <a:off x="7757674" y="3036853"/>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খাচায় পালন</a:t>
          </a:r>
          <a:endParaRPr lang="en-US" sz="2900" kern="1200" dirty="0"/>
        </a:p>
      </dsp:txBody>
      <dsp:txXfrm>
        <a:off x="7788591" y="3067770"/>
        <a:ext cx="2049368" cy="9937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893314" y="619206"/>
          <a:ext cx="1879853" cy="1253235"/>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bn-IN" sz="2100" kern="1200" dirty="0"/>
            <a:t>পোল্ট্রি</a:t>
          </a:r>
          <a:r>
            <a:rPr lang="en-US" sz="2100" kern="1200" dirty="0"/>
            <a:t> </a:t>
          </a:r>
          <a:r>
            <a:rPr lang="en-US" sz="2100" kern="1200" dirty="0" err="1"/>
            <a:t>খামার</a:t>
          </a:r>
          <a:endParaRPr lang="en-US" sz="2100" kern="1200" dirty="0"/>
        </a:p>
      </dsp:txBody>
      <dsp:txXfrm>
        <a:off x="4930020" y="655912"/>
        <a:ext cx="1806441" cy="1179823"/>
      </dsp:txXfrm>
    </dsp:sp>
    <dsp:sp modelId="{EDE41999-330F-45E3-A64D-4EB35F9FB787}">
      <dsp:nvSpPr>
        <dsp:cNvPr id="0" name=""/>
        <dsp:cNvSpPr/>
      </dsp:nvSpPr>
      <dsp:spPr>
        <a:xfrm>
          <a:off x="945623" y="1872442"/>
          <a:ext cx="4887618" cy="501294"/>
        </a:xfrm>
        <a:custGeom>
          <a:avLst/>
          <a:gdLst/>
          <a:ahLst/>
          <a:cxnLst/>
          <a:rect l="0" t="0" r="0" b="0"/>
          <a:pathLst>
            <a:path>
              <a:moveTo>
                <a:pt x="4887618" y="0"/>
              </a:moveTo>
              <a:lnTo>
                <a:pt x="4887618"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F56A66-D3F8-41F7-934C-3BF6AB506B41}">
      <dsp:nvSpPr>
        <dsp:cNvPr id="0" name=""/>
        <dsp:cNvSpPr/>
      </dsp:nvSpPr>
      <dsp:spPr>
        <a:xfrm>
          <a:off x="5696"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ব্রয়লার</a:t>
          </a:r>
          <a:r>
            <a:rPr lang="en-US" sz="2100" kern="1200" dirty="0"/>
            <a:t> </a:t>
          </a:r>
          <a:r>
            <a:rPr lang="en-US" sz="2100" kern="1200" dirty="0" err="1"/>
            <a:t>ফার্ম</a:t>
          </a:r>
          <a:endParaRPr lang="en-US" sz="2100" kern="1200" dirty="0"/>
        </a:p>
      </dsp:txBody>
      <dsp:txXfrm>
        <a:off x="42402" y="2410442"/>
        <a:ext cx="1806441" cy="1179823"/>
      </dsp:txXfrm>
    </dsp:sp>
    <dsp:sp modelId="{D5766103-200E-4865-AB9D-DF918EB0A23E}">
      <dsp:nvSpPr>
        <dsp:cNvPr id="0" name=""/>
        <dsp:cNvSpPr/>
      </dsp:nvSpPr>
      <dsp:spPr>
        <a:xfrm>
          <a:off x="3389432" y="1872442"/>
          <a:ext cx="2443809" cy="501294"/>
        </a:xfrm>
        <a:custGeom>
          <a:avLst/>
          <a:gdLst/>
          <a:ahLst/>
          <a:cxnLst/>
          <a:rect l="0" t="0" r="0" b="0"/>
          <a:pathLst>
            <a:path>
              <a:moveTo>
                <a:pt x="2443809" y="0"/>
              </a:moveTo>
              <a:lnTo>
                <a:pt x="2443809"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D5F8AA-4A01-4E3A-91DA-5EF99BCA95FD}">
      <dsp:nvSpPr>
        <dsp:cNvPr id="0" name=""/>
        <dsp:cNvSpPr/>
      </dsp:nvSpPr>
      <dsp:spPr>
        <a:xfrm>
          <a:off x="2449505"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লেয়ার</a:t>
          </a:r>
          <a:r>
            <a:rPr lang="en-US" sz="2100" kern="1200" dirty="0"/>
            <a:t> </a:t>
          </a:r>
          <a:r>
            <a:rPr lang="en-US" sz="2100" kern="1200" dirty="0" err="1"/>
            <a:t>ফার্ম</a:t>
          </a:r>
          <a:endParaRPr lang="en-US" sz="2100" kern="1200" dirty="0"/>
        </a:p>
      </dsp:txBody>
      <dsp:txXfrm>
        <a:off x="2486211" y="2410442"/>
        <a:ext cx="1806441" cy="1179823"/>
      </dsp:txXfrm>
    </dsp:sp>
    <dsp:sp modelId="{9D9F0931-E846-47AD-9E6B-8DC1AEE05426}">
      <dsp:nvSpPr>
        <dsp:cNvPr id="0" name=""/>
        <dsp:cNvSpPr/>
      </dsp:nvSpPr>
      <dsp:spPr>
        <a:xfrm>
          <a:off x="5787521" y="1872442"/>
          <a:ext cx="91440" cy="501294"/>
        </a:xfrm>
        <a:custGeom>
          <a:avLst/>
          <a:gdLst/>
          <a:ahLst/>
          <a:cxnLst/>
          <a:rect l="0" t="0" r="0" b="0"/>
          <a:pathLst>
            <a:path>
              <a:moveTo>
                <a:pt x="45720" y="0"/>
              </a:moveTo>
              <a:lnTo>
                <a:pt x="4572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E5A4FB-A6C5-4249-8FAF-D018B3827C96}">
      <dsp:nvSpPr>
        <dsp:cNvPr id="0" name=""/>
        <dsp:cNvSpPr/>
      </dsp:nvSpPr>
      <dsp:spPr>
        <a:xfrm>
          <a:off x="489331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হ্যাচিং</a:t>
          </a:r>
          <a:r>
            <a:rPr lang="en-US" sz="2100" kern="1200" dirty="0"/>
            <a:t> </a:t>
          </a:r>
          <a:r>
            <a:rPr lang="en-US" sz="2100" kern="1200" dirty="0" err="1"/>
            <a:t>বা</a:t>
          </a:r>
          <a:r>
            <a:rPr lang="en-US" sz="2100" kern="1200" dirty="0"/>
            <a:t> </a:t>
          </a:r>
          <a:r>
            <a:rPr lang="en-US" sz="2100" kern="1200" dirty="0" err="1"/>
            <a:t>বাচ্চা</a:t>
          </a:r>
          <a:r>
            <a:rPr lang="en-US" sz="2100" kern="1200" dirty="0"/>
            <a:t> </a:t>
          </a:r>
          <a:r>
            <a:rPr lang="en-US" sz="2100" kern="1200" dirty="0" err="1"/>
            <a:t>উৎপাদন</a:t>
          </a:r>
          <a:r>
            <a:rPr lang="en-US" sz="2100" kern="1200" dirty="0"/>
            <a:t> </a:t>
          </a:r>
          <a:r>
            <a:rPr lang="en-US" sz="2100" kern="1200" dirty="0" err="1"/>
            <a:t>ফার্ম</a:t>
          </a:r>
          <a:endParaRPr lang="en-US" sz="2100" kern="1200" dirty="0"/>
        </a:p>
      </dsp:txBody>
      <dsp:txXfrm>
        <a:off x="4930020" y="2410442"/>
        <a:ext cx="1806441" cy="1179823"/>
      </dsp:txXfrm>
    </dsp:sp>
    <dsp:sp modelId="{57179A7A-97DA-4277-A7BE-88B44CAA2597}">
      <dsp:nvSpPr>
        <dsp:cNvPr id="0" name=""/>
        <dsp:cNvSpPr/>
      </dsp:nvSpPr>
      <dsp:spPr>
        <a:xfrm>
          <a:off x="5833241" y="1872442"/>
          <a:ext cx="2443809" cy="501294"/>
        </a:xfrm>
        <a:custGeom>
          <a:avLst/>
          <a:gdLst/>
          <a:ahLst/>
          <a:cxnLst/>
          <a:rect l="0" t="0" r="0" b="0"/>
          <a:pathLst>
            <a:path>
              <a:moveTo>
                <a:pt x="0" y="0"/>
              </a:moveTo>
              <a:lnTo>
                <a:pt x="0" y="250647"/>
              </a:lnTo>
              <a:lnTo>
                <a:pt x="2443809" y="250647"/>
              </a:lnTo>
              <a:lnTo>
                <a:pt x="2443809"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BCDBE4-16B5-4A09-9CDA-495E7591D37F}">
      <dsp:nvSpPr>
        <dsp:cNvPr id="0" name=""/>
        <dsp:cNvSpPr/>
      </dsp:nvSpPr>
      <dsp:spPr>
        <a:xfrm>
          <a:off x="733712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বাচ্চা</a:t>
          </a:r>
          <a:r>
            <a:rPr lang="en-US" sz="2100" kern="1200" dirty="0"/>
            <a:t> </a:t>
          </a:r>
          <a:r>
            <a:rPr lang="en-US" sz="2100" kern="1200" dirty="0" err="1"/>
            <a:t>উৎপাদন</a:t>
          </a:r>
          <a:r>
            <a:rPr lang="en-US" sz="2100" kern="1200" dirty="0"/>
            <a:t> </a:t>
          </a:r>
          <a:r>
            <a:rPr lang="en-US" sz="2100" kern="1200" dirty="0" err="1"/>
            <a:t>ডিমের</a:t>
          </a:r>
          <a:r>
            <a:rPr lang="en-US" sz="2100" kern="1200" dirty="0"/>
            <a:t> </a:t>
          </a:r>
          <a:r>
            <a:rPr lang="en-US" sz="2100" kern="1200" dirty="0" err="1"/>
            <a:t>ফার্ম</a:t>
          </a:r>
          <a:endParaRPr lang="en-US" sz="2100" kern="1200" dirty="0"/>
        </a:p>
      </dsp:txBody>
      <dsp:txXfrm>
        <a:off x="7373830" y="2410442"/>
        <a:ext cx="1806441" cy="1179823"/>
      </dsp:txXfrm>
    </dsp:sp>
    <dsp:sp modelId="{FA67E544-3511-4B49-96F2-C2396FAEE7A8}">
      <dsp:nvSpPr>
        <dsp:cNvPr id="0" name=""/>
        <dsp:cNvSpPr/>
      </dsp:nvSpPr>
      <dsp:spPr>
        <a:xfrm>
          <a:off x="5833241" y="1872442"/>
          <a:ext cx="4887618" cy="501294"/>
        </a:xfrm>
        <a:custGeom>
          <a:avLst/>
          <a:gdLst/>
          <a:ahLst/>
          <a:cxnLst/>
          <a:rect l="0" t="0" r="0" b="0"/>
          <a:pathLst>
            <a:path>
              <a:moveTo>
                <a:pt x="0" y="0"/>
              </a:moveTo>
              <a:lnTo>
                <a:pt x="0" y="250647"/>
              </a:lnTo>
              <a:lnTo>
                <a:pt x="4887618" y="250647"/>
              </a:lnTo>
              <a:lnTo>
                <a:pt x="4887618"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5AB3AE-B4EC-47BB-823E-0FF21107A33C}">
      <dsp:nvSpPr>
        <dsp:cNvPr id="0" name=""/>
        <dsp:cNvSpPr/>
      </dsp:nvSpPr>
      <dsp:spPr>
        <a:xfrm>
          <a:off x="9780933"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পোল্ট্রি</a:t>
          </a:r>
          <a:r>
            <a:rPr lang="en-US" sz="2100" kern="1200" dirty="0"/>
            <a:t> ও </a:t>
          </a:r>
          <a:r>
            <a:rPr lang="en-US" sz="2100" kern="1200" dirty="0" err="1"/>
            <a:t>মাছের</a:t>
          </a:r>
          <a:r>
            <a:rPr lang="en-US" sz="2100" kern="1200" dirty="0"/>
            <a:t> </a:t>
          </a:r>
          <a:r>
            <a:rPr lang="en-US" sz="2100" kern="1200" dirty="0" err="1"/>
            <a:t>সমন্বিত</a:t>
          </a:r>
          <a:r>
            <a:rPr lang="en-US" sz="2100" kern="1200" dirty="0"/>
            <a:t> </a:t>
          </a:r>
          <a:r>
            <a:rPr lang="en-US" sz="2100" kern="1200" dirty="0" err="1"/>
            <a:t>খামার</a:t>
          </a:r>
          <a:endParaRPr lang="en-US" sz="2100" kern="1200" dirty="0"/>
        </a:p>
      </dsp:txBody>
      <dsp:txXfrm>
        <a:off x="9817639" y="2410442"/>
        <a:ext cx="1806441" cy="11798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E1EA4-B690-42F7-8118-E34D4FA6596E}">
      <dsp:nvSpPr>
        <dsp:cNvPr id="0" name=""/>
        <dsp:cNvSpPr/>
      </dsp:nvSpPr>
      <dsp:spPr>
        <a:xfrm>
          <a:off x="935342" y="0"/>
          <a:ext cx="3788253" cy="2035241"/>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err="1"/>
            <a:t>ডিম</a:t>
          </a:r>
          <a:r>
            <a:rPr lang="en-US" sz="4600" kern="1200" dirty="0"/>
            <a:t> </a:t>
          </a:r>
          <a:r>
            <a:rPr lang="en-US" sz="4600" kern="1200" dirty="0" err="1"/>
            <a:t>পাড়া</a:t>
          </a:r>
          <a:r>
            <a:rPr lang="en-US" sz="4600" kern="1200" dirty="0"/>
            <a:t> </a:t>
          </a:r>
          <a:r>
            <a:rPr lang="en-US" sz="4600" kern="1200" dirty="0" err="1"/>
            <a:t>মুরগীর</a:t>
          </a:r>
          <a:r>
            <a:rPr lang="en-US" sz="4600" kern="1200" dirty="0"/>
            <a:t> </a:t>
          </a:r>
          <a:r>
            <a:rPr lang="en-US" sz="4600" kern="1200" dirty="0" err="1"/>
            <a:t>রেশন</a:t>
          </a:r>
          <a:endParaRPr lang="en-US" sz="4600" kern="1200" dirty="0"/>
        </a:p>
      </dsp:txBody>
      <dsp:txXfrm>
        <a:off x="994952" y="59610"/>
        <a:ext cx="3669033" cy="1916021"/>
      </dsp:txXfrm>
    </dsp:sp>
    <dsp:sp modelId="{B7DC6703-32DF-4C6C-9B28-53BD1642A5F6}">
      <dsp:nvSpPr>
        <dsp:cNvPr id="0" name=""/>
        <dsp:cNvSpPr/>
      </dsp:nvSpPr>
      <dsp:spPr>
        <a:xfrm>
          <a:off x="134549" y="2160266"/>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লেয়ার</a:t>
          </a:r>
          <a:r>
            <a:rPr lang="en-US" sz="2300" kern="1200" dirty="0"/>
            <a:t> </a:t>
          </a:r>
          <a:r>
            <a:rPr lang="en-US" sz="2300" kern="1200" dirty="0" err="1"/>
            <a:t>স্টার্টার</a:t>
          </a:r>
          <a:r>
            <a:rPr lang="en-US" sz="2300" kern="1200" dirty="0"/>
            <a:t> </a:t>
          </a:r>
          <a:r>
            <a:rPr lang="en-US" sz="2300" kern="1200" dirty="0" err="1"/>
            <a:t>বা</a:t>
          </a:r>
          <a:r>
            <a:rPr lang="en-US" sz="2300" kern="1200" dirty="0"/>
            <a:t> </a:t>
          </a:r>
          <a:r>
            <a:rPr lang="en-US" sz="2300" kern="1200" dirty="0" err="1"/>
            <a:t>প্রারম্ভিক</a:t>
          </a:r>
          <a:r>
            <a:rPr lang="en-US" sz="2300" kern="1200" dirty="0"/>
            <a:t> </a:t>
          </a:r>
          <a:r>
            <a:rPr lang="en-US" sz="2300" kern="1200" dirty="0" err="1"/>
            <a:t>রেশনঃ</a:t>
          </a:r>
          <a:r>
            <a:rPr lang="en-US" sz="2300" kern="1200" dirty="0"/>
            <a:t> ০-৮ </a:t>
          </a:r>
          <a:r>
            <a:rPr lang="en-US" sz="2300" kern="1200" dirty="0" err="1"/>
            <a:t>সপ্তাহ</a:t>
          </a:r>
          <a:endParaRPr lang="en-US" sz="2300" kern="1200" dirty="0"/>
        </a:p>
      </dsp:txBody>
      <dsp:txXfrm>
        <a:off x="184615" y="2210332"/>
        <a:ext cx="1609258" cy="1935109"/>
      </dsp:txXfrm>
    </dsp:sp>
    <dsp:sp modelId="{B87C26F6-3BE8-44F5-BE74-3B4BEFD87F6E}">
      <dsp:nvSpPr>
        <dsp:cNvPr id="0" name=""/>
        <dsp:cNvSpPr/>
      </dsp:nvSpPr>
      <dsp:spPr>
        <a:xfrm>
          <a:off x="1961973" y="213258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বাড়ন্ত</a:t>
          </a:r>
          <a:r>
            <a:rPr lang="en-US" sz="2300" kern="1200" dirty="0"/>
            <a:t> </a:t>
          </a:r>
          <a:r>
            <a:rPr lang="en-US" sz="2300" kern="1200" dirty="0" err="1"/>
            <a:t>রেশনঃ</a:t>
          </a:r>
          <a:r>
            <a:rPr lang="en-US" sz="2300" kern="1200" dirty="0"/>
            <a:t> ৯-১৯ </a:t>
          </a:r>
          <a:r>
            <a:rPr lang="en-US" sz="2300" kern="1200" dirty="0" err="1"/>
            <a:t>সপ্তাহ</a:t>
          </a:r>
          <a:endParaRPr lang="en-US" sz="2300" kern="1200" dirty="0"/>
        </a:p>
      </dsp:txBody>
      <dsp:txXfrm>
        <a:off x="2012039" y="2182653"/>
        <a:ext cx="1609258" cy="1935109"/>
      </dsp:txXfrm>
    </dsp:sp>
    <dsp:sp modelId="{CB5C7CD8-DA24-4063-AD04-C21514BC2FEB}">
      <dsp:nvSpPr>
        <dsp:cNvPr id="0" name=""/>
        <dsp:cNvSpPr/>
      </dsp:nvSpPr>
      <dsp:spPr>
        <a:xfrm>
          <a:off x="3802183" y="213258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লেয়ার</a:t>
          </a:r>
          <a:r>
            <a:rPr lang="en-US" sz="2300" kern="1200" dirty="0"/>
            <a:t> </a:t>
          </a:r>
          <a:r>
            <a:rPr lang="en-US" sz="2300" kern="1200" dirty="0" err="1"/>
            <a:t>মুরগীর</a:t>
          </a:r>
          <a:r>
            <a:rPr lang="en-US" sz="2300" kern="1200" dirty="0"/>
            <a:t> </a:t>
          </a:r>
          <a:r>
            <a:rPr lang="en-US" sz="2300" kern="1200" dirty="0" err="1"/>
            <a:t>রেশনঃ</a:t>
          </a:r>
          <a:r>
            <a:rPr lang="en-US" sz="2300" kern="1200" dirty="0"/>
            <a:t> ১০-৭২ </a:t>
          </a:r>
          <a:r>
            <a:rPr lang="en-US" sz="2300" kern="1200" dirty="0" err="1"/>
            <a:t>সপ্তাহ</a:t>
          </a:r>
          <a:endParaRPr lang="en-US" sz="2300" kern="1200" dirty="0"/>
        </a:p>
      </dsp:txBody>
      <dsp:txXfrm>
        <a:off x="3852249" y="2182653"/>
        <a:ext cx="1609258" cy="1935109"/>
      </dsp:txXfrm>
    </dsp:sp>
    <dsp:sp modelId="{0598D4B6-D1EA-49D3-B29F-67748C38D54E}">
      <dsp:nvSpPr>
        <dsp:cNvPr id="0" name=""/>
        <dsp:cNvSpPr/>
      </dsp:nvSpPr>
      <dsp:spPr>
        <a:xfrm>
          <a:off x="6380640" y="0"/>
          <a:ext cx="3932843" cy="2035241"/>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err="1"/>
            <a:t>ব্রয়লার</a:t>
          </a:r>
          <a:r>
            <a:rPr lang="en-US" sz="4600" kern="1200" dirty="0"/>
            <a:t> </a:t>
          </a:r>
          <a:r>
            <a:rPr lang="en-US" sz="4600" kern="1200" dirty="0" err="1"/>
            <a:t>মুরগীর</a:t>
          </a:r>
          <a:r>
            <a:rPr lang="en-US" sz="4600" kern="1200" dirty="0"/>
            <a:t> </a:t>
          </a:r>
          <a:r>
            <a:rPr lang="en-US" sz="4600" kern="1200" dirty="0" err="1"/>
            <a:t>রেশন</a:t>
          </a:r>
          <a:endParaRPr lang="en-US" sz="4600" kern="1200" dirty="0"/>
        </a:p>
      </dsp:txBody>
      <dsp:txXfrm>
        <a:off x="6440250" y="59610"/>
        <a:ext cx="3813623" cy="1916021"/>
      </dsp:txXfrm>
    </dsp:sp>
    <dsp:sp modelId="{8EC72B69-1F8F-41E9-8A69-A8DB610DA927}">
      <dsp:nvSpPr>
        <dsp:cNvPr id="0" name=""/>
        <dsp:cNvSpPr/>
      </dsp:nvSpPr>
      <dsp:spPr>
        <a:xfrm>
          <a:off x="5658188" y="214182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স্টার্টারঃ</a:t>
          </a:r>
          <a:r>
            <a:rPr lang="en-US" sz="2300" kern="1200" dirty="0"/>
            <a:t> ০- ২ </a:t>
          </a:r>
          <a:r>
            <a:rPr lang="en-US" sz="2300" kern="1200" dirty="0" err="1"/>
            <a:t>সপ্তাহ</a:t>
          </a:r>
          <a:endParaRPr lang="en-US" sz="2300" kern="1200" dirty="0"/>
        </a:p>
      </dsp:txBody>
      <dsp:txXfrm>
        <a:off x="5708254" y="2191893"/>
        <a:ext cx="1609258" cy="1935109"/>
      </dsp:txXfrm>
    </dsp:sp>
    <dsp:sp modelId="{9CA9FF22-BC93-4294-966F-CA09DEAE2655}">
      <dsp:nvSpPr>
        <dsp:cNvPr id="0" name=""/>
        <dsp:cNvSpPr/>
      </dsp:nvSpPr>
      <dsp:spPr>
        <a:xfrm>
          <a:off x="7536723" y="2160266"/>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গ্রোয়ারঃ</a:t>
          </a:r>
          <a:r>
            <a:rPr lang="en-US" sz="2300" kern="1200" dirty="0"/>
            <a:t> ৩-৪ </a:t>
          </a:r>
          <a:r>
            <a:rPr lang="en-US" sz="2300" kern="1200" dirty="0" err="1"/>
            <a:t>সপ্তাহ</a:t>
          </a:r>
          <a:endParaRPr lang="en-US" sz="2300" kern="1200" dirty="0"/>
        </a:p>
      </dsp:txBody>
      <dsp:txXfrm>
        <a:off x="7586789" y="2210332"/>
        <a:ext cx="1609258" cy="1935109"/>
      </dsp:txXfrm>
    </dsp:sp>
    <dsp:sp modelId="{F94D952B-9B4A-4D75-AAD9-636D3AAE4637}">
      <dsp:nvSpPr>
        <dsp:cNvPr id="0" name=""/>
        <dsp:cNvSpPr/>
      </dsp:nvSpPr>
      <dsp:spPr>
        <a:xfrm>
          <a:off x="9364147" y="2169485"/>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ফিনিশারঃ</a:t>
          </a:r>
          <a:r>
            <a:rPr lang="en-US" sz="2300" kern="1200" dirty="0"/>
            <a:t> ৩-৪ </a:t>
          </a:r>
          <a:r>
            <a:rPr lang="en-US" sz="2300" kern="1200" dirty="0" err="1"/>
            <a:t>সপ্তাহ</a:t>
          </a:r>
          <a:endParaRPr lang="en-US" sz="2300" kern="1200" dirty="0"/>
        </a:p>
      </dsp:txBody>
      <dsp:txXfrm>
        <a:off x="9414213" y="2219551"/>
        <a:ext cx="1609258" cy="19351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650FF-0D8A-4B13-927C-31FD86C32961}">
      <dsp:nvSpPr>
        <dsp:cNvPr id="0" name=""/>
        <dsp:cNvSpPr/>
      </dsp:nvSpPr>
      <dsp:spPr>
        <a:xfrm>
          <a:off x="9246743" y="2590199"/>
          <a:ext cx="941659" cy="448144"/>
        </a:xfrm>
        <a:custGeom>
          <a:avLst/>
          <a:gdLst/>
          <a:ahLst/>
          <a:cxnLst/>
          <a:rect l="0" t="0" r="0" b="0"/>
          <a:pathLst>
            <a:path>
              <a:moveTo>
                <a:pt x="0" y="0"/>
              </a:moveTo>
              <a:lnTo>
                <a:pt x="0" y="305397"/>
              </a:lnTo>
              <a:lnTo>
                <a:pt x="941659" y="305397"/>
              </a:lnTo>
              <a:lnTo>
                <a:pt x="941659"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3624AE-2B20-434B-B542-5A1A9039CD61}">
      <dsp:nvSpPr>
        <dsp:cNvPr id="0" name=""/>
        <dsp:cNvSpPr/>
      </dsp:nvSpPr>
      <dsp:spPr>
        <a:xfrm>
          <a:off x="8305083" y="2590199"/>
          <a:ext cx="941659" cy="448144"/>
        </a:xfrm>
        <a:custGeom>
          <a:avLst/>
          <a:gdLst/>
          <a:ahLst/>
          <a:cxnLst/>
          <a:rect l="0" t="0" r="0" b="0"/>
          <a:pathLst>
            <a:path>
              <a:moveTo>
                <a:pt x="941659" y="0"/>
              </a:moveTo>
              <a:lnTo>
                <a:pt x="941659"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6C9154-E890-49BE-8FE7-2E0C3D04F9B2}">
      <dsp:nvSpPr>
        <dsp:cNvPr id="0" name=""/>
        <dsp:cNvSpPr/>
      </dsp:nvSpPr>
      <dsp:spPr>
        <a:xfrm>
          <a:off x="6421764" y="1163585"/>
          <a:ext cx="2824978" cy="448144"/>
        </a:xfrm>
        <a:custGeom>
          <a:avLst/>
          <a:gdLst/>
          <a:ahLst/>
          <a:cxnLst/>
          <a:rect l="0" t="0" r="0" b="0"/>
          <a:pathLst>
            <a:path>
              <a:moveTo>
                <a:pt x="0" y="0"/>
              </a:moveTo>
              <a:lnTo>
                <a:pt x="0" y="305397"/>
              </a:lnTo>
              <a:lnTo>
                <a:pt x="2824978" y="305397"/>
              </a:lnTo>
              <a:lnTo>
                <a:pt x="2824978" y="448144"/>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127AE55-E7D6-4EED-B0B3-9596C9EFE9F0}">
      <dsp:nvSpPr>
        <dsp:cNvPr id="0" name=""/>
        <dsp:cNvSpPr/>
      </dsp:nvSpPr>
      <dsp:spPr>
        <a:xfrm>
          <a:off x="3596786" y="2590199"/>
          <a:ext cx="2824978" cy="448144"/>
        </a:xfrm>
        <a:custGeom>
          <a:avLst/>
          <a:gdLst/>
          <a:ahLst/>
          <a:cxnLst/>
          <a:rect l="0" t="0" r="0" b="0"/>
          <a:pathLst>
            <a:path>
              <a:moveTo>
                <a:pt x="0" y="0"/>
              </a:moveTo>
              <a:lnTo>
                <a:pt x="0" y="305397"/>
              </a:lnTo>
              <a:lnTo>
                <a:pt x="2824978" y="305397"/>
              </a:lnTo>
              <a:lnTo>
                <a:pt x="2824978"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C65AC76-D6A5-4B37-8575-5FD76F1301C8}">
      <dsp:nvSpPr>
        <dsp:cNvPr id="0" name=""/>
        <dsp:cNvSpPr/>
      </dsp:nvSpPr>
      <dsp:spPr>
        <a:xfrm>
          <a:off x="3596786" y="2590199"/>
          <a:ext cx="941659" cy="448144"/>
        </a:xfrm>
        <a:custGeom>
          <a:avLst/>
          <a:gdLst/>
          <a:ahLst/>
          <a:cxnLst/>
          <a:rect l="0" t="0" r="0" b="0"/>
          <a:pathLst>
            <a:path>
              <a:moveTo>
                <a:pt x="0" y="0"/>
              </a:moveTo>
              <a:lnTo>
                <a:pt x="0" y="305397"/>
              </a:lnTo>
              <a:lnTo>
                <a:pt x="941659" y="305397"/>
              </a:lnTo>
              <a:lnTo>
                <a:pt x="941659"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09C2BB-B673-488A-9A80-785B7EE5CF84}">
      <dsp:nvSpPr>
        <dsp:cNvPr id="0" name=""/>
        <dsp:cNvSpPr/>
      </dsp:nvSpPr>
      <dsp:spPr>
        <a:xfrm>
          <a:off x="2655126" y="2590199"/>
          <a:ext cx="941659" cy="448144"/>
        </a:xfrm>
        <a:custGeom>
          <a:avLst/>
          <a:gdLst/>
          <a:ahLst/>
          <a:cxnLst/>
          <a:rect l="0" t="0" r="0" b="0"/>
          <a:pathLst>
            <a:path>
              <a:moveTo>
                <a:pt x="941659" y="0"/>
              </a:moveTo>
              <a:lnTo>
                <a:pt x="941659"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3BA96ED-E1EE-4EE9-8C18-22946E536C41}">
      <dsp:nvSpPr>
        <dsp:cNvPr id="0" name=""/>
        <dsp:cNvSpPr/>
      </dsp:nvSpPr>
      <dsp:spPr>
        <a:xfrm>
          <a:off x="771807" y="2590199"/>
          <a:ext cx="2824978" cy="448144"/>
        </a:xfrm>
        <a:custGeom>
          <a:avLst/>
          <a:gdLst/>
          <a:ahLst/>
          <a:cxnLst/>
          <a:rect l="0" t="0" r="0" b="0"/>
          <a:pathLst>
            <a:path>
              <a:moveTo>
                <a:pt x="2824978" y="0"/>
              </a:moveTo>
              <a:lnTo>
                <a:pt x="2824978"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D0AE331-010A-48E0-AECF-C051F0F3A4FC}">
      <dsp:nvSpPr>
        <dsp:cNvPr id="0" name=""/>
        <dsp:cNvSpPr/>
      </dsp:nvSpPr>
      <dsp:spPr>
        <a:xfrm>
          <a:off x="3596786" y="1163585"/>
          <a:ext cx="2824978" cy="448144"/>
        </a:xfrm>
        <a:custGeom>
          <a:avLst/>
          <a:gdLst/>
          <a:ahLst/>
          <a:cxnLst/>
          <a:rect l="0" t="0" r="0" b="0"/>
          <a:pathLst>
            <a:path>
              <a:moveTo>
                <a:pt x="2824978" y="0"/>
              </a:moveTo>
              <a:lnTo>
                <a:pt x="2824978" y="305397"/>
              </a:lnTo>
              <a:lnTo>
                <a:pt x="0" y="305397"/>
              </a:lnTo>
              <a:lnTo>
                <a:pt x="0" y="448144"/>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B97FBD4-5C4B-4B81-90D6-9172880247DA}">
      <dsp:nvSpPr>
        <dsp:cNvPr id="0" name=""/>
        <dsp:cNvSpPr/>
      </dsp:nvSpPr>
      <dsp:spPr>
        <a:xfrm>
          <a:off x="5651315" y="185115"/>
          <a:ext cx="1540897" cy="978469"/>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9903249C-7D24-4ADA-9523-651A4686C0DA}">
      <dsp:nvSpPr>
        <dsp:cNvPr id="0" name=""/>
        <dsp:cNvSpPr/>
      </dsp:nvSpPr>
      <dsp:spPr>
        <a:xfrm>
          <a:off x="5822526" y="347766"/>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মুরগীর</a:t>
          </a:r>
          <a:r>
            <a:rPr lang="en-US" sz="1700" kern="1200" dirty="0"/>
            <a:t> </a:t>
          </a:r>
          <a:r>
            <a:rPr lang="en-US" sz="1700" kern="1200" dirty="0" err="1"/>
            <a:t>রোগের</a:t>
          </a:r>
          <a:r>
            <a:rPr lang="en-US" sz="1700" kern="1200" dirty="0"/>
            <a:t> </a:t>
          </a:r>
          <a:r>
            <a:rPr lang="en-US" sz="1700" kern="1200" dirty="0" err="1"/>
            <a:t>শ্রেনীবিভাগ</a:t>
          </a:r>
          <a:endParaRPr lang="en-US" sz="1700" kern="1200" dirty="0"/>
        </a:p>
      </dsp:txBody>
      <dsp:txXfrm>
        <a:off x="5851184" y="376424"/>
        <a:ext cx="1483581" cy="921153"/>
      </dsp:txXfrm>
    </dsp:sp>
    <dsp:sp modelId="{1EA3E8E4-B3CD-428F-A76A-00B9F320B884}">
      <dsp:nvSpPr>
        <dsp:cNvPr id="0" name=""/>
        <dsp:cNvSpPr/>
      </dsp:nvSpPr>
      <dsp:spPr>
        <a:xfrm>
          <a:off x="2826337" y="1611729"/>
          <a:ext cx="1540897" cy="978469"/>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68E921F6-28DF-4727-A7FC-1EA1E2229F18}">
      <dsp:nvSpPr>
        <dsp:cNvPr id="0" name=""/>
        <dsp:cNvSpPr/>
      </dsp:nvSpPr>
      <dsp:spPr>
        <a:xfrm>
          <a:off x="2997548" y="1774380"/>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সংক্রামক</a:t>
          </a:r>
          <a:r>
            <a:rPr lang="en-US" sz="1700" kern="1200" dirty="0"/>
            <a:t> </a:t>
          </a:r>
          <a:r>
            <a:rPr lang="en-US" sz="1700" kern="1200" dirty="0" err="1"/>
            <a:t>রোগ</a:t>
          </a:r>
          <a:endParaRPr lang="en-US" sz="1700" kern="1200" dirty="0"/>
        </a:p>
      </dsp:txBody>
      <dsp:txXfrm>
        <a:off x="3026206" y="1803038"/>
        <a:ext cx="1483581" cy="921153"/>
      </dsp:txXfrm>
    </dsp:sp>
    <dsp:sp modelId="{991048C4-70DF-4D95-83C7-96C234E1AC0A}">
      <dsp:nvSpPr>
        <dsp:cNvPr id="0" name=""/>
        <dsp:cNvSpPr/>
      </dsp:nvSpPr>
      <dsp:spPr>
        <a:xfrm>
          <a:off x="1358"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C7FBE42-F854-48DA-A344-7DE07C11D374}">
      <dsp:nvSpPr>
        <dsp:cNvPr id="0" name=""/>
        <dsp:cNvSpPr/>
      </dsp:nvSpPr>
      <dsp:spPr>
        <a:xfrm>
          <a:off x="172569"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ভাইরাসজনিত</a:t>
          </a:r>
          <a:r>
            <a:rPr lang="en-US" sz="1700" kern="1200" dirty="0"/>
            <a:t> </a:t>
          </a:r>
          <a:r>
            <a:rPr lang="en-US" sz="1700" kern="1200" dirty="0" err="1"/>
            <a:t>রোগ</a:t>
          </a:r>
          <a:endParaRPr lang="en-US" sz="1700" kern="1200" dirty="0"/>
        </a:p>
      </dsp:txBody>
      <dsp:txXfrm>
        <a:off x="201227" y="3229652"/>
        <a:ext cx="1483581" cy="921153"/>
      </dsp:txXfrm>
    </dsp:sp>
    <dsp:sp modelId="{EB51BCCA-86C7-44F2-88E1-275B15D002E3}">
      <dsp:nvSpPr>
        <dsp:cNvPr id="0" name=""/>
        <dsp:cNvSpPr/>
      </dsp:nvSpPr>
      <dsp:spPr>
        <a:xfrm>
          <a:off x="1884677"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705EF503-F134-47B9-9A28-8B6F9F4CB60B}">
      <dsp:nvSpPr>
        <dsp:cNvPr id="0" name=""/>
        <dsp:cNvSpPr/>
      </dsp:nvSpPr>
      <dsp:spPr>
        <a:xfrm>
          <a:off x="2055888"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ব্যাকটেরিয়া</a:t>
          </a:r>
          <a:r>
            <a:rPr lang="en-US" sz="1700" kern="1200" dirty="0"/>
            <a:t> </a:t>
          </a:r>
          <a:r>
            <a:rPr lang="en-US" sz="1700" kern="1200" dirty="0" err="1"/>
            <a:t>জনিত</a:t>
          </a:r>
          <a:r>
            <a:rPr lang="en-US" sz="1700" kern="1200" dirty="0"/>
            <a:t> </a:t>
          </a:r>
          <a:r>
            <a:rPr lang="en-US" sz="1700" kern="1200" dirty="0" err="1"/>
            <a:t>রোগ</a:t>
          </a:r>
          <a:endParaRPr lang="en-US" sz="1700" kern="1200" dirty="0"/>
        </a:p>
      </dsp:txBody>
      <dsp:txXfrm>
        <a:off x="2084546" y="3229652"/>
        <a:ext cx="1483581" cy="921153"/>
      </dsp:txXfrm>
    </dsp:sp>
    <dsp:sp modelId="{64FE6B93-302A-44BF-98C5-313CE7B1BD0B}">
      <dsp:nvSpPr>
        <dsp:cNvPr id="0" name=""/>
        <dsp:cNvSpPr/>
      </dsp:nvSpPr>
      <dsp:spPr>
        <a:xfrm>
          <a:off x="3767996"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DC71773-EA99-4135-A68B-C1C7F39808F2}">
      <dsp:nvSpPr>
        <dsp:cNvPr id="0" name=""/>
        <dsp:cNvSpPr/>
      </dsp:nvSpPr>
      <dsp:spPr>
        <a:xfrm>
          <a:off x="3939207"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ছত্রাকজনিত</a:t>
          </a:r>
          <a:r>
            <a:rPr lang="en-US" sz="1700" kern="1200" dirty="0"/>
            <a:t> </a:t>
          </a:r>
          <a:r>
            <a:rPr lang="en-US" sz="1700" kern="1200" dirty="0" err="1"/>
            <a:t>রোগ</a:t>
          </a:r>
          <a:endParaRPr lang="en-US" sz="1700" kern="1200" dirty="0"/>
        </a:p>
      </dsp:txBody>
      <dsp:txXfrm>
        <a:off x="3967865" y="3229652"/>
        <a:ext cx="1483581" cy="921153"/>
      </dsp:txXfrm>
    </dsp:sp>
    <dsp:sp modelId="{EFAA4738-A612-4488-8C5E-B1BB48384C1D}">
      <dsp:nvSpPr>
        <dsp:cNvPr id="0" name=""/>
        <dsp:cNvSpPr/>
      </dsp:nvSpPr>
      <dsp:spPr>
        <a:xfrm>
          <a:off x="5651315"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8E658989-F159-4E8D-992B-BB90D5193055}">
      <dsp:nvSpPr>
        <dsp:cNvPr id="0" name=""/>
        <dsp:cNvSpPr/>
      </dsp:nvSpPr>
      <dsp:spPr>
        <a:xfrm>
          <a:off x="5822526"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পরজীবীঘটিত</a:t>
          </a:r>
          <a:r>
            <a:rPr lang="en-US" sz="1700" kern="1200" dirty="0"/>
            <a:t> </a:t>
          </a:r>
          <a:r>
            <a:rPr lang="en-US" sz="1700" kern="1200" dirty="0" err="1"/>
            <a:t>রোগ</a:t>
          </a:r>
          <a:endParaRPr lang="en-US" sz="1700" kern="1200" dirty="0"/>
        </a:p>
      </dsp:txBody>
      <dsp:txXfrm>
        <a:off x="5851184" y="3229652"/>
        <a:ext cx="1483581" cy="921153"/>
      </dsp:txXfrm>
    </dsp:sp>
    <dsp:sp modelId="{66068174-9D80-4EE6-B81F-6FED441006B6}">
      <dsp:nvSpPr>
        <dsp:cNvPr id="0" name=""/>
        <dsp:cNvSpPr/>
      </dsp:nvSpPr>
      <dsp:spPr>
        <a:xfrm>
          <a:off x="8476294" y="1611729"/>
          <a:ext cx="1540897" cy="978469"/>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08FAE135-23A9-4169-B866-4AECE5E59DF0}">
      <dsp:nvSpPr>
        <dsp:cNvPr id="0" name=""/>
        <dsp:cNvSpPr/>
      </dsp:nvSpPr>
      <dsp:spPr>
        <a:xfrm>
          <a:off x="8647505" y="1774380"/>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অসংক্রামক</a:t>
          </a:r>
          <a:r>
            <a:rPr lang="en-US" sz="1700" kern="1200" dirty="0"/>
            <a:t> </a:t>
          </a:r>
          <a:r>
            <a:rPr lang="en-US" sz="1700" kern="1200" dirty="0" err="1"/>
            <a:t>রোগ</a:t>
          </a:r>
          <a:endParaRPr lang="en-US" sz="1700" kern="1200" dirty="0"/>
        </a:p>
      </dsp:txBody>
      <dsp:txXfrm>
        <a:off x="8676163" y="1803038"/>
        <a:ext cx="1483581" cy="921153"/>
      </dsp:txXfrm>
    </dsp:sp>
    <dsp:sp modelId="{C19F3154-7F19-476B-BD6A-61AA9B397A6B}">
      <dsp:nvSpPr>
        <dsp:cNvPr id="0" name=""/>
        <dsp:cNvSpPr/>
      </dsp:nvSpPr>
      <dsp:spPr>
        <a:xfrm>
          <a:off x="7534634"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8237FCD4-F62E-4C84-9B26-C5DA860A8F9C}">
      <dsp:nvSpPr>
        <dsp:cNvPr id="0" name=""/>
        <dsp:cNvSpPr/>
      </dsp:nvSpPr>
      <dsp:spPr>
        <a:xfrm>
          <a:off x="7705845"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অপুষ্টিজনিত</a:t>
          </a:r>
          <a:r>
            <a:rPr lang="en-US" sz="1700" kern="1200" dirty="0"/>
            <a:t> </a:t>
          </a:r>
          <a:r>
            <a:rPr lang="en-US" sz="1700" kern="1200" dirty="0" err="1"/>
            <a:t>রোগ</a:t>
          </a:r>
          <a:endParaRPr lang="en-US" sz="1700" kern="1200" dirty="0"/>
        </a:p>
      </dsp:txBody>
      <dsp:txXfrm>
        <a:off x="7734503" y="3229652"/>
        <a:ext cx="1483581" cy="921153"/>
      </dsp:txXfrm>
    </dsp:sp>
    <dsp:sp modelId="{7D575238-184A-418F-A71E-07212277178B}">
      <dsp:nvSpPr>
        <dsp:cNvPr id="0" name=""/>
        <dsp:cNvSpPr/>
      </dsp:nvSpPr>
      <dsp:spPr>
        <a:xfrm>
          <a:off x="9417953"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3EB53225-0560-4A3B-9128-1DB5B8EBDC4E}">
      <dsp:nvSpPr>
        <dsp:cNvPr id="0" name=""/>
        <dsp:cNvSpPr/>
      </dsp:nvSpPr>
      <dsp:spPr>
        <a:xfrm>
          <a:off x="9589164"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সাধারণ</a:t>
          </a:r>
          <a:r>
            <a:rPr lang="en-US" sz="1700" kern="1200" dirty="0"/>
            <a:t> </a:t>
          </a:r>
          <a:r>
            <a:rPr lang="en-US" sz="1700" kern="1200" dirty="0" err="1"/>
            <a:t>রোগ</a:t>
          </a:r>
          <a:endParaRPr lang="en-US" sz="1700" kern="1200" dirty="0"/>
        </a:p>
      </dsp:txBody>
      <dsp:txXfrm>
        <a:off x="9617822" y="3229652"/>
        <a:ext cx="1483581" cy="9211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7DA93-F877-432A-84F2-CDC80304F9F1}">
      <dsp:nvSpPr>
        <dsp:cNvPr id="0" name=""/>
        <dsp:cNvSpPr/>
      </dsp:nvSpPr>
      <dsp:spPr>
        <a:xfrm>
          <a:off x="9322285" y="2602021"/>
          <a:ext cx="1568629" cy="248841"/>
        </a:xfrm>
        <a:custGeom>
          <a:avLst/>
          <a:gdLst/>
          <a:ahLst/>
          <a:cxnLst/>
          <a:rect l="0" t="0" r="0" b="0"/>
          <a:pathLst>
            <a:path>
              <a:moveTo>
                <a:pt x="0" y="0"/>
              </a:moveTo>
              <a:lnTo>
                <a:pt x="0" y="169578"/>
              </a:lnTo>
              <a:lnTo>
                <a:pt x="1568629" y="169578"/>
              </a:lnTo>
              <a:lnTo>
                <a:pt x="1568629"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579EE4-B9B4-43E3-A949-AE95BBD9D78F}">
      <dsp:nvSpPr>
        <dsp:cNvPr id="0" name=""/>
        <dsp:cNvSpPr/>
      </dsp:nvSpPr>
      <dsp:spPr>
        <a:xfrm>
          <a:off x="9322285" y="2602021"/>
          <a:ext cx="522876" cy="248841"/>
        </a:xfrm>
        <a:custGeom>
          <a:avLst/>
          <a:gdLst/>
          <a:ahLst/>
          <a:cxnLst/>
          <a:rect l="0" t="0" r="0" b="0"/>
          <a:pathLst>
            <a:path>
              <a:moveTo>
                <a:pt x="0" y="0"/>
              </a:moveTo>
              <a:lnTo>
                <a:pt x="0" y="169578"/>
              </a:lnTo>
              <a:lnTo>
                <a:pt x="522876" y="169578"/>
              </a:lnTo>
              <a:lnTo>
                <a:pt x="522876"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DA306E-C9FB-4549-AB2A-E55283B55147}">
      <dsp:nvSpPr>
        <dsp:cNvPr id="0" name=""/>
        <dsp:cNvSpPr/>
      </dsp:nvSpPr>
      <dsp:spPr>
        <a:xfrm>
          <a:off x="8799408" y="2602021"/>
          <a:ext cx="522876" cy="248841"/>
        </a:xfrm>
        <a:custGeom>
          <a:avLst/>
          <a:gdLst/>
          <a:ahLst/>
          <a:cxnLst/>
          <a:rect l="0" t="0" r="0" b="0"/>
          <a:pathLst>
            <a:path>
              <a:moveTo>
                <a:pt x="522876" y="0"/>
              </a:moveTo>
              <a:lnTo>
                <a:pt x="522876"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AF8D54-1F66-464A-ACD9-A00FB59C7E8C}">
      <dsp:nvSpPr>
        <dsp:cNvPr id="0" name=""/>
        <dsp:cNvSpPr/>
      </dsp:nvSpPr>
      <dsp:spPr>
        <a:xfrm>
          <a:off x="7753655" y="2602021"/>
          <a:ext cx="1568629" cy="248841"/>
        </a:xfrm>
        <a:custGeom>
          <a:avLst/>
          <a:gdLst/>
          <a:ahLst/>
          <a:cxnLst/>
          <a:rect l="0" t="0" r="0" b="0"/>
          <a:pathLst>
            <a:path>
              <a:moveTo>
                <a:pt x="1568629" y="0"/>
              </a:moveTo>
              <a:lnTo>
                <a:pt x="1568629"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94CA49-242E-48D6-BE91-9AAE4BCCFFA6}">
      <dsp:nvSpPr>
        <dsp:cNvPr id="0" name=""/>
        <dsp:cNvSpPr/>
      </dsp:nvSpPr>
      <dsp:spPr>
        <a:xfrm>
          <a:off x="5662149" y="1809863"/>
          <a:ext cx="3660135" cy="248841"/>
        </a:xfrm>
        <a:custGeom>
          <a:avLst/>
          <a:gdLst/>
          <a:ahLst/>
          <a:cxnLst/>
          <a:rect l="0" t="0" r="0" b="0"/>
          <a:pathLst>
            <a:path>
              <a:moveTo>
                <a:pt x="0" y="0"/>
              </a:moveTo>
              <a:lnTo>
                <a:pt x="0" y="169578"/>
              </a:lnTo>
              <a:lnTo>
                <a:pt x="3660135" y="169578"/>
              </a:lnTo>
              <a:lnTo>
                <a:pt x="3660135"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528D45-609A-4C5F-BD84-13AA19B247A9}">
      <dsp:nvSpPr>
        <dsp:cNvPr id="0" name=""/>
        <dsp:cNvSpPr/>
      </dsp:nvSpPr>
      <dsp:spPr>
        <a:xfrm>
          <a:off x="5662149" y="2602021"/>
          <a:ext cx="1045753" cy="248841"/>
        </a:xfrm>
        <a:custGeom>
          <a:avLst/>
          <a:gdLst/>
          <a:ahLst/>
          <a:cxnLst/>
          <a:rect l="0" t="0" r="0" b="0"/>
          <a:pathLst>
            <a:path>
              <a:moveTo>
                <a:pt x="0" y="0"/>
              </a:moveTo>
              <a:lnTo>
                <a:pt x="0" y="169578"/>
              </a:lnTo>
              <a:lnTo>
                <a:pt x="1045753" y="169578"/>
              </a:lnTo>
              <a:lnTo>
                <a:pt x="1045753"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6D5651-1621-4929-953E-FCF1379A5633}">
      <dsp:nvSpPr>
        <dsp:cNvPr id="0" name=""/>
        <dsp:cNvSpPr/>
      </dsp:nvSpPr>
      <dsp:spPr>
        <a:xfrm>
          <a:off x="5616429" y="2602021"/>
          <a:ext cx="91440" cy="248841"/>
        </a:xfrm>
        <a:custGeom>
          <a:avLst/>
          <a:gdLst/>
          <a:ahLst/>
          <a:cxnLst/>
          <a:rect l="0" t="0" r="0" b="0"/>
          <a:pathLst>
            <a:path>
              <a:moveTo>
                <a:pt x="45720" y="0"/>
              </a:moveTo>
              <a:lnTo>
                <a:pt x="4572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5318D1-4501-4E8B-87D8-91F549285F4E}">
      <dsp:nvSpPr>
        <dsp:cNvPr id="0" name=""/>
        <dsp:cNvSpPr/>
      </dsp:nvSpPr>
      <dsp:spPr>
        <a:xfrm>
          <a:off x="4616396" y="2602021"/>
          <a:ext cx="1045753" cy="248841"/>
        </a:xfrm>
        <a:custGeom>
          <a:avLst/>
          <a:gdLst/>
          <a:ahLst/>
          <a:cxnLst/>
          <a:rect l="0" t="0" r="0" b="0"/>
          <a:pathLst>
            <a:path>
              <a:moveTo>
                <a:pt x="1045753" y="0"/>
              </a:moveTo>
              <a:lnTo>
                <a:pt x="1045753"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4930BB-A22E-43C7-A56D-7E2D0FF45546}">
      <dsp:nvSpPr>
        <dsp:cNvPr id="0" name=""/>
        <dsp:cNvSpPr/>
      </dsp:nvSpPr>
      <dsp:spPr>
        <a:xfrm>
          <a:off x="5616429" y="1809863"/>
          <a:ext cx="91440" cy="248841"/>
        </a:xfrm>
        <a:custGeom>
          <a:avLst/>
          <a:gdLst/>
          <a:ahLst/>
          <a:cxnLst/>
          <a:rect l="0" t="0" r="0" b="0"/>
          <a:pathLst>
            <a:path>
              <a:moveTo>
                <a:pt x="45720" y="0"/>
              </a:moveTo>
              <a:lnTo>
                <a:pt x="45720"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D5CF79-B9B4-4E2E-871D-A383B68FC17A}">
      <dsp:nvSpPr>
        <dsp:cNvPr id="0" name=""/>
        <dsp:cNvSpPr/>
      </dsp:nvSpPr>
      <dsp:spPr>
        <a:xfrm>
          <a:off x="2002013" y="2602021"/>
          <a:ext cx="1568629" cy="248841"/>
        </a:xfrm>
        <a:custGeom>
          <a:avLst/>
          <a:gdLst/>
          <a:ahLst/>
          <a:cxnLst/>
          <a:rect l="0" t="0" r="0" b="0"/>
          <a:pathLst>
            <a:path>
              <a:moveTo>
                <a:pt x="0" y="0"/>
              </a:moveTo>
              <a:lnTo>
                <a:pt x="0" y="169578"/>
              </a:lnTo>
              <a:lnTo>
                <a:pt x="1568629" y="169578"/>
              </a:lnTo>
              <a:lnTo>
                <a:pt x="1568629"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3CDD42-52FF-494E-84BA-AF89AA3BA555}">
      <dsp:nvSpPr>
        <dsp:cNvPr id="0" name=""/>
        <dsp:cNvSpPr/>
      </dsp:nvSpPr>
      <dsp:spPr>
        <a:xfrm>
          <a:off x="2002013" y="2602021"/>
          <a:ext cx="522876" cy="248841"/>
        </a:xfrm>
        <a:custGeom>
          <a:avLst/>
          <a:gdLst/>
          <a:ahLst/>
          <a:cxnLst/>
          <a:rect l="0" t="0" r="0" b="0"/>
          <a:pathLst>
            <a:path>
              <a:moveTo>
                <a:pt x="0" y="0"/>
              </a:moveTo>
              <a:lnTo>
                <a:pt x="0" y="169578"/>
              </a:lnTo>
              <a:lnTo>
                <a:pt x="522876" y="169578"/>
              </a:lnTo>
              <a:lnTo>
                <a:pt x="522876"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AA8578-126B-47C7-963A-2D0ADF6A9CF7}">
      <dsp:nvSpPr>
        <dsp:cNvPr id="0" name=""/>
        <dsp:cNvSpPr/>
      </dsp:nvSpPr>
      <dsp:spPr>
        <a:xfrm>
          <a:off x="1479137" y="2602021"/>
          <a:ext cx="522876" cy="248841"/>
        </a:xfrm>
        <a:custGeom>
          <a:avLst/>
          <a:gdLst/>
          <a:ahLst/>
          <a:cxnLst/>
          <a:rect l="0" t="0" r="0" b="0"/>
          <a:pathLst>
            <a:path>
              <a:moveTo>
                <a:pt x="522876" y="0"/>
              </a:moveTo>
              <a:lnTo>
                <a:pt x="522876"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8D0338-9276-42EA-8D2C-40C1A8AB4E67}">
      <dsp:nvSpPr>
        <dsp:cNvPr id="0" name=""/>
        <dsp:cNvSpPr/>
      </dsp:nvSpPr>
      <dsp:spPr>
        <a:xfrm>
          <a:off x="433383" y="2602021"/>
          <a:ext cx="1568629" cy="248841"/>
        </a:xfrm>
        <a:custGeom>
          <a:avLst/>
          <a:gdLst/>
          <a:ahLst/>
          <a:cxnLst/>
          <a:rect l="0" t="0" r="0" b="0"/>
          <a:pathLst>
            <a:path>
              <a:moveTo>
                <a:pt x="1568629" y="0"/>
              </a:moveTo>
              <a:lnTo>
                <a:pt x="1568629"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3ACB47-CC3D-4511-B000-8851EA1FDD24}">
      <dsp:nvSpPr>
        <dsp:cNvPr id="0" name=""/>
        <dsp:cNvSpPr/>
      </dsp:nvSpPr>
      <dsp:spPr>
        <a:xfrm>
          <a:off x="2002013" y="1809863"/>
          <a:ext cx="3660135" cy="248841"/>
        </a:xfrm>
        <a:custGeom>
          <a:avLst/>
          <a:gdLst/>
          <a:ahLst/>
          <a:cxnLst/>
          <a:rect l="0" t="0" r="0" b="0"/>
          <a:pathLst>
            <a:path>
              <a:moveTo>
                <a:pt x="3660135" y="0"/>
              </a:moveTo>
              <a:lnTo>
                <a:pt x="3660135" y="169578"/>
              </a:lnTo>
              <a:lnTo>
                <a:pt x="0" y="169578"/>
              </a:lnTo>
              <a:lnTo>
                <a:pt x="0"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1EC504-170E-467B-AE23-A3B18CD0A3BD}">
      <dsp:nvSpPr>
        <dsp:cNvPr id="0" name=""/>
        <dsp:cNvSpPr/>
      </dsp:nvSpPr>
      <dsp:spPr>
        <a:xfrm>
          <a:off x="4188588" y="1266546"/>
          <a:ext cx="855616" cy="543316"/>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9DBD29-6FAB-419E-B3D2-92667A84423E}">
      <dsp:nvSpPr>
        <dsp:cNvPr id="0" name=""/>
        <dsp:cNvSpPr/>
      </dsp:nvSpPr>
      <dsp:spPr>
        <a:xfrm>
          <a:off x="4283656" y="1356861"/>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দেশী</a:t>
          </a:r>
          <a:r>
            <a:rPr lang="en-US" sz="1000" kern="1200" dirty="0"/>
            <a:t> </a:t>
          </a:r>
          <a:r>
            <a:rPr lang="en-US" sz="1000" kern="1200" dirty="0" err="1"/>
            <a:t>হাঁস</a:t>
          </a:r>
          <a:r>
            <a:rPr lang="en-US" sz="1000" kern="1200" dirty="0"/>
            <a:t>/</a:t>
          </a:r>
          <a:r>
            <a:rPr lang="en-US" sz="1000" kern="1200" dirty="0" err="1"/>
            <a:t>পাতিহাঁস</a:t>
          </a:r>
          <a:r>
            <a:rPr lang="en-US" sz="1000" kern="1200" dirty="0"/>
            <a:t> </a:t>
          </a:r>
        </a:p>
      </dsp:txBody>
      <dsp:txXfrm>
        <a:off x="4299569" y="1372774"/>
        <a:ext cx="823790" cy="511490"/>
      </dsp:txXfrm>
    </dsp:sp>
    <dsp:sp modelId="{CD64D2A0-8E6B-4EF2-A5D6-3938B9FED0A5}">
      <dsp:nvSpPr>
        <dsp:cNvPr id="0" name=""/>
        <dsp:cNvSpPr/>
      </dsp:nvSpPr>
      <dsp:spPr>
        <a:xfrm>
          <a:off x="5234341" y="1266546"/>
          <a:ext cx="855616" cy="543316"/>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8BBE4F-8533-4336-8AEB-EB2F1CD32C92}">
      <dsp:nvSpPr>
        <dsp:cNvPr id="0" name=""/>
        <dsp:cNvSpPr/>
      </dsp:nvSpPr>
      <dsp:spPr>
        <a:xfrm>
          <a:off x="5329409" y="1356861"/>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বিদেশী</a:t>
          </a:r>
          <a:r>
            <a:rPr lang="en-US" sz="1000" kern="1200" dirty="0"/>
            <a:t> </a:t>
          </a:r>
          <a:r>
            <a:rPr lang="en-US" sz="1000" kern="1200" dirty="0" err="1"/>
            <a:t>হাঁস</a:t>
          </a:r>
          <a:endParaRPr lang="en-US" sz="1000" kern="1200" dirty="0"/>
        </a:p>
      </dsp:txBody>
      <dsp:txXfrm>
        <a:off x="5345322" y="1372774"/>
        <a:ext cx="823790" cy="511490"/>
      </dsp:txXfrm>
    </dsp:sp>
    <dsp:sp modelId="{3B7565FA-4D89-4EFC-A1D6-27F1D9D25A40}">
      <dsp:nvSpPr>
        <dsp:cNvPr id="0" name=""/>
        <dsp:cNvSpPr/>
      </dsp:nvSpPr>
      <dsp:spPr>
        <a:xfrm>
          <a:off x="1574205"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6924C9-7638-449D-BA17-D8F3280F3492}">
      <dsp:nvSpPr>
        <dsp:cNvPr id="0" name=""/>
        <dsp:cNvSpPr/>
      </dsp:nvSpPr>
      <dsp:spPr>
        <a:xfrm>
          <a:off x="1669273"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মাংস</a:t>
          </a:r>
          <a:r>
            <a:rPr lang="en-US" sz="1000" kern="1200" dirty="0"/>
            <a:t> </a:t>
          </a:r>
          <a:r>
            <a:rPr lang="en-US" sz="1000" kern="1200" dirty="0" err="1"/>
            <a:t>দেয়</a:t>
          </a:r>
          <a:endParaRPr lang="en-US" sz="1000" kern="1200" dirty="0"/>
        </a:p>
      </dsp:txBody>
      <dsp:txXfrm>
        <a:off x="1685186" y="2164932"/>
        <a:ext cx="823790" cy="511490"/>
      </dsp:txXfrm>
    </dsp:sp>
    <dsp:sp modelId="{CCE1A6E6-13C1-44FA-A64F-FC781656735D}">
      <dsp:nvSpPr>
        <dsp:cNvPr id="0" name=""/>
        <dsp:cNvSpPr/>
      </dsp:nvSpPr>
      <dsp:spPr>
        <a:xfrm>
          <a:off x="5575"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1099BA-FB07-4631-91BA-A050657EAB6B}">
      <dsp:nvSpPr>
        <dsp:cNvPr id="0" name=""/>
        <dsp:cNvSpPr/>
      </dsp:nvSpPr>
      <dsp:spPr>
        <a:xfrm>
          <a:off x="100644"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পেকিন</a:t>
          </a:r>
          <a:endParaRPr lang="en-US" sz="1000" kern="1200" dirty="0"/>
        </a:p>
      </dsp:txBody>
      <dsp:txXfrm>
        <a:off x="116557" y="2957090"/>
        <a:ext cx="823790" cy="511490"/>
      </dsp:txXfrm>
    </dsp:sp>
    <dsp:sp modelId="{279E29A9-CA71-44B8-8E00-737519DB9CCF}">
      <dsp:nvSpPr>
        <dsp:cNvPr id="0" name=""/>
        <dsp:cNvSpPr/>
      </dsp:nvSpPr>
      <dsp:spPr>
        <a:xfrm>
          <a:off x="1051328"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689F69-2B6A-4AAA-871F-7689FAB1DFE6}">
      <dsp:nvSpPr>
        <dsp:cNvPr id="0" name=""/>
        <dsp:cNvSpPr/>
      </dsp:nvSpPr>
      <dsp:spPr>
        <a:xfrm>
          <a:off x="1146397"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রোয়েন</a:t>
          </a:r>
          <a:endParaRPr lang="en-US" sz="1000" kern="1200" dirty="0"/>
        </a:p>
      </dsp:txBody>
      <dsp:txXfrm>
        <a:off x="1162310" y="2957090"/>
        <a:ext cx="823790" cy="511490"/>
      </dsp:txXfrm>
    </dsp:sp>
    <dsp:sp modelId="{FF9183ED-0443-4560-95CA-E5A3C764FE41}">
      <dsp:nvSpPr>
        <dsp:cNvPr id="0" name=""/>
        <dsp:cNvSpPr/>
      </dsp:nvSpPr>
      <dsp:spPr>
        <a:xfrm>
          <a:off x="2097081"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129D36-423A-449E-BF56-D79EAEEE6E24}">
      <dsp:nvSpPr>
        <dsp:cNvPr id="0" name=""/>
        <dsp:cNvSpPr/>
      </dsp:nvSpPr>
      <dsp:spPr>
        <a:xfrm>
          <a:off x="2192150"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মাস্কোভি</a:t>
          </a:r>
          <a:endParaRPr lang="en-US" sz="1000" kern="1200" dirty="0"/>
        </a:p>
      </dsp:txBody>
      <dsp:txXfrm>
        <a:off x="2208063" y="2957090"/>
        <a:ext cx="823790" cy="511490"/>
      </dsp:txXfrm>
    </dsp:sp>
    <dsp:sp modelId="{D11BFE97-551A-4636-AA81-DA7C8DC01673}">
      <dsp:nvSpPr>
        <dsp:cNvPr id="0" name=""/>
        <dsp:cNvSpPr/>
      </dsp:nvSpPr>
      <dsp:spPr>
        <a:xfrm>
          <a:off x="3142835"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159D15-EC63-4B16-8C90-3E1F2022F244}">
      <dsp:nvSpPr>
        <dsp:cNvPr id="0" name=""/>
        <dsp:cNvSpPr/>
      </dsp:nvSpPr>
      <dsp:spPr>
        <a:xfrm>
          <a:off x="3237903"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আইলেসবারি</a:t>
          </a:r>
          <a:endParaRPr lang="en-US" sz="1000" kern="1200" dirty="0"/>
        </a:p>
      </dsp:txBody>
      <dsp:txXfrm>
        <a:off x="3253816" y="2957090"/>
        <a:ext cx="823790" cy="511490"/>
      </dsp:txXfrm>
    </dsp:sp>
    <dsp:sp modelId="{965850F9-8C5A-4653-BF1E-DC8003916DCF}">
      <dsp:nvSpPr>
        <dsp:cNvPr id="0" name=""/>
        <dsp:cNvSpPr/>
      </dsp:nvSpPr>
      <dsp:spPr>
        <a:xfrm>
          <a:off x="5234341"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5FA8A3-5936-4F1F-B45D-E25886B3FC78}">
      <dsp:nvSpPr>
        <dsp:cNvPr id="0" name=""/>
        <dsp:cNvSpPr/>
      </dsp:nvSpPr>
      <dsp:spPr>
        <a:xfrm>
          <a:off x="5329409"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ডিম</a:t>
          </a:r>
          <a:r>
            <a:rPr lang="en-US" sz="1000" kern="1200" dirty="0"/>
            <a:t> </a:t>
          </a:r>
          <a:r>
            <a:rPr lang="en-US" sz="1000" kern="1200" dirty="0" err="1"/>
            <a:t>দেয়ঃ</a:t>
          </a:r>
          <a:endParaRPr lang="en-US" sz="1000" kern="1200" dirty="0"/>
        </a:p>
      </dsp:txBody>
      <dsp:txXfrm>
        <a:off x="5345322" y="2164932"/>
        <a:ext cx="823790" cy="511490"/>
      </dsp:txXfrm>
    </dsp:sp>
    <dsp:sp modelId="{550243F4-F727-41C4-93A0-E5AB349EB5CB}">
      <dsp:nvSpPr>
        <dsp:cNvPr id="0" name=""/>
        <dsp:cNvSpPr/>
      </dsp:nvSpPr>
      <dsp:spPr>
        <a:xfrm>
          <a:off x="4188588"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85F5C9-0639-4702-BC97-CCB10EDE861E}">
      <dsp:nvSpPr>
        <dsp:cNvPr id="0" name=""/>
        <dsp:cNvSpPr/>
      </dsp:nvSpPr>
      <dsp:spPr>
        <a:xfrm>
          <a:off x="4283656"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খাকি</a:t>
          </a:r>
          <a:r>
            <a:rPr lang="en-US" sz="1000" kern="1200" dirty="0"/>
            <a:t> </a:t>
          </a:r>
          <a:r>
            <a:rPr lang="en-US" sz="1000" kern="1200" dirty="0" err="1"/>
            <a:t>ক্যাম্বেল</a:t>
          </a:r>
          <a:endParaRPr lang="en-US" sz="1000" kern="1200" dirty="0"/>
        </a:p>
      </dsp:txBody>
      <dsp:txXfrm>
        <a:off x="4299569" y="2957090"/>
        <a:ext cx="823790" cy="511490"/>
      </dsp:txXfrm>
    </dsp:sp>
    <dsp:sp modelId="{BEF04C7D-4818-4661-B831-20B0F7B0277F}">
      <dsp:nvSpPr>
        <dsp:cNvPr id="0" name=""/>
        <dsp:cNvSpPr/>
      </dsp:nvSpPr>
      <dsp:spPr>
        <a:xfrm>
          <a:off x="5234341"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D0BD16-6744-4A0B-9140-74916DF73FA8}">
      <dsp:nvSpPr>
        <dsp:cNvPr id="0" name=""/>
        <dsp:cNvSpPr/>
      </dsp:nvSpPr>
      <dsp:spPr>
        <a:xfrm>
          <a:off x="5329409"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ইন্ডিয়ান</a:t>
          </a:r>
          <a:r>
            <a:rPr lang="en-US" sz="1000" kern="1200" dirty="0"/>
            <a:t> </a:t>
          </a:r>
          <a:r>
            <a:rPr lang="en-US" sz="1000" kern="1200" dirty="0" err="1"/>
            <a:t>রানার</a:t>
          </a:r>
          <a:endParaRPr lang="en-US" sz="1000" kern="1200" dirty="0"/>
        </a:p>
      </dsp:txBody>
      <dsp:txXfrm>
        <a:off x="5345322" y="2957090"/>
        <a:ext cx="823790" cy="511490"/>
      </dsp:txXfrm>
    </dsp:sp>
    <dsp:sp modelId="{B2D0F601-6F6E-45D4-98CB-3CF733EDAB7B}">
      <dsp:nvSpPr>
        <dsp:cNvPr id="0" name=""/>
        <dsp:cNvSpPr/>
      </dsp:nvSpPr>
      <dsp:spPr>
        <a:xfrm>
          <a:off x="6280094"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6FF0AC-C77F-4133-BD71-A64D664970E5}">
      <dsp:nvSpPr>
        <dsp:cNvPr id="0" name=""/>
        <dsp:cNvSpPr/>
      </dsp:nvSpPr>
      <dsp:spPr>
        <a:xfrm>
          <a:off x="6375162"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জিনিডিং</a:t>
          </a:r>
          <a:endParaRPr lang="en-US" sz="1000" kern="1200" dirty="0"/>
        </a:p>
      </dsp:txBody>
      <dsp:txXfrm>
        <a:off x="6391075" y="2957090"/>
        <a:ext cx="823790" cy="511490"/>
      </dsp:txXfrm>
    </dsp:sp>
    <dsp:sp modelId="{2CCFB583-8ED8-4484-9DAA-644575C75EDD}">
      <dsp:nvSpPr>
        <dsp:cNvPr id="0" name=""/>
        <dsp:cNvSpPr/>
      </dsp:nvSpPr>
      <dsp:spPr>
        <a:xfrm>
          <a:off x="8894476"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02F032-B73B-4C1A-8582-C800BABB7740}">
      <dsp:nvSpPr>
        <dsp:cNvPr id="0" name=""/>
        <dsp:cNvSpPr/>
      </dsp:nvSpPr>
      <dsp:spPr>
        <a:xfrm>
          <a:off x="8989545"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সৌন্দর্যবর্ধকঃ</a:t>
          </a:r>
          <a:endParaRPr lang="en-US" sz="1000" kern="1200" dirty="0"/>
        </a:p>
      </dsp:txBody>
      <dsp:txXfrm>
        <a:off x="9005458" y="2164932"/>
        <a:ext cx="823790" cy="511490"/>
      </dsp:txXfrm>
    </dsp:sp>
    <dsp:sp modelId="{F109968D-3D56-4AD9-A197-DC3CC82F8B42}">
      <dsp:nvSpPr>
        <dsp:cNvPr id="0" name=""/>
        <dsp:cNvSpPr/>
      </dsp:nvSpPr>
      <dsp:spPr>
        <a:xfrm>
          <a:off x="7325847"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770135-EE6A-458D-88F3-0C76F494D48B}">
      <dsp:nvSpPr>
        <dsp:cNvPr id="0" name=""/>
        <dsp:cNvSpPr/>
      </dsp:nvSpPr>
      <dsp:spPr>
        <a:xfrm>
          <a:off x="7420915"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কল</a:t>
          </a:r>
          <a:endParaRPr lang="en-US" sz="1000" kern="1200" dirty="0"/>
        </a:p>
      </dsp:txBody>
      <dsp:txXfrm>
        <a:off x="7436828" y="2957090"/>
        <a:ext cx="823790" cy="511490"/>
      </dsp:txXfrm>
    </dsp:sp>
    <dsp:sp modelId="{CAC73735-CC2E-42E1-8C90-1A05FB598D59}">
      <dsp:nvSpPr>
        <dsp:cNvPr id="0" name=""/>
        <dsp:cNvSpPr/>
      </dsp:nvSpPr>
      <dsp:spPr>
        <a:xfrm>
          <a:off x="8371600"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21078C-6871-46AF-8C3F-A995DA10BE9C}">
      <dsp:nvSpPr>
        <dsp:cNvPr id="0" name=""/>
        <dsp:cNvSpPr/>
      </dsp:nvSpPr>
      <dsp:spPr>
        <a:xfrm>
          <a:off x="8466668"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ক্রেস্টেড</a:t>
          </a:r>
          <a:endParaRPr lang="en-US" sz="1000" kern="1200" dirty="0"/>
        </a:p>
      </dsp:txBody>
      <dsp:txXfrm>
        <a:off x="8482581" y="2957090"/>
        <a:ext cx="823790" cy="511490"/>
      </dsp:txXfrm>
    </dsp:sp>
    <dsp:sp modelId="{23D8B9B4-441E-438D-914C-14113F045F91}">
      <dsp:nvSpPr>
        <dsp:cNvPr id="0" name=""/>
        <dsp:cNvSpPr/>
      </dsp:nvSpPr>
      <dsp:spPr>
        <a:xfrm>
          <a:off x="9417353"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964B0D-D3A7-4065-9BFE-39C857BAD42D}">
      <dsp:nvSpPr>
        <dsp:cNvPr id="0" name=""/>
        <dsp:cNvSpPr/>
      </dsp:nvSpPr>
      <dsp:spPr>
        <a:xfrm>
          <a:off x="9512421"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কায়াগো</a:t>
          </a:r>
          <a:endParaRPr lang="en-US" sz="1000" kern="1200" dirty="0"/>
        </a:p>
      </dsp:txBody>
      <dsp:txXfrm>
        <a:off x="9528334" y="2957090"/>
        <a:ext cx="823790" cy="511490"/>
      </dsp:txXfrm>
    </dsp:sp>
    <dsp:sp modelId="{A958B017-474E-4DAC-BADC-75FB3FEE4960}">
      <dsp:nvSpPr>
        <dsp:cNvPr id="0" name=""/>
        <dsp:cNvSpPr/>
      </dsp:nvSpPr>
      <dsp:spPr>
        <a:xfrm>
          <a:off x="10463106"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2AF250-AF9A-4EA0-BAA2-72E21D1CC1A5}">
      <dsp:nvSpPr>
        <dsp:cNvPr id="0" name=""/>
        <dsp:cNvSpPr/>
      </dsp:nvSpPr>
      <dsp:spPr>
        <a:xfrm>
          <a:off x="10558174"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ব্লু</a:t>
          </a:r>
          <a:r>
            <a:rPr lang="en-US" sz="1000" kern="1200" dirty="0"/>
            <a:t> </a:t>
          </a:r>
          <a:r>
            <a:rPr lang="en-US" sz="1000" kern="1200" dirty="0" err="1"/>
            <a:t>সুইডিশ</a:t>
          </a:r>
          <a:endParaRPr lang="en-US" sz="1000" kern="1200" dirty="0"/>
        </a:p>
      </dsp:txBody>
      <dsp:txXfrm>
        <a:off x="10574087" y="2957090"/>
        <a:ext cx="823790" cy="5114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33767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83904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11289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33026C-CD84-4AB1-B98C-25DBADB9748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7339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3026C-CD84-4AB1-B98C-25DBADB97484}"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09367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33026C-CD84-4AB1-B98C-25DBADB97484}"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10334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3026C-CD84-4AB1-B98C-25DBADB97484}"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5056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52911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B33026C-CD84-4AB1-B98C-25DBADB97484}" type="datetimeFigureOut">
              <a:rPr lang="en-US" smtClean="0"/>
              <a:t>10/13/2025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07281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25155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5084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9B33026C-CD84-4AB1-B98C-25DBADB97484}"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4540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26643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9253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B33026C-CD84-4AB1-B98C-25DBADB97484}" type="datetimeFigureOut">
              <a:rPr lang="en-US" smtClean="0"/>
              <a:t>10/13/2025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6592AA1-E721-40A2-B986-42111D4396EF}" type="slidenum">
              <a:rPr lang="en-US" smtClean="0"/>
              <a:t>‹#›</a:t>
            </a:fld>
            <a:endParaRPr lang="en-US"/>
          </a:p>
        </p:txBody>
      </p:sp>
    </p:spTree>
    <p:extLst>
      <p:ext uri="{BB962C8B-B14F-4D97-AF65-F5344CB8AC3E}">
        <p14:creationId xmlns:p14="http://schemas.microsoft.com/office/powerpoint/2010/main" val="61432393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6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6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6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7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2.xml"/><Relationship Id="rId4"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EDFE-A3E1-49FE-B561-0608A1CB1E66}"/>
              </a:ext>
            </a:extLst>
          </p:cNvPr>
          <p:cNvSpPr>
            <a:spLocks noGrp="1"/>
          </p:cNvSpPr>
          <p:nvPr>
            <p:ph type="ctrTitle"/>
          </p:nvPr>
        </p:nvSpPr>
        <p:spPr/>
        <p:txBody>
          <a:bodyPr/>
          <a:lstStyle/>
          <a:p>
            <a:r>
              <a:rPr lang="en-US" dirty="0" err="1"/>
              <a:t>কৃষি</a:t>
            </a:r>
            <a:r>
              <a:rPr lang="en-US" dirty="0"/>
              <a:t> </a:t>
            </a:r>
            <a:r>
              <a:rPr lang="en-US" dirty="0" err="1"/>
              <a:t>অর্থনীতি</a:t>
            </a:r>
            <a:r>
              <a:rPr lang="en-US" dirty="0"/>
              <a:t> ও </a:t>
            </a:r>
            <a:r>
              <a:rPr lang="en-US" dirty="0" err="1"/>
              <a:t>সমবায়</a:t>
            </a:r>
            <a:endParaRPr lang="en-US" dirty="0"/>
          </a:p>
        </p:txBody>
      </p:sp>
      <p:sp>
        <p:nvSpPr>
          <p:cNvPr id="3" name="Subtitle 2">
            <a:extLst>
              <a:ext uri="{FF2B5EF4-FFF2-40B4-BE49-F238E27FC236}">
                <a16:creationId xmlns:a16="http://schemas.microsoft.com/office/drawing/2014/main" id="{8C7DD907-26D8-40C1-AEC7-C34E7C27057E}"/>
              </a:ext>
            </a:extLst>
          </p:cNvPr>
          <p:cNvSpPr>
            <a:spLocks noGrp="1"/>
          </p:cNvSpPr>
          <p:nvPr>
            <p:ph type="subTitle" idx="1"/>
          </p:nvPr>
        </p:nvSpPr>
        <p:spPr>
          <a:xfrm>
            <a:off x="810001" y="5280846"/>
            <a:ext cx="10572000" cy="1414244"/>
          </a:xfrm>
        </p:spPr>
        <p:txBody>
          <a:bodyPr>
            <a:normAutofit/>
          </a:bodyPr>
          <a:lstStyle/>
          <a:p>
            <a:r>
              <a:rPr lang="bn-IN" sz="2400" dirty="0"/>
              <a:t>কৃষিবিদ আব্দুল্লাহ–</a:t>
            </a:r>
            <a:r>
              <a:rPr lang="en-US" sz="2400" dirty="0"/>
              <a:t> </a:t>
            </a:r>
            <a:r>
              <a:rPr lang="bn-IN" sz="2400" dirty="0"/>
              <a:t>আল- আমিন,</a:t>
            </a:r>
          </a:p>
          <a:p>
            <a:r>
              <a:rPr lang="bn-IN" sz="2400" dirty="0"/>
              <a:t>প্রভাষক, রাজেন্দ্রপুর ক্যান্টনমেন্ট পাবলিক কলেজ, গাজীপুর</a:t>
            </a:r>
            <a:endParaRPr lang="en-US" sz="2400" dirty="0"/>
          </a:p>
        </p:txBody>
      </p:sp>
    </p:spTree>
    <p:extLst>
      <p:ext uri="{BB962C8B-B14F-4D97-AF65-F5344CB8AC3E}">
        <p14:creationId xmlns:p14="http://schemas.microsoft.com/office/powerpoint/2010/main" val="54557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শস্য</a:t>
            </a:r>
            <a:r>
              <a:rPr lang="en-US" dirty="0"/>
              <a:t> </a:t>
            </a:r>
            <a:r>
              <a:rPr lang="en-US" dirty="0" err="1"/>
              <a:t>পঞ্জিকা</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6653048" y="2380432"/>
            <a:ext cx="5432935" cy="3170099"/>
          </a:xfrm>
          <a:prstGeom prst="rect">
            <a:avLst/>
          </a:prstGeom>
          <a:noFill/>
        </p:spPr>
        <p:txBody>
          <a:bodyPr wrap="square" rtlCol="0">
            <a:spAutoFit/>
          </a:bodyPr>
          <a:lstStyle/>
          <a:p>
            <a:pPr algn="ctr"/>
            <a:r>
              <a:rPr lang="en-US" sz="4000" dirty="0" err="1"/>
              <a:t>একটি</a:t>
            </a:r>
            <a:r>
              <a:rPr lang="en-US" sz="4000" dirty="0"/>
              <a:t> </a:t>
            </a:r>
            <a:r>
              <a:rPr lang="en-US" sz="4000" dirty="0" err="1"/>
              <a:t>কর্ম</a:t>
            </a:r>
            <a:r>
              <a:rPr lang="en-US" sz="4000" dirty="0"/>
              <a:t> </a:t>
            </a:r>
            <a:r>
              <a:rPr lang="en-US" sz="4000" dirty="0" err="1"/>
              <a:t>পরিকল্পনার</a:t>
            </a:r>
            <a:r>
              <a:rPr lang="en-US" sz="4000" dirty="0"/>
              <a:t> </a:t>
            </a:r>
            <a:r>
              <a:rPr lang="en-US" sz="4000" dirty="0" err="1"/>
              <a:t>ছক</a:t>
            </a:r>
            <a:r>
              <a:rPr lang="en-US" sz="4000" dirty="0"/>
              <a:t> </a:t>
            </a:r>
            <a:r>
              <a:rPr lang="en-US" sz="4000" dirty="0" err="1"/>
              <a:t>বিশেষ</a:t>
            </a:r>
            <a:r>
              <a:rPr lang="en-US" sz="4000" dirty="0"/>
              <a:t>, </a:t>
            </a:r>
            <a:r>
              <a:rPr lang="en-US" sz="4000" dirty="0" err="1"/>
              <a:t>চাষের</a:t>
            </a:r>
            <a:r>
              <a:rPr lang="en-US" sz="4000" dirty="0"/>
              <a:t> </a:t>
            </a:r>
            <a:r>
              <a:rPr lang="en-US" sz="4000" dirty="0" err="1"/>
              <a:t>যাবতীয়</a:t>
            </a:r>
            <a:r>
              <a:rPr lang="en-US" sz="4000" dirty="0"/>
              <a:t> </a:t>
            </a:r>
            <a:r>
              <a:rPr lang="en-US" sz="4000" dirty="0" err="1"/>
              <a:t>কার্যক্রমের</a:t>
            </a:r>
            <a:r>
              <a:rPr lang="en-US" sz="4000" dirty="0"/>
              <a:t> </a:t>
            </a:r>
            <a:r>
              <a:rPr lang="en-US" sz="4000" dirty="0" err="1"/>
              <a:t>কর্মসূচীকে</a:t>
            </a:r>
            <a:r>
              <a:rPr lang="en-US" sz="4000" dirty="0"/>
              <a:t> </a:t>
            </a:r>
            <a:r>
              <a:rPr lang="en-US" sz="4000" dirty="0" err="1"/>
              <a:t>শস্য</a:t>
            </a:r>
            <a:r>
              <a:rPr lang="en-US" sz="4000" dirty="0"/>
              <a:t> </a:t>
            </a:r>
            <a:r>
              <a:rPr lang="en-US" sz="4000" dirty="0" err="1"/>
              <a:t>পঞ্জিকা</a:t>
            </a:r>
            <a:r>
              <a:rPr lang="en-US" sz="4000" dirty="0"/>
              <a:t> </a:t>
            </a:r>
            <a:r>
              <a:rPr lang="en-US" sz="4000" dirty="0" err="1"/>
              <a:t>বলে</a:t>
            </a:r>
            <a:endParaRPr lang="en-US" sz="4000" dirty="0"/>
          </a:p>
        </p:txBody>
      </p:sp>
      <p:pic>
        <p:nvPicPr>
          <p:cNvPr id="1026" name="Picture 2" descr="CT Crop Calendar - SNAP4CT">
            <a:extLst>
              <a:ext uri="{FF2B5EF4-FFF2-40B4-BE49-F238E27FC236}">
                <a16:creationId xmlns:a16="http://schemas.microsoft.com/office/drawing/2014/main" id="{2FDA1BF7-25B0-9374-B669-53A26D3CF6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328" y="2234519"/>
            <a:ext cx="5275237" cy="4077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987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শস্য</a:t>
            </a:r>
            <a:r>
              <a:rPr lang="en-US" dirty="0"/>
              <a:t> </a:t>
            </a:r>
            <a:r>
              <a:rPr lang="en-US" dirty="0" err="1"/>
              <a:t>পঞ্জিকার</a:t>
            </a:r>
            <a:r>
              <a:rPr lang="en-US" dirty="0"/>
              <a:t> </a:t>
            </a:r>
            <a:r>
              <a:rPr lang="en-US" dirty="0" err="1"/>
              <a:t>গুরুত্ব</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6653048" y="2380432"/>
            <a:ext cx="5432935" cy="3293209"/>
          </a:xfrm>
          <a:prstGeom prst="rect">
            <a:avLst/>
          </a:prstGeom>
          <a:noFill/>
        </p:spPr>
        <p:txBody>
          <a:bodyPr wrap="square" rtlCol="0">
            <a:spAutoFit/>
          </a:bodyPr>
          <a:lstStyle/>
          <a:p>
            <a:pPr marL="742950" indent="-742950">
              <a:buAutoNum type="arabicParenR"/>
            </a:pPr>
            <a:r>
              <a:rPr lang="en-US" sz="2400" dirty="0" err="1"/>
              <a:t>বপনকাল</a:t>
            </a:r>
            <a:r>
              <a:rPr lang="en-US" sz="2400" dirty="0"/>
              <a:t> </a:t>
            </a:r>
            <a:r>
              <a:rPr lang="en-US" sz="2400" dirty="0" err="1"/>
              <a:t>জানা</a:t>
            </a:r>
            <a:r>
              <a:rPr lang="en-US" sz="2400" dirty="0"/>
              <a:t> </a:t>
            </a:r>
            <a:r>
              <a:rPr lang="en-US" sz="2400" dirty="0" err="1"/>
              <a:t>যায়</a:t>
            </a:r>
            <a:endParaRPr lang="en-US" sz="2400" dirty="0"/>
          </a:p>
          <a:p>
            <a:pPr marL="742950" indent="-742950">
              <a:buAutoNum type="arabicParenR"/>
            </a:pPr>
            <a:r>
              <a:rPr lang="en-US" sz="2400" dirty="0" err="1"/>
              <a:t>তালিকা</a:t>
            </a:r>
            <a:r>
              <a:rPr lang="en-US" sz="2400" dirty="0"/>
              <a:t> </a:t>
            </a:r>
            <a:r>
              <a:rPr lang="en-US" sz="2400" dirty="0" err="1"/>
              <a:t>পাওয়া</a:t>
            </a:r>
            <a:r>
              <a:rPr lang="en-US" sz="2400" dirty="0"/>
              <a:t> </a:t>
            </a:r>
            <a:r>
              <a:rPr lang="en-US" sz="2400" dirty="0" err="1"/>
              <a:t>যায়</a:t>
            </a:r>
            <a:endParaRPr lang="en-US" sz="2400" dirty="0"/>
          </a:p>
          <a:p>
            <a:pPr marL="742950" indent="-742950">
              <a:buAutoNum type="arabicParenR"/>
            </a:pPr>
            <a:r>
              <a:rPr lang="en-US" sz="2400" dirty="0" err="1"/>
              <a:t>বহুমূখী</a:t>
            </a:r>
            <a:r>
              <a:rPr lang="en-US" sz="2400" dirty="0"/>
              <a:t> </a:t>
            </a:r>
            <a:r>
              <a:rPr lang="en-US" sz="2400" dirty="0" err="1"/>
              <a:t>চাষের</a:t>
            </a:r>
            <a:r>
              <a:rPr lang="en-US" sz="2400" dirty="0"/>
              <a:t> </a:t>
            </a:r>
            <a:r>
              <a:rPr lang="en-US" sz="2400" dirty="0" err="1"/>
              <a:t>পরিকল্পনা</a:t>
            </a:r>
            <a:endParaRPr lang="en-US" sz="2400" dirty="0"/>
          </a:p>
          <a:p>
            <a:pPr marL="742950" indent="-742950">
              <a:buAutoNum type="arabicParenR"/>
            </a:pPr>
            <a:r>
              <a:rPr lang="en-US" sz="2400" dirty="0" err="1"/>
              <a:t>সঠিক</a:t>
            </a:r>
            <a:r>
              <a:rPr lang="en-US" sz="2400" dirty="0"/>
              <a:t> </a:t>
            </a:r>
            <a:r>
              <a:rPr lang="en-US" sz="2400" dirty="0" err="1"/>
              <a:t>ফসল</a:t>
            </a:r>
            <a:r>
              <a:rPr lang="en-US" sz="2400" dirty="0"/>
              <a:t> </a:t>
            </a:r>
            <a:r>
              <a:rPr lang="en-US" sz="2400" dirty="0" err="1"/>
              <a:t>নির্বাচন</a:t>
            </a:r>
            <a:endParaRPr lang="en-US" sz="2400" dirty="0"/>
          </a:p>
          <a:p>
            <a:pPr marL="742950" indent="-742950">
              <a:buAutoNum type="arabicParenR"/>
            </a:pPr>
            <a:r>
              <a:rPr lang="en-US" sz="2400" dirty="0" err="1"/>
              <a:t>শ্রমের</a:t>
            </a:r>
            <a:r>
              <a:rPr lang="en-US" sz="2400" dirty="0"/>
              <a:t> </a:t>
            </a:r>
            <a:r>
              <a:rPr lang="en-US" sz="2400" dirty="0" err="1"/>
              <a:t>সুষ্ঠ</a:t>
            </a:r>
            <a:r>
              <a:rPr lang="en-US" sz="2400" dirty="0"/>
              <a:t> </a:t>
            </a:r>
            <a:r>
              <a:rPr lang="en-US" sz="2400" dirty="0" err="1"/>
              <a:t>ব্যাবহার</a:t>
            </a:r>
            <a:endParaRPr lang="en-US" sz="2400" dirty="0"/>
          </a:p>
          <a:p>
            <a:pPr marL="742950" indent="-742950">
              <a:buAutoNum type="arabicParenR"/>
            </a:pPr>
            <a:r>
              <a:rPr lang="en-US" sz="2400" dirty="0" err="1"/>
              <a:t>আয়</a:t>
            </a:r>
            <a:r>
              <a:rPr lang="en-US" sz="2400" dirty="0"/>
              <a:t> ও </a:t>
            </a:r>
            <a:r>
              <a:rPr lang="en-US" sz="2400" dirty="0" err="1"/>
              <a:t>ব্যায়ের</a:t>
            </a:r>
            <a:r>
              <a:rPr lang="en-US" sz="2400" dirty="0"/>
              <a:t> </a:t>
            </a:r>
            <a:r>
              <a:rPr lang="en-US" sz="2400" dirty="0" err="1"/>
              <a:t>ধারনা</a:t>
            </a:r>
            <a:endParaRPr lang="en-US" sz="2400" dirty="0"/>
          </a:p>
          <a:p>
            <a:pPr marL="742950" indent="-742950">
              <a:buAutoNum type="arabicParenR"/>
            </a:pPr>
            <a:r>
              <a:rPr lang="en-US" sz="2400" dirty="0" err="1"/>
              <a:t>দুই</a:t>
            </a:r>
            <a:r>
              <a:rPr lang="en-US" sz="2400" dirty="0"/>
              <a:t> </a:t>
            </a:r>
            <a:r>
              <a:rPr lang="en-US" sz="2400" dirty="0" err="1"/>
              <a:t>প্রকার</a:t>
            </a:r>
            <a:r>
              <a:rPr lang="en-US" sz="2400" dirty="0"/>
              <a:t>, </a:t>
            </a:r>
            <a:r>
              <a:rPr lang="en-US" sz="2400" dirty="0" err="1"/>
              <a:t>সারনীমূলক</a:t>
            </a:r>
            <a:r>
              <a:rPr lang="en-US" sz="2400" dirty="0"/>
              <a:t>, </a:t>
            </a:r>
            <a:r>
              <a:rPr lang="en-US" sz="2400" dirty="0" err="1"/>
              <a:t>বর্ননামূলক</a:t>
            </a:r>
            <a:endParaRPr lang="en-US" sz="2400" dirty="0"/>
          </a:p>
          <a:p>
            <a:endParaRPr lang="en-US" sz="4000" dirty="0"/>
          </a:p>
        </p:txBody>
      </p:sp>
      <p:pic>
        <p:nvPicPr>
          <p:cNvPr id="1026" name="Picture 2" descr="CT Crop Calendar - SNAP4CT">
            <a:extLst>
              <a:ext uri="{FF2B5EF4-FFF2-40B4-BE49-F238E27FC236}">
                <a16:creationId xmlns:a16="http://schemas.microsoft.com/office/drawing/2014/main" id="{2FDA1BF7-25B0-9374-B669-53A26D3CF6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328" y="2234519"/>
            <a:ext cx="5275237" cy="4077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5942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শস্য</a:t>
            </a:r>
            <a:r>
              <a:rPr lang="en-US" dirty="0"/>
              <a:t> </a:t>
            </a:r>
            <a:r>
              <a:rPr lang="en-US" dirty="0" err="1"/>
              <a:t>পর্যায়</a:t>
            </a:r>
            <a:r>
              <a:rPr lang="en-US" dirty="0"/>
              <a:t> ও </a:t>
            </a:r>
            <a:r>
              <a:rPr lang="en-US" dirty="0" err="1"/>
              <a:t>বিন্যাস</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5215812" y="2380432"/>
            <a:ext cx="6870171" cy="4401205"/>
          </a:xfrm>
          <a:prstGeom prst="rect">
            <a:avLst/>
          </a:prstGeom>
          <a:noFill/>
        </p:spPr>
        <p:txBody>
          <a:bodyPr wrap="square" rtlCol="0">
            <a:spAutoFit/>
          </a:bodyPr>
          <a:lstStyle/>
          <a:p>
            <a:pPr marL="742950" indent="-742950">
              <a:buAutoNum type="arabicParenR"/>
            </a:pPr>
            <a:r>
              <a:rPr lang="en-US" sz="4000" dirty="0"/>
              <a:t>একই </a:t>
            </a:r>
            <a:r>
              <a:rPr lang="en-US" sz="4000" dirty="0" err="1"/>
              <a:t>জমিতে</a:t>
            </a:r>
            <a:r>
              <a:rPr lang="en-US" sz="4000" dirty="0"/>
              <a:t> এক </a:t>
            </a:r>
            <a:r>
              <a:rPr lang="en-US" sz="4000" dirty="0" err="1"/>
              <a:t>ফসল</a:t>
            </a:r>
            <a:r>
              <a:rPr lang="en-US" sz="4000" dirty="0"/>
              <a:t> </a:t>
            </a:r>
            <a:r>
              <a:rPr lang="en-US" sz="4000" dirty="0" err="1"/>
              <a:t>চাষ</a:t>
            </a:r>
            <a:r>
              <a:rPr lang="en-US" sz="4000" dirty="0"/>
              <a:t> </a:t>
            </a:r>
            <a:r>
              <a:rPr lang="en-US" sz="4000" dirty="0" err="1"/>
              <a:t>না</a:t>
            </a:r>
            <a:r>
              <a:rPr lang="en-US" sz="4000" dirty="0"/>
              <a:t> </a:t>
            </a:r>
            <a:r>
              <a:rPr lang="en-US" sz="4000" dirty="0" err="1"/>
              <a:t>করে</a:t>
            </a:r>
            <a:r>
              <a:rPr lang="en-US" sz="4000" dirty="0"/>
              <a:t> </a:t>
            </a:r>
            <a:r>
              <a:rPr lang="en-US" sz="4000" dirty="0" err="1"/>
              <a:t>পরের</a:t>
            </a:r>
            <a:r>
              <a:rPr lang="en-US" sz="4000" dirty="0"/>
              <a:t> বছর </a:t>
            </a:r>
            <a:r>
              <a:rPr lang="en-US" sz="4000" dirty="0" err="1"/>
              <a:t>ভিন্ন</a:t>
            </a:r>
            <a:r>
              <a:rPr lang="en-US" sz="4000" dirty="0"/>
              <a:t> </a:t>
            </a:r>
            <a:r>
              <a:rPr lang="en-US" sz="4000" dirty="0" err="1"/>
              <a:t>ফসল</a:t>
            </a:r>
            <a:r>
              <a:rPr lang="en-US" sz="4000" dirty="0"/>
              <a:t> </a:t>
            </a:r>
            <a:r>
              <a:rPr lang="en-US" sz="4000" dirty="0" err="1"/>
              <a:t>পর্যায়ক্রমিক</a:t>
            </a:r>
            <a:r>
              <a:rPr lang="en-US" sz="4000" dirty="0"/>
              <a:t> </a:t>
            </a:r>
            <a:r>
              <a:rPr lang="en-US" sz="4000" dirty="0" err="1"/>
              <a:t>চাষ</a:t>
            </a:r>
            <a:r>
              <a:rPr lang="en-US" sz="4000" dirty="0"/>
              <a:t> </a:t>
            </a:r>
            <a:r>
              <a:rPr lang="en-US" sz="4000" dirty="0" err="1"/>
              <a:t>করাকে</a:t>
            </a:r>
            <a:r>
              <a:rPr lang="en-US" sz="4000" dirty="0"/>
              <a:t> </a:t>
            </a:r>
            <a:r>
              <a:rPr lang="en-US" sz="4000" dirty="0" err="1"/>
              <a:t>শস্য</a:t>
            </a:r>
            <a:r>
              <a:rPr lang="en-US" sz="4000" dirty="0"/>
              <a:t> </a:t>
            </a:r>
            <a:r>
              <a:rPr lang="en-US" sz="4000" dirty="0" err="1"/>
              <a:t>পর্যায়</a:t>
            </a:r>
            <a:r>
              <a:rPr lang="en-US" sz="4000" dirty="0"/>
              <a:t> </a:t>
            </a:r>
            <a:r>
              <a:rPr lang="en-US" sz="4000" dirty="0" err="1"/>
              <a:t>বলে</a:t>
            </a:r>
            <a:endParaRPr lang="en-US" sz="4000" dirty="0"/>
          </a:p>
          <a:p>
            <a:pPr marL="742950" indent="-742950">
              <a:buAutoNum type="arabicParenR"/>
            </a:pPr>
            <a:r>
              <a:rPr lang="en-US" sz="4000" dirty="0"/>
              <a:t>এক </a:t>
            </a:r>
            <a:r>
              <a:rPr lang="en-US" sz="4000" dirty="0" err="1"/>
              <a:t>বছরে</a:t>
            </a:r>
            <a:r>
              <a:rPr lang="en-US" sz="4000" dirty="0"/>
              <a:t> </a:t>
            </a:r>
            <a:r>
              <a:rPr lang="en-US" sz="4000" dirty="0" err="1"/>
              <a:t>যে</a:t>
            </a:r>
            <a:r>
              <a:rPr lang="en-US" sz="4000" dirty="0"/>
              <a:t> </a:t>
            </a:r>
            <a:r>
              <a:rPr lang="en-US" sz="4000" dirty="0" err="1"/>
              <a:t>পরযায়ক্রম</a:t>
            </a:r>
            <a:r>
              <a:rPr lang="en-US" sz="4000" dirty="0"/>
              <a:t> </a:t>
            </a:r>
            <a:r>
              <a:rPr lang="en-US" sz="4000" dirty="0" err="1"/>
              <a:t>অনুসরণ</a:t>
            </a:r>
            <a:r>
              <a:rPr lang="en-US" sz="4000" dirty="0"/>
              <a:t> </a:t>
            </a:r>
            <a:r>
              <a:rPr lang="en-US" sz="4000" dirty="0" err="1"/>
              <a:t>করা</a:t>
            </a:r>
            <a:r>
              <a:rPr lang="en-US" sz="4000" dirty="0"/>
              <a:t> </a:t>
            </a:r>
            <a:r>
              <a:rPr lang="en-US" sz="4000" dirty="0" err="1"/>
              <a:t>হয়</a:t>
            </a:r>
            <a:r>
              <a:rPr lang="en-US" sz="4000" dirty="0"/>
              <a:t> </a:t>
            </a:r>
            <a:r>
              <a:rPr lang="en-US" sz="4000" dirty="0" err="1"/>
              <a:t>তাকে</a:t>
            </a:r>
            <a:r>
              <a:rPr lang="en-US" sz="4000" dirty="0"/>
              <a:t> </a:t>
            </a:r>
            <a:r>
              <a:rPr lang="en-US" sz="4000" dirty="0" err="1"/>
              <a:t>ফসল</a:t>
            </a:r>
            <a:r>
              <a:rPr lang="en-US" sz="4000" dirty="0"/>
              <a:t> </a:t>
            </a:r>
            <a:r>
              <a:rPr lang="en-US" sz="4000" dirty="0" err="1"/>
              <a:t>বিন্যাস</a:t>
            </a:r>
            <a:r>
              <a:rPr lang="en-US" sz="4000" dirty="0"/>
              <a:t> </a:t>
            </a:r>
            <a:r>
              <a:rPr lang="en-US" sz="4000" dirty="0" err="1"/>
              <a:t>বলে</a:t>
            </a:r>
            <a:endParaRPr lang="en-US" sz="4000" dirty="0"/>
          </a:p>
        </p:txBody>
      </p:sp>
      <p:pic>
        <p:nvPicPr>
          <p:cNvPr id="2050" name="Picture 2" descr="The Importance of Crop Rotations for Pest and Disease Management | Grow  Smart® Live">
            <a:extLst>
              <a:ext uri="{FF2B5EF4-FFF2-40B4-BE49-F238E27FC236}">
                <a16:creationId xmlns:a16="http://schemas.microsoft.com/office/drawing/2014/main" id="{9D46B91D-751A-771E-B7FB-7089C45EF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24426"/>
            <a:ext cx="4536782" cy="25542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ropping System and Cropping Pattern - UPSC IAS - UPSC Notes » LotusArise">
            <a:extLst>
              <a:ext uri="{FF2B5EF4-FFF2-40B4-BE49-F238E27FC236}">
                <a16:creationId xmlns:a16="http://schemas.microsoft.com/office/drawing/2014/main" id="{66BE85A3-809C-FE85-5F56-F44FB5B2C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62373"/>
            <a:ext cx="4506686" cy="2222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0265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শস্য</a:t>
            </a:r>
            <a:r>
              <a:rPr lang="en-US" dirty="0"/>
              <a:t> </a:t>
            </a:r>
            <a:r>
              <a:rPr lang="en-US" dirty="0" err="1"/>
              <a:t>পর্যায়ের</a:t>
            </a:r>
            <a:r>
              <a:rPr lang="en-US" dirty="0"/>
              <a:t> </a:t>
            </a:r>
            <a:r>
              <a:rPr lang="en-US" dirty="0" err="1"/>
              <a:t>নীতিমালা</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5215812" y="2380432"/>
            <a:ext cx="6870171" cy="4154984"/>
          </a:xfrm>
          <a:prstGeom prst="rect">
            <a:avLst/>
          </a:prstGeom>
          <a:noFill/>
        </p:spPr>
        <p:txBody>
          <a:bodyPr wrap="square" rtlCol="0">
            <a:spAutoFit/>
          </a:bodyPr>
          <a:lstStyle/>
          <a:p>
            <a:pPr marL="742950" indent="-742950">
              <a:buAutoNum type="arabicParenR"/>
            </a:pPr>
            <a:r>
              <a:rPr lang="en-US" sz="2400" dirty="0" err="1"/>
              <a:t>স্থানীয়</a:t>
            </a:r>
            <a:r>
              <a:rPr lang="en-US" sz="2400" dirty="0"/>
              <a:t> </a:t>
            </a:r>
            <a:r>
              <a:rPr lang="en-US" sz="2400" dirty="0" err="1"/>
              <a:t>মাটি</a:t>
            </a:r>
            <a:r>
              <a:rPr lang="en-US" sz="2400" dirty="0"/>
              <a:t> ও </a:t>
            </a:r>
            <a:r>
              <a:rPr lang="en-US" sz="2400" dirty="0" err="1"/>
              <a:t>জলবায়ুর</a:t>
            </a:r>
            <a:r>
              <a:rPr lang="en-US" sz="2400" dirty="0"/>
              <a:t> </a:t>
            </a:r>
            <a:r>
              <a:rPr lang="en-US" sz="2400" dirty="0" err="1"/>
              <a:t>সাথে</a:t>
            </a:r>
            <a:r>
              <a:rPr lang="en-US" sz="2400" dirty="0"/>
              <a:t> </a:t>
            </a:r>
            <a:r>
              <a:rPr lang="en-US" sz="2400" dirty="0" err="1"/>
              <a:t>মিল</a:t>
            </a:r>
            <a:r>
              <a:rPr lang="en-US" sz="2400" dirty="0"/>
              <a:t> </a:t>
            </a:r>
            <a:r>
              <a:rPr lang="en-US" sz="2400" dirty="0" err="1"/>
              <a:t>থাকবে</a:t>
            </a:r>
            <a:endParaRPr lang="en-US" sz="2400" dirty="0"/>
          </a:p>
          <a:p>
            <a:pPr marL="742950" indent="-742950">
              <a:buAutoNum type="arabicParenR"/>
            </a:pPr>
            <a:r>
              <a:rPr lang="en-US" sz="2400" dirty="0" err="1"/>
              <a:t>অধিক</a:t>
            </a:r>
            <a:r>
              <a:rPr lang="en-US" sz="2400" dirty="0"/>
              <a:t> </a:t>
            </a:r>
            <a:r>
              <a:rPr lang="en-US" sz="2400" dirty="0" err="1"/>
              <a:t>খাদ্য</a:t>
            </a:r>
            <a:r>
              <a:rPr lang="en-US" sz="2400" dirty="0"/>
              <a:t> </a:t>
            </a:r>
            <a:r>
              <a:rPr lang="en-US" sz="2400" dirty="0" err="1"/>
              <a:t>গ্রহণকারী</a:t>
            </a:r>
            <a:r>
              <a:rPr lang="en-US" sz="2400" dirty="0"/>
              <a:t> </a:t>
            </a:r>
            <a:r>
              <a:rPr lang="en-US" sz="2400" dirty="0" err="1"/>
              <a:t>গাছের</a:t>
            </a:r>
            <a:r>
              <a:rPr lang="en-US" sz="2400" dirty="0"/>
              <a:t> </a:t>
            </a:r>
            <a:r>
              <a:rPr lang="en-US" sz="2400" dirty="0" err="1"/>
              <a:t>আগে</a:t>
            </a:r>
            <a:r>
              <a:rPr lang="en-US" sz="2400" dirty="0"/>
              <a:t> </a:t>
            </a:r>
            <a:r>
              <a:rPr lang="en-US" sz="2400" dirty="0" err="1"/>
              <a:t>সবুজ</a:t>
            </a:r>
            <a:r>
              <a:rPr lang="en-US" sz="2400" dirty="0"/>
              <a:t> </a:t>
            </a:r>
            <a:r>
              <a:rPr lang="en-US" sz="2400" dirty="0" err="1"/>
              <a:t>সার</a:t>
            </a:r>
            <a:r>
              <a:rPr lang="en-US" sz="2400" dirty="0"/>
              <a:t> </a:t>
            </a:r>
            <a:r>
              <a:rPr lang="en-US" sz="2400" dirty="0" err="1"/>
              <a:t>জাতীয়</a:t>
            </a:r>
            <a:r>
              <a:rPr lang="en-US" sz="2400" dirty="0"/>
              <a:t> </a:t>
            </a:r>
            <a:r>
              <a:rPr lang="en-US" sz="2400" dirty="0" err="1"/>
              <a:t>ফসল</a:t>
            </a:r>
            <a:r>
              <a:rPr lang="en-US" sz="2400" dirty="0"/>
              <a:t> </a:t>
            </a:r>
            <a:r>
              <a:rPr lang="en-US" sz="2400" dirty="0" err="1"/>
              <a:t>লাগাতে</a:t>
            </a:r>
            <a:r>
              <a:rPr lang="en-US" sz="2400" dirty="0"/>
              <a:t> </a:t>
            </a:r>
            <a:r>
              <a:rPr lang="en-US" sz="2400" dirty="0" err="1"/>
              <a:t>হবে</a:t>
            </a:r>
            <a:endParaRPr lang="en-US" sz="2400" dirty="0"/>
          </a:p>
          <a:p>
            <a:pPr marL="742950" indent="-742950">
              <a:buAutoNum type="arabicParenR"/>
            </a:pPr>
            <a:r>
              <a:rPr lang="en-US" sz="2400" dirty="0" err="1"/>
              <a:t>অগভীর</a:t>
            </a:r>
            <a:r>
              <a:rPr lang="en-US" sz="2400" dirty="0"/>
              <a:t> </a:t>
            </a:r>
            <a:r>
              <a:rPr lang="en-US" sz="2400" dirty="0" err="1"/>
              <a:t>মূলের</a:t>
            </a:r>
            <a:r>
              <a:rPr lang="en-US" sz="2400" dirty="0"/>
              <a:t> </a:t>
            </a:r>
            <a:r>
              <a:rPr lang="en-US" sz="2400" dirty="0" err="1"/>
              <a:t>ফসলের</a:t>
            </a:r>
            <a:r>
              <a:rPr lang="en-US" sz="2400" dirty="0"/>
              <a:t> </a:t>
            </a:r>
            <a:r>
              <a:rPr lang="en-US" sz="2400" dirty="0" err="1"/>
              <a:t>পরে</a:t>
            </a:r>
            <a:r>
              <a:rPr lang="en-US" sz="2400" dirty="0"/>
              <a:t> </a:t>
            </a:r>
            <a:r>
              <a:rPr lang="en-US" sz="2400" dirty="0" err="1"/>
              <a:t>গভীর</a:t>
            </a:r>
            <a:r>
              <a:rPr lang="en-US" sz="2400" dirty="0"/>
              <a:t> </a:t>
            </a:r>
            <a:r>
              <a:rPr lang="en-US" sz="2400" dirty="0" err="1"/>
              <a:t>মূলের</a:t>
            </a:r>
            <a:r>
              <a:rPr lang="en-US" sz="2400" dirty="0"/>
              <a:t> </a:t>
            </a:r>
            <a:r>
              <a:rPr lang="en-US" sz="2400" dirty="0" err="1"/>
              <a:t>ফসল</a:t>
            </a:r>
            <a:r>
              <a:rPr lang="en-US" sz="2400" dirty="0"/>
              <a:t> </a:t>
            </a:r>
            <a:r>
              <a:rPr lang="en-US" sz="2400" dirty="0" err="1"/>
              <a:t>লাগাতে</a:t>
            </a:r>
            <a:r>
              <a:rPr lang="en-US" sz="2400" dirty="0"/>
              <a:t> </a:t>
            </a:r>
            <a:r>
              <a:rPr lang="en-US" sz="2400" dirty="0" err="1"/>
              <a:t>হবে</a:t>
            </a:r>
            <a:endParaRPr lang="en-US" sz="2400" dirty="0"/>
          </a:p>
          <a:p>
            <a:pPr marL="742950" indent="-742950">
              <a:buAutoNum type="arabicParenR"/>
            </a:pPr>
            <a:r>
              <a:rPr lang="en-US" sz="2400" dirty="0" err="1"/>
              <a:t>ভূমি</a:t>
            </a:r>
            <a:r>
              <a:rPr lang="en-US" sz="2400" dirty="0"/>
              <a:t> </a:t>
            </a:r>
            <a:r>
              <a:rPr lang="en-US" sz="2400" dirty="0" err="1"/>
              <a:t>ক্ষয়রোধী</a:t>
            </a:r>
            <a:r>
              <a:rPr lang="en-US" sz="2400" dirty="0"/>
              <a:t> </a:t>
            </a:r>
            <a:r>
              <a:rPr lang="en-US" sz="2400" dirty="0" err="1"/>
              <a:t>ফসল</a:t>
            </a:r>
            <a:r>
              <a:rPr lang="en-US" sz="2400" dirty="0"/>
              <a:t> </a:t>
            </a:r>
            <a:r>
              <a:rPr lang="en-US" sz="2400" dirty="0" err="1"/>
              <a:t>নির্ধারণ</a:t>
            </a:r>
            <a:r>
              <a:rPr lang="en-US" sz="2400" dirty="0"/>
              <a:t> </a:t>
            </a:r>
            <a:r>
              <a:rPr lang="en-US" sz="2400" dirty="0" err="1"/>
              <a:t>করা</a:t>
            </a:r>
            <a:endParaRPr lang="en-US" sz="2400" dirty="0"/>
          </a:p>
          <a:p>
            <a:pPr marL="742950" indent="-742950">
              <a:buAutoNum type="arabicParenR"/>
            </a:pPr>
            <a:r>
              <a:rPr lang="en-US" sz="2400" dirty="0" err="1"/>
              <a:t>সেচ</a:t>
            </a:r>
            <a:r>
              <a:rPr lang="en-US" sz="2400" dirty="0"/>
              <a:t> </a:t>
            </a:r>
            <a:r>
              <a:rPr lang="en-US" sz="2400" dirty="0" err="1"/>
              <a:t>সুবিধা</a:t>
            </a:r>
            <a:r>
              <a:rPr lang="en-US" sz="2400" dirty="0"/>
              <a:t>, </a:t>
            </a:r>
            <a:r>
              <a:rPr lang="en-US" sz="2400" dirty="0" err="1"/>
              <a:t>শ্রমিকের</a:t>
            </a:r>
            <a:r>
              <a:rPr lang="en-US" sz="2400" dirty="0"/>
              <a:t> </a:t>
            </a:r>
            <a:r>
              <a:rPr lang="en-US" sz="2400" dirty="0" err="1"/>
              <a:t>প্রাপ্যতা</a:t>
            </a:r>
            <a:r>
              <a:rPr lang="en-US" sz="2400" dirty="0"/>
              <a:t> </a:t>
            </a:r>
            <a:r>
              <a:rPr lang="en-US" sz="2400" dirty="0" err="1"/>
              <a:t>বিবেচনা</a:t>
            </a:r>
            <a:endParaRPr lang="en-US" sz="2400" dirty="0"/>
          </a:p>
          <a:p>
            <a:pPr marL="742950" indent="-742950">
              <a:buAutoNum type="arabicParenR"/>
            </a:pPr>
            <a:endParaRPr lang="en-US" sz="2400" dirty="0"/>
          </a:p>
          <a:p>
            <a:pPr marL="742950" indent="-742950">
              <a:buAutoNum type="arabicParenR"/>
            </a:pPr>
            <a:endParaRPr lang="en-US" sz="2400" dirty="0"/>
          </a:p>
          <a:p>
            <a:r>
              <a:rPr lang="en-US" sz="2400" dirty="0" err="1"/>
              <a:t>খরিপ</a:t>
            </a:r>
            <a:r>
              <a:rPr lang="en-US" sz="2400" dirty="0"/>
              <a:t>- </a:t>
            </a:r>
            <a:r>
              <a:rPr lang="en-US" sz="2400" dirty="0" err="1"/>
              <a:t>আউশ</a:t>
            </a:r>
            <a:r>
              <a:rPr lang="en-US" sz="2400" dirty="0"/>
              <a:t>- </a:t>
            </a:r>
            <a:r>
              <a:rPr lang="en-US" sz="2400" dirty="0" err="1"/>
              <a:t>পাট-বেগুন</a:t>
            </a:r>
            <a:r>
              <a:rPr lang="en-US" sz="2400" dirty="0"/>
              <a:t>- </a:t>
            </a:r>
            <a:r>
              <a:rPr lang="en-US" sz="2400" dirty="0" err="1"/>
              <a:t>আখ</a:t>
            </a:r>
            <a:br>
              <a:rPr lang="en-US" sz="2400" dirty="0"/>
            </a:br>
            <a:r>
              <a:rPr lang="en-US" sz="2400" dirty="0" err="1"/>
              <a:t>রবি</a:t>
            </a:r>
            <a:r>
              <a:rPr lang="en-US" sz="2400" dirty="0"/>
              <a:t>-   </a:t>
            </a:r>
            <a:r>
              <a:rPr lang="en-US" sz="2400" dirty="0" err="1"/>
              <a:t>ছোলা-সরিষা</a:t>
            </a:r>
            <a:r>
              <a:rPr lang="en-US" sz="2400" dirty="0"/>
              <a:t>- </a:t>
            </a:r>
            <a:r>
              <a:rPr lang="en-US" sz="2400" dirty="0" err="1"/>
              <a:t>বরবটি</a:t>
            </a:r>
            <a:r>
              <a:rPr lang="en-US" sz="2400" dirty="0"/>
              <a:t> –</a:t>
            </a:r>
            <a:r>
              <a:rPr lang="en-US" sz="2400" dirty="0" err="1"/>
              <a:t>আখ</a:t>
            </a:r>
            <a:r>
              <a:rPr lang="en-US" sz="2400" dirty="0"/>
              <a:t>		</a:t>
            </a:r>
          </a:p>
        </p:txBody>
      </p:sp>
      <p:pic>
        <p:nvPicPr>
          <p:cNvPr id="2050" name="Picture 2" descr="The Importance of Crop Rotations for Pest and Disease Management | Grow  Smart® Live">
            <a:extLst>
              <a:ext uri="{FF2B5EF4-FFF2-40B4-BE49-F238E27FC236}">
                <a16:creationId xmlns:a16="http://schemas.microsoft.com/office/drawing/2014/main" id="{9D46B91D-751A-771E-B7FB-7089C45EF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82" y="2708197"/>
            <a:ext cx="4536782" cy="255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845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শস্য</a:t>
            </a:r>
            <a:r>
              <a:rPr lang="en-US" dirty="0"/>
              <a:t> </a:t>
            </a:r>
            <a:r>
              <a:rPr lang="en-US" dirty="0" err="1"/>
              <a:t>পর্যায়ের</a:t>
            </a:r>
            <a:r>
              <a:rPr lang="en-US" dirty="0"/>
              <a:t> </a:t>
            </a:r>
            <a:r>
              <a:rPr lang="en-US" dirty="0" err="1"/>
              <a:t>উপকারিতা</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5215812" y="2380432"/>
            <a:ext cx="6870171" cy="2308324"/>
          </a:xfrm>
          <a:prstGeom prst="rect">
            <a:avLst/>
          </a:prstGeom>
          <a:noFill/>
        </p:spPr>
        <p:txBody>
          <a:bodyPr wrap="square" rtlCol="0">
            <a:spAutoFit/>
          </a:bodyPr>
          <a:lstStyle/>
          <a:p>
            <a:pPr marL="742950" indent="-742950">
              <a:buAutoNum type="arabicParenR"/>
            </a:pPr>
            <a:r>
              <a:rPr lang="en-US" sz="2400" dirty="0" err="1"/>
              <a:t>রোগ</a:t>
            </a:r>
            <a:r>
              <a:rPr lang="en-US" sz="2400" dirty="0"/>
              <a:t> </a:t>
            </a:r>
            <a:r>
              <a:rPr lang="en-US" sz="2400" dirty="0" err="1"/>
              <a:t>দমন</a:t>
            </a:r>
            <a:r>
              <a:rPr lang="en-US" sz="2400" dirty="0"/>
              <a:t>, </a:t>
            </a:r>
          </a:p>
          <a:p>
            <a:pPr marL="742950" indent="-742950">
              <a:buAutoNum type="arabicParenR"/>
            </a:pPr>
            <a:r>
              <a:rPr lang="en-US" sz="2400" dirty="0" err="1"/>
              <a:t>ভুমিক্ষয়</a:t>
            </a:r>
            <a:r>
              <a:rPr lang="en-US" sz="2400" dirty="0"/>
              <a:t> </a:t>
            </a:r>
            <a:r>
              <a:rPr lang="en-US" sz="2400" dirty="0" err="1"/>
              <a:t>রোধ</a:t>
            </a:r>
            <a:endParaRPr lang="en-US" sz="2400" dirty="0"/>
          </a:p>
          <a:p>
            <a:pPr marL="742950" indent="-742950">
              <a:buAutoNum type="arabicParenR"/>
            </a:pPr>
            <a:r>
              <a:rPr lang="en-US" sz="2400" dirty="0" err="1"/>
              <a:t>অধিক</a:t>
            </a:r>
            <a:r>
              <a:rPr lang="en-US" sz="2400" dirty="0"/>
              <a:t> </a:t>
            </a:r>
            <a:r>
              <a:rPr lang="en-US" sz="2400" dirty="0" err="1"/>
              <a:t>ফলন</a:t>
            </a:r>
            <a:r>
              <a:rPr lang="en-US" sz="2400" dirty="0"/>
              <a:t>,</a:t>
            </a:r>
          </a:p>
          <a:p>
            <a:pPr marL="742950" indent="-742950">
              <a:buAutoNum type="arabicParenR"/>
            </a:pPr>
            <a:r>
              <a:rPr lang="en-US" sz="2400" dirty="0" err="1"/>
              <a:t>সুষ্ঠ</a:t>
            </a:r>
            <a:r>
              <a:rPr lang="en-US" sz="2400" dirty="0"/>
              <a:t> </a:t>
            </a:r>
            <a:r>
              <a:rPr lang="en-US" sz="2400" dirty="0" err="1"/>
              <a:t>ব্যাবহার</a:t>
            </a:r>
            <a:endParaRPr lang="en-US" sz="2400" dirty="0"/>
          </a:p>
          <a:p>
            <a:pPr marL="742950" indent="-742950">
              <a:buAutoNum type="arabicParenR"/>
            </a:pPr>
            <a:r>
              <a:rPr lang="en-US" sz="2400" dirty="0" err="1"/>
              <a:t>মান</a:t>
            </a:r>
            <a:r>
              <a:rPr lang="en-US" sz="2400" dirty="0"/>
              <a:t> </a:t>
            </a:r>
            <a:r>
              <a:rPr lang="en-US" sz="2400" dirty="0" err="1"/>
              <a:t>বৃদ্ধি</a:t>
            </a:r>
            <a:endParaRPr lang="en-US" sz="2400" dirty="0"/>
          </a:p>
          <a:p>
            <a:pPr marL="742950" indent="-742950">
              <a:buAutoNum type="arabicParenR"/>
            </a:pPr>
            <a:r>
              <a:rPr lang="en-US" sz="2400" dirty="0" err="1"/>
              <a:t>মাটির</a:t>
            </a:r>
            <a:r>
              <a:rPr lang="en-US" sz="2400" dirty="0"/>
              <a:t> </a:t>
            </a:r>
            <a:r>
              <a:rPr lang="en-US" sz="2400"/>
              <a:t>শক্ত </a:t>
            </a:r>
            <a:r>
              <a:rPr lang="en-US" sz="2400" dirty="0" err="1"/>
              <a:t>স্তর</a:t>
            </a:r>
            <a:r>
              <a:rPr lang="en-US" sz="2400" dirty="0"/>
              <a:t> </a:t>
            </a:r>
            <a:r>
              <a:rPr lang="en-US" sz="2400" dirty="0" err="1"/>
              <a:t>ভেংগে</a:t>
            </a:r>
            <a:r>
              <a:rPr lang="en-US" sz="2400" dirty="0"/>
              <a:t> </a:t>
            </a:r>
            <a:r>
              <a:rPr lang="en-US" sz="2400" dirty="0" err="1"/>
              <a:t>যায়</a:t>
            </a:r>
            <a:r>
              <a:rPr lang="en-US" sz="2400" dirty="0"/>
              <a:t>	</a:t>
            </a:r>
          </a:p>
        </p:txBody>
      </p:sp>
      <p:pic>
        <p:nvPicPr>
          <p:cNvPr id="3074" name="Picture 2" descr="Crop rotation diversification - Ontario Grain Farmer">
            <a:extLst>
              <a:ext uri="{FF2B5EF4-FFF2-40B4-BE49-F238E27FC236}">
                <a16:creationId xmlns:a16="http://schemas.microsoft.com/office/drawing/2014/main" id="{6D905F88-AA8B-7AE7-7B75-8C96EE8F7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74" y="2641689"/>
            <a:ext cx="4622664" cy="307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8033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ফসলের</a:t>
            </a:r>
            <a:r>
              <a:rPr lang="en-US" dirty="0"/>
              <a:t> </a:t>
            </a:r>
            <a:r>
              <a:rPr lang="en-US" dirty="0" err="1"/>
              <a:t>নিবিড়তা</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2308324"/>
          </a:xfrm>
          <a:prstGeom prst="rect">
            <a:avLst/>
          </a:prstGeom>
          <a:noFill/>
        </p:spPr>
        <p:txBody>
          <a:bodyPr wrap="square" rtlCol="0">
            <a:spAutoFit/>
          </a:bodyPr>
          <a:lstStyle/>
          <a:p>
            <a:pPr marL="742950" indent="-742950">
              <a:buAutoNum type="arabicParenR"/>
            </a:pPr>
            <a:r>
              <a:rPr lang="en-US" sz="2400" dirty="0"/>
              <a:t>এক </a:t>
            </a:r>
            <a:r>
              <a:rPr lang="en-US" sz="2400" dirty="0" err="1"/>
              <a:t>বছরে</a:t>
            </a:r>
            <a:r>
              <a:rPr lang="en-US" sz="2400" dirty="0"/>
              <a:t> এক </a:t>
            </a:r>
            <a:r>
              <a:rPr lang="en-US" sz="2400" dirty="0" err="1"/>
              <a:t>জমিতে</a:t>
            </a:r>
            <a:r>
              <a:rPr lang="en-US" sz="2400" dirty="0"/>
              <a:t> </a:t>
            </a:r>
            <a:r>
              <a:rPr lang="en-US" sz="2400" dirty="0" err="1"/>
              <a:t>যতগুলো</a:t>
            </a:r>
            <a:r>
              <a:rPr lang="en-US" sz="2400" dirty="0"/>
              <a:t> </a:t>
            </a:r>
            <a:r>
              <a:rPr lang="en-US" sz="2400" dirty="0" err="1"/>
              <a:t>ফসল</a:t>
            </a:r>
            <a:r>
              <a:rPr lang="en-US" sz="2400" dirty="0"/>
              <a:t> </a:t>
            </a:r>
            <a:r>
              <a:rPr lang="en-US" sz="2400" dirty="0" err="1"/>
              <a:t>চাষ</a:t>
            </a:r>
            <a:r>
              <a:rPr lang="en-US" sz="2400" dirty="0"/>
              <a:t> </a:t>
            </a:r>
            <a:r>
              <a:rPr lang="en-US" sz="2400" dirty="0" err="1"/>
              <a:t>করা</a:t>
            </a:r>
            <a:r>
              <a:rPr lang="en-US" sz="2400" dirty="0"/>
              <a:t> </a:t>
            </a:r>
            <a:r>
              <a:rPr lang="en-US" sz="2400" dirty="0" err="1"/>
              <a:t>যায়</a:t>
            </a:r>
            <a:r>
              <a:rPr lang="en-US" sz="2400" dirty="0"/>
              <a:t> </a:t>
            </a:r>
            <a:r>
              <a:rPr lang="en-US" sz="2400" dirty="0" err="1"/>
              <a:t>তার</a:t>
            </a:r>
            <a:r>
              <a:rPr lang="en-US" sz="2400" dirty="0"/>
              <a:t> </a:t>
            </a:r>
            <a:r>
              <a:rPr lang="en-US" sz="2400" dirty="0" err="1"/>
              <a:t>শতকরা</a:t>
            </a:r>
            <a:r>
              <a:rPr lang="en-US" sz="2400" dirty="0"/>
              <a:t> </a:t>
            </a:r>
            <a:r>
              <a:rPr lang="en-US" sz="2400" dirty="0" err="1"/>
              <a:t>রুপকে</a:t>
            </a:r>
            <a:r>
              <a:rPr lang="en-US" sz="2400" dirty="0"/>
              <a:t> </a:t>
            </a:r>
            <a:r>
              <a:rPr lang="en-US" sz="2400" dirty="0" err="1"/>
              <a:t>ফসলের</a:t>
            </a:r>
            <a:r>
              <a:rPr lang="en-US" sz="2400" dirty="0"/>
              <a:t> </a:t>
            </a:r>
            <a:r>
              <a:rPr lang="en-US" sz="2400" dirty="0" err="1"/>
              <a:t>নিবিড়তা</a:t>
            </a:r>
            <a:r>
              <a:rPr lang="en-US" sz="2400" dirty="0"/>
              <a:t> </a:t>
            </a:r>
            <a:r>
              <a:rPr lang="en-US" sz="2400" dirty="0" err="1"/>
              <a:t>বলে</a:t>
            </a:r>
            <a:r>
              <a:rPr lang="en-US" sz="2400" dirty="0"/>
              <a:t> , </a:t>
            </a:r>
            <a:br>
              <a:rPr lang="en-US" sz="2400" dirty="0"/>
            </a:br>
            <a:br>
              <a:rPr lang="en-US" sz="2400" dirty="0"/>
            </a:br>
            <a:r>
              <a:rPr lang="en-US" sz="2400" dirty="0" err="1"/>
              <a:t>ফসলের</a:t>
            </a:r>
            <a:r>
              <a:rPr lang="en-US" sz="2400" dirty="0"/>
              <a:t> </a:t>
            </a:r>
            <a:r>
              <a:rPr lang="en-US" sz="2400" dirty="0" err="1"/>
              <a:t>নিবিড়তা</a:t>
            </a:r>
            <a:r>
              <a:rPr lang="en-US" sz="2400" dirty="0"/>
              <a:t> = </a:t>
            </a:r>
            <a:r>
              <a:rPr lang="en-US" sz="2400" dirty="0" err="1"/>
              <a:t>সর্বোমোট</a:t>
            </a:r>
            <a:r>
              <a:rPr lang="en-US" sz="2400" dirty="0"/>
              <a:t> </a:t>
            </a:r>
            <a:r>
              <a:rPr lang="en-US" sz="2400" dirty="0" err="1"/>
              <a:t>আবাদী</a:t>
            </a:r>
            <a:r>
              <a:rPr lang="en-US" sz="2400" dirty="0"/>
              <a:t> </a:t>
            </a:r>
            <a:r>
              <a:rPr lang="en-US" sz="2400" dirty="0" err="1"/>
              <a:t>জমি</a:t>
            </a:r>
            <a:r>
              <a:rPr lang="en-US" sz="2400" dirty="0"/>
              <a:t> / </a:t>
            </a:r>
            <a:r>
              <a:rPr lang="en-US" sz="2400" dirty="0" err="1"/>
              <a:t>প্রকৃত</a:t>
            </a:r>
            <a:r>
              <a:rPr lang="en-US" sz="2400" dirty="0"/>
              <a:t> </a:t>
            </a:r>
            <a:r>
              <a:rPr lang="en-US" sz="2400" dirty="0" err="1"/>
              <a:t>আবাদি</a:t>
            </a:r>
            <a:r>
              <a:rPr lang="en-US" sz="2400" dirty="0"/>
              <a:t> </a:t>
            </a:r>
            <a:r>
              <a:rPr lang="en-US" sz="2400" dirty="0" err="1"/>
              <a:t>জমি</a:t>
            </a:r>
            <a:r>
              <a:rPr lang="en-US" sz="2400" dirty="0"/>
              <a:t> x ১০০	</a:t>
            </a:r>
          </a:p>
          <a:p>
            <a:pPr marL="742950" indent="-742950">
              <a:buAutoNum type="arabicParenR"/>
            </a:pPr>
            <a:endParaRPr lang="en-US" sz="2400" dirty="0"/>
          </a:p>
          <a:p>
            <a:pPr marL="742950" indent="-742950">
              <a:buAutoNum type="arabicParenR"/>
            </a:pPr>
            <a:r>
              <a:rPr lang="en-US" sz="2400" dirty="0" err="1"/>
              <a:t>শ্রেণী</a:t>
            </a:r>
            <a:r>
              <a:rPr lang="en-US" sz="2400" dirty="0"/>
              <a:t> </a:t>
            </a:r>
            <a:r>
              <a:rPr lang="en-US" sz="2400" dirty="0" err="1"/>
              <a:t>বিভাগ</a:t>
            </a:r>
            <a:r>
              <a:rPr lang="en-US" sz="2400" dirty="0"/>
              <a:t>, এক </a:t>
            </a:r>
            <a:r>
              <a:rPr lang="en-US" sz="2400" dirty="0" err="1"/>
              <a:t>ফসলি</a:t>
            </a:r>
            <a:r>
              <a:rPr lang="en-US" sz="2400" dirty="0"/>
              <a:t>, </a:t>
            </a:r>
            <a:r>
              <a:rPr lang="en-US" sz="2400" dirty="0" err="1"/>
              <a:t>দুই</a:t>
            </a:r>
            <a:r>
              <a:rPr lang="en-US" sz="2400" dirty="0"/>
              <a:t> </a:t>
            </a:r>
            <a:r>
              <a:rPr lang="en-US" sz="2400" dirty="0" err="1"/>
              <a:t>ফসলি</a:t>
            </a:r>
            <a:r>
              <a:rPr lang="en-US" sz="2400" dirty="0"/>
              <a:t>, </a:t>
            </a:r>
            <a:r>
              <a:rPr lang="en-US" sz="2400" dirty="0" err="1"/>
              <a:t>তিন</a:t>
            </a:r>
            <a:r>
              <a:rPr lang="en-US" sz="2400" dirty="0"/>
              <a:t> </a:t>
            </a:r>
            <a:r>
              <a:rPr lang="en-US" sz="2400" dirty="0" err="1"/>
              <a:t>ফসলি</a:t>
            </a:r>
            <a:r>
              <a:rPr lang="en-US" sz="2400" dirty="0"/>
              <a:t>, </a:t>
            </a:r>
            <a:r>
              <a:rPr lang="en-US" sz="2400" dirty="0" err="1"/>
              <a:t>চার</a:t>
            </a:r>
            <a:r>
              <a:rPr lang="en-US" sz="2400" dirty="0"/>
              <a:t> </a:t>
            </a:r>
            <a:r>
              <a:rPr lang="en-US" sz="2400" dirty="0" err="1"/>
              <a:t>ফসলি</a:t>
            </a:r>
            <a:r>
              <a:rPr lang="en-US" sz="2400" dirty="0"/>
              <a:t> </a:t>
            </a:r>
            <a:r>
              <a:rPr lang="en-US" sz="2400" dirty="0" err="1"/>
              <a:t>জমি</a:t>
            </a:r>
            <a:endParaRPr lang="en-US" sz="2400" dirty="0"/>
          </a:p>
        </p:txBody>
      </p:sp>
    </p:spTree>
    <p:extLst>
      <p:ext uri="{BB962C8B-B14F-4D97-AF65-F5344CB8AC3E}">
        <p14:creationId xmlns:p14="http://schemas.microsoft.com/office/powerpoint/2010/main" val="177260876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ফসল</a:t>
            </a:r>
            <a:r>
              <a:rPr lang="en-US" dirty="0"/>
              <a:t> </a:t>
            </a:r>
            <a:r>
              <a:rPr lang="en-US" dirty="0" err="1"/>
              <a:t>বিন্যাস</a:t>
            </a:r>
            <a:r>
              <a:rPr lang="en-US" dirty="0"/>
              <a:t> ও </a:t>
            </a:r>
            <a:r>
              <a:rPr lang="en-US" dirty="0" err="1"/>
              <a:t>শস্য</a:t>
            </a:r>
            <a:r>
              <a:rPr lang="en-US" dirty="0"/>
              <a:t> </a:t>
            </a:r>
            <a:r>
              <a:rPr lang="en-US" dirty="0" err="1"/>
              <a:t>পর্যায়ের</a:t>
            </a:r>
            <a:r>
              <a:rPr lang="en-US" dirty="0"/>
              <a:t> </a:t>
            </a:r>
            <a:r>
              <a:rPr lang="en-US" dirty="0" err="1"/>
              <a:t>পার্থক্য</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2677656"/>
          </a:xfrm>
          <a:prstGeom prst="rect">
            <a:avLst/>
          </a:prstGeom>
          <a:noFill/>
        </p:spPr>
        <p:txBody>
          <a:bodyPr wrap="square" rtlCol="0">
            <a:spAutoFit/>
          </a:bodyPr>
          <a:lstStyle/>
          <a:p>
            <a:pPr marL="742950" indent="-742950">
              <a:buAutoNum type="arabicParenR"/>
            </a:pPr>
            <a:r>
              <a:rPr lang="en-US" sz="2400" dirty="0"/>
              <a:t>এক </a:t>
            </a:r>
            <a:r>
              <a:rPr lang="en-US" sz="2400" dirty="0" err="1"/>
              <a:t>বছরে</a:t>
            </a:r>
            <a:r>
              <a:rPr lang="en-US" sz="2400" dirty="0"/>
              <a:t> </a:t>
            </a:r>
            <a:r>
              <a:rPr lang="en-US" sz="2400" dirty="0" err="1"/>
              <a:t>যতগুলো</a:t>
            </a:r>
            <a:r>
              <a:rPr lang="en-US" sz="2400" dirty="0"/>
              <a:t> </a:t>
            </a:r>
            <a:r>
              <a:rPr lang="en-US" sz="2400" dirty="0" err="1"/>
              <a:t>হয়</a:t>
            </a:r>
            <a:r>
              <a:rPr lang="en-US" sz="2400" dirty="0"/>
              <a:t> </a:t>
            </a:r>
            <a:r>
              <a:rPr lang="en-US" sz="2400" dirty="0" err="1"/>
              <a:t>তার</a:t>
            </a:r>
            <a:r>
              <a:rPr lang="en-US" sz="2400" dirty="0"/>
              <a:t> </a:t>
            </a:r>
            <a:r>
              <a:rPr lang="en-US" sz="2400" dirty="0" err="1"/>
              <a:t>ক্রম</a:t>
            </a:r>
            <a:r>
              <a:rPr lang="en-US" sz="2400" dirty="0"/>
              <a:t> – </a:t>
            </a:r>
            <a:r>
              <a:rPr lang="en-US" sz="2400" dirty="0" err="1"/>
              <a:t>একাধিক</a:t>
            </a:r>
            <a:r>
              <a:rPr lang="en-US" sz="2400" dirty="0"/>
              <a:t> </a:t>
            </a:r>
            <a:r>
              <a:rPr lang="en-US" sz="2400" dirty="0" err="1"/>
              <a:t>বছরে</a:t>
            </a:r>
            <a:r>
              <a:rPr lang="en-US" sz="2400" dirty="0"/>
              <a:t> </a:t>
            </a:r>
            <a:r>
              <a:rPr lang="en-US" sz="2400" dirty="0" err="1"/>
              <a:t>পর্যায়ক্রিম</a:t>
            </a:r>
            <a:r>
              <a:rPr lang="en-US" sz="2400" dirty="0"/>
              <a:t> </a:t>
            </a:r>
            <a:r>
              <a:rPr lang="en-US" sz="2400" dirty="0" err="1"/>
              <a:t>ধারা</a:t>
            </a:r>
            <a:endParaRPr lang="en-US" sz="2400" dirty="0"/>
          </a:p>
          <a:p>
            <a:pPr marL="742950" indent="-742950">
              <a:buAutoNum type="arabicParenR"/>
            </a:pPr>
            <a:r>
              <a:rPr lang="en-US" sz="2400" dirty="0"/>
              <a:t>১২ </a:t>
            </a:r>
            <a:r>
              <a:rPr lang="en-US" sz="2400" dirty="0" err="1"/>
              <a:t>মাস</a:t>
            </a:r>
            <a:r>
              <a:rPr lang="en-US" sz="2400" dirty="0"/>
              <a:t> </a:t>
            </a:r>
            <a:r>
              <a:rPr lang="en-US" sz="2400" dirty="0" err="1"/>
              <a:t>মেয়াদী</a:t>
            </a:r>
            <a:r>
              <a:rPr lang="en-US" sz="2400" dirty="0"/>
              <a:t> – ২-৪ বছর </a:t>
            </a:r>
            <a:r>
              <a:rPr lang="en-US" sz="2400" dirty="0" err="1"/>
              <a:t>মেয়াদী</a:t>
            </a:r>
            <a:endParaRPr lang="en-US" sz="2400" dirty="0"/>
          </a:p>
          <a:p>
            <a:pPr marL="742950" indent="-742950">
              <a:buAutoNum type="arabicParenR"/>
            </a:pPr>
            <a:r>
              <a:rPr lang="en-US" sz="2400" dirty="0" err="1"/>
              <a:t>জাতের</a:t>
            </a:r>
            <a:r>
              <a:rPr lang="en-US" sz="2400" dirty="0"/>
              <a:t> </a:t>
            </a:r>
            <a:r>
              <a:rPr lang="en-US" sz="2400" dirty="0" err="1"/>
              <a:t>পরিবর্তনে</a:t>
            </a:r>
            <a:r>
              <a:rPr lang="en-US" sz="2400" dirty="0"/>
              <a:t> </a:t>
            </a:r>
            <a:r>
              <a:rPr lang="en-US" sz="2400" dirty="0" err="1"/>
              <a:t>পরিবর্তিত</a:t>
            </a:r>
            <a:r>
              <a:rPr lang="en-US" sz="2400" dirty="0"/>
              <a:t> </a:t>
            </a:r>
            <a:r>
              <a:rPr lang="en-US" sz="2400" dirty="0" err="1"/>
              <a:t>হয়</a:t>
            </a:r>
            <a:r>
              <a:rPr lang="en-US" sz="2400" dirty="0"/>
              <a:t> – </a:t>
            </a:r>
            <a:r>
              <a:rPr lang="en-US" sz="2400" dirty="0" err="1"/>
              <a:t>প্রজাতির</a:t>
            </a:r>
            <a:r>
              <a:rPr lang="en-US" sz="2400" dirty="0"/>
              <a:t> </a:t>
            </a:r>
            <a:r>
              <a:rPr lang="en-US" sz="2400" dirty="0" err="1"/>
              <a:t>পরিবর্তনে</a:t>
            </a:r>
            <a:r>
              <a:rPr lang="en-US" sz="2400" dirty="0"/>
              <a:t> </a:t>
            </a:r>
            <a:r>
              <a:rPr lang="en-US" sz="2400" dirty="0" err="1"/>
              <a:t>পরিবর্তিত</a:t>
            </a:r>
            <a:r>
              <a:rPr lang="en-US" sz="2400" dirty="0"/>
              <a:t> </a:t>
            </a:r>
            <a:r>
              <a:rPr lang="en-US" sz="2400" dirty="0" err="1"/>
              <a:t>হয়</a:t>
            </a:r>
            <a:endParaRPr lang="en-US" sz="2400" dirty="0"/>
          </a:p>
          <a:p>
            <a:pPr marL="742950" indent="-742950">
              <a:buAutoNum type="arabicParenR"/>
            </a:pPr>
            <a:r>
              <a:rPr lang="en-US" sz="2400" dirty="0" err="1"/>
              <a:t>কয়েকটি</a:t>
            </a:r>
            <a:r>
              <a:rPr lang="en-US" sz="2400" dirty="0"/>
              <a:t> </a:t>
            </a:r>
            <a:r>
              <a:rPr lang="en-US" sz="2400" dirty="0" err="1"/>
              <a:t>বিন্যাস</a:t>
            </a:r>
            <a:r>
              <a:rPr lang="en-US" sz="2400" dirty="0"/>
              <a:t> </a:t>
            </a:r>
            <a:r>
              <a:rPr lang="en-US" sz="2400" dirty="0" err="1"/>
              <a:t>মিলে</a:t>
            </a:r>
            <a:r>
              <a:rPr lang="en-US" sz="2400" dirty="0"/>
              <a:t> </a:t>
            </a:r>
            <a:r>
              <a:rPr lang="en-US" sz="2400" dirty="0" err="1"/>
              <a:t>একটি</a:t>
            </a:r>
            <a:r>
              <a:rPr lang="en-US" sz="2400" dirty="0"/>
              <a:t> </a:t>
            </a:r>
            <a:r>
              <a:rPr lang="en-US" sz="2400" dirty="0" err="1"/>
              <a:t>পর্যায়</a:t>
            </a:r>
            <a:r>
              <a:rPr lang="en-US" sz="2400" dirty="0"/>
              <a:t> </a:t>
            </a:r>
            <a:r>
              <a:rPr lang="en-US" sz="2400" dirty="0" err="1"/>
              <a:t>হয়</a:t>
            </a:r>
            <a:r>
              <a:rPr lang="en-US" sz="2400" dirty="0"/>
              <a:t> – </a:t>
            </a:r>
            <a:r>
              <a:rPr lang="en-US" sz="2400" dirty="0" err="1"/>
              <a:t>একটি</a:t>
            </a:r>
            <a:r>
              <a:rPr lang="en-US" sz="2400" dirty="0"/>
              <a:t> </a:t>
            </a:r>
            <a:r>
              <a:rPr lang="en-US" sz="2400" dirty="0" err="1"/>
              <a:t>পর্যায়ে</a:t>
            </a:r>
            <a:r>
              <a:rPr lang="en-US" sz="2400" dirty="0"/>
              <a:t> </a:t>
            </a:r>
            <a:r>
              <a:rPr lang="en-US" sz="2400" dirty="0" err="1"/>
              <a:t>একটি</a:t>
            </a:r>
            <a:r>
              <a:rPr lang="en-US" sz="2400" dirty="0"/>
              <a:t> </a:t>
            </a:r>
            <a:r>
              <a:rPr lang="en-US" sz="2400" dirty="0" err="1"/>
              <a:t>বিন্যাস</a:t>
            </a:r>
            <a:r>
              <a:rPr lang="en-US" sz="2400" dirty="0"/>
              <a:t> </a:t>
            </a:r>
            <a:r>
              <a:rPr lang="en-US" sz="2400" dirty="0" err="1"/>
              <a:t>থাকে</a:t>
            </a:r>
            <a:endParaRPr lang="en-US" sz="2400" dirty="0"/>
          </a:p>
          <a:p>
            <a:pPr marL="742950" indent="-742950">
              <a:buAutoNum type="arabicParenR"/>
            </a:pPr>
            <a:r>
              <a:rPr lang="en-US" sz="2400" dirty="0"/>
              <a:t>এক </a:t>
            </a:r>
            <a:r>
              <a:rPr lang="en-US" sz="2400" dirty="0" err="1"/>
              <a:t>দুই</a:t>
            </a:r>
            <a:r>
              <a:rPr lang="en-US" sz="2400" dirty="0"/>
              <a:t> </a:t>
            </a:r>
            <a:r>
              <a:rPr lang="en-US" sz="2400" dirty="0" err="1"/>
              <a:t>ত্রি</a:t>
            </a:r>
            <a:r>
              <a:rPr lang="en-US" sz="2400" dirty="0"/>
              <a:t> </a:t>
            </a:r>
            <a:r>
              <a:rPr lang="en-US" sz="2400" dirty="0" err="1"/>
              <a:t>ফসলি</a:t>
            </a:r>
            <a:r>
              <a:rPr lang="en-US" sz="2400" dirty="0"/>
              <a:t> </a:t>
            </a:r>
            <a:r>
              <a:rPr lang="en-US" sz="2400" dirty="0" err="1"/>
              <a:t>হতে</a:t>
            </a:r>
            <a:r>
              <a:rPr lang="en-US" sz="2400" dirty="0"/>
              <a:t> </a:t>
            </a:r>
            <a:r>
              <a:rPr lang="en-US" sz="2400" dirty="0" err="1"/>
              <a:t>পারে</a:t>
            </a:r>
            <a:r>
              <a:rPr lang="en-US" sz="2400" dirty="0"/>
              <a:t> – </a:t>
            </a:r>
            <a:r>
              <a:rPr lang="en-US" sz="2400" dirty="0" err="1"/>
              <a:t>ঋতু</a:t>
            </a:r>
            <a:r>
              <a:rPr lang="en-US" sz="2400" dirty="0"/>
              <a:t> ও </a:t>
            </a:r>
            <a:r>
              <a:rPr lang="en-US" sz="2400" dirty="0" err="1"/>
              <a:t>বছরভিত্তিক</a:t>
            </a:r>
            <a:endParaRPr lang="en-US" sz="2400" dirty="0"/>
          </a:p>
          <a:p>
            <a:pPr marL="742950" indent="-742950">
              <a:buAutoNum type="arabicParenR"/>
            </a:pPr>
            <a:r>
              <a:rPr lang="en-US" sz="2400" dirty="0" err="1"/>
              <a:t>গোলয়ালু</a:t>
            </a:r>
            <a:r>
              <a:rPr lang="en-US" sz="2400" dirty="0"/>
              <a:t> – </a:t>
            </a:r>
            <a:r>
              <a:rPr lang="en-US" sz="2400" dirty="0" err="1"/>
              <a:t>ভুট্টা</a:t>
            </a:r>
            <a:r>
              <a:rPr lang="en-US" sz="2400" dirty="0"/>
              <a:t> – </a:t>
            </a:r>
            <a:r>
              <a:rPr lang="en-US" sz="2400" dirty="0" err="1"/>
              <a:t>আমন</a:t>
            </a:r>
            <a:r>
              <a:rPr lang="en-US" sz="2400" dirty="0"/>
              <a:t>    -   </a:t>
            </a:r>
            <a:r>
              <a:rPr lang="en-US" sz="2400" dirty="0" err="1"/>
              <a:t>আউশ</a:t>
            </a:r>
            <a:r>
              <a:rPr lang="en-US" sz="2400" dirty="0"/>
              <a:t> – </a:t>
            </a:r>
            <a:r>
              <a:rPr lang="en-US" sz="2400" dirty="0" err="1"/>
              <a:t>আমন</a:t>
            </a:r>
            <a:r>
              <a:rPr lang="en-US" sz="2400" dirty="0"/>
              <a:t> – </a:t>
            </a:r>
            <a:r>
              <a:rPr lang="en-US" sz="2400" dirty="0" err="1"/>
              <a:t>পাট</a:t>
            </a:r>
            <a:r>
              <a:rPr lang="en-US" sz="2400" dirty="0"/>
              <a:t>, </a:t>
            </a:r>
            <a:r>
              <a:rPr lang="en-US" sz="2400" dirty="0" err="1"/>
              <a:t>পাট</a:t>
            </a:r>
            <a:r>
              <a:rPr lang="en-US" sz="2400" dirty="0"/>
              <a:t>- </a:t>
            </a:r>
            <a:r>
              <a:rPr lang="en-US" sz="2400" dirty="0" err="1"/>
              <a:t>আমন-ভুট্টা</a:t>
            </a:r>
            <a:r>
              <a:rPr lang="en-US" sz="2400" dirty="0"/>
              <a:t>,  </a:t>
            </a:r>
            <a:r>
              <a:rPr lang="en-US" sz="2400" dirty="0" err="1"/>
              <a:t>ভুট্টা</a:t>
            </a:r>
            <a:r>
              <a:rPr lang="en-US" sz="2400" dirty="0"/>
              <a:t> –</a:t>
            </a:r>
            <a:r>
              <a:rPr lang="en-US" sz="2400" dirty="0" err="1"/>
              <a:t>আমন-সরিষা</a:t>
            </a:r>
            <a:r>
              <a:rPr lang="en-US" sz="2400" dirty="0"/>
              <a:t> </a:t>
            </a:r>
          </a:p>
        </p:txBody>
      </p:sp>
    </p:spTree>
    <p:extLst>
      <p:ext uri="{BB962C8B-B14F-4D97-AF65-F5344CB8AC3E}">
        <p14:creationId xmlns:p14="http://schemas.microsoft.com/office/powerpoint/2010/main" val="357772770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কৃষি</a:t>
            </a:r>
            <a:r>
              <a:rPr lang="en-US" dirty="0"/>
              <a:t> </a:t>
            </a:r>
            <a:r>
              <a:rPr lang="en-US" dirty="0" err="1"/>
              <a:t>ঋণ</a:t>
            </a:r>
            <a:r>
              <a:rPr lang="en-US" dirty="0"/>
              <a:t> ও এর </a:t>
            </a:r>
            <a:r>
              <a:rPr lang="en-US" dirty="0" err="1"/>
              <a:t>ব্যাবহার</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3785652"/>
          </a:xfrm>
          <a:prstGeom prst="rect">
            <a:avLst/>
          </a:prstGeom>
          <a:noFill/>
        </p:spPr>
        <p:txBody>
          <a:bodyPr wrap="square" rtlCol="0">
            <a:spAutoFit/>
          </a:bodyPr>
          <a:lstStyle/>
          <a:p>
            <a:pPr marL="742950" indent="-742950">
              <a:buAutoNum type="arabicParenR"/>
            </a:pPr>
            <a:r>
              <a:rPr lang="en-US" sz="2400" dirty="0" err="1"/>
              <a:t>কৃষি</a:t>
            </a:r>
            <a:r>
              <a:rPr lang="en-US" sz="2400" dirty="0"/>
              <a:t> </a:t>
            </a:r>
            <a:r>
              <a:rPr lang="en-US" sz="2400" dirty="0" err="1"/>
              <a:t>ক্ষেত্রে</a:t>
            </a:r>
            <a:r>
              <a:rPr lang="en-US" sz="2400" dirty="0"/>
              <a:t> </a:t>
            </a:r>
            <a:r>
              <a:rPr lang="en-US" sz="2400" dirty="0" err="1"/>
              <a:t>বিভিন্ন</a:t>
            </a:r>
            <a:r>
              <a:rPr lang="en-US" sz="2400" dirty="0"/>
              <a:t> </a:t>
            </a:r>
            <a:r>
              <a:rPr lang="en-US" sz="2400" dirty="0" err="1"/>
              <a:t>উপকরন</a:t>
            </a:r>
            <a:r>
              <a:rPr lang="en-US" sz="2400" dirty="0"/>
              <a:t> </a:t>
            </a:r>
            <a:r>
              <a:rPr lang="en-US" sz="2400" dirty="0" err="1"/>
              <a:t>ক্রয়</a:t>
            </a:r>
            <a:r>
              <a:rPr lang="en-US" sz="2400" dirty="0"/>
              <a:t>, </a:t>
            </a:r>
            <a:r>
              <a:rPr lang="en-US" sz="2400" dirty="0" err="1"/>
              <a:t>ভূমিতে</a:t>
            </a:r>
            <a:r>
              <a:rPr lang="en-US" sz="2400" dirty="0"/>
              <a:t> </a:t>
            </a:r>
            <a:r>
              <a:rPr lang="en-US" sz="2400" dirty="0" err="1"/>
              <a:t>উন্নয়ন</a:t>
            </a:r>
            <a:r>
              <a:rPr lang="en-US" sz="2400" dirty="0"/>
              <a:t>, </a:t>
            </a:r>
            <a:r>
              <a:rPr lang="en-US" sz="2400" dirty="0" err="1"/>
              <a:t>গিদামঘর</a:t>
            </a:r>
            <a:r>
              <a:rPr lang="en-US" sz="2400" dirty="0"/>
              <a:t> </a:t>
            </a:r>
            <a:r>
              <a:rPr lang="en-US" sz="2400" dirty="0" err="1"/>
              <a:t>নির্মাণ</a:t>
            </a:r>
            <a:r>
              <a:rPr lang="en-US" sz="2400" dirty="0"/>
              <a:t>, </a:t>
            </a:r>
            <a:r>
              <a:rPr lang="en-US" sz="2400" dirty="0" err="1"/>
              <a:t>সংরক্ষন</a:t>
            </a:r>
            <a:r>
              <a:rPr lang="en-US" sz="2400" dirty="0"/>
              <a:t> ,</a:t>
            </a:r>
            <a:r>
              <a:rPr lang="en-US" sz="2400" dirty="0" err="1"/>
              <a:t>পক্রিয়াজাতকরণ</a:t>
            </a:r>
            <a:r>
              <a:rPr lang="en-US" sz="2400" dirty="0"/>
              <a:t>  , </a:t>
            </a:r>
            <a:r>
              <a:rPr lang="en-US" sz="2400" dirty="0" err="1"/>
              <a:t>পরিবহন</a:t>
            </a:r>
            <a:r>
              <a:rPr lang="en-US" sz="2400" dirty="0"/>
              <a:t> ও </a:t>
            </a:r>
            <a:r>
              <a:rPr lang="en-US" sz="2400" dirty="0" err="1"/>
              <a:t>বাজারজাতকরণের</a:t>
            </a:r>
            <a:r>
              <a:rPr lang="en-US" sz="2400" dirty="0"/>
              <a:t> </a:t>
            </a:r>
            <a:r>
              <a:rPr lang="en-US" sz="2400" dirty="0" err="1"/>
              <a:t>জন্য</a:t>
            </a:r>
            <a:r>
              <a:rPr lang="en-US" sz="2400" dirty="0"/>
              <a:t> </a:t>
            </a:r>
            <a:r>
              <a:rPr lang="en-US" sz="2400" dirty="0" err="1"/>
              <a:t>যে</a:t>
            </a:r>
            <a:r>
              <a:rPr lang="en-US" sz="2400" dirty="0"/>
              <a:t> </a:t>
            </a:r>
            <a:r>
              <a:rPr lang="en-US" sz="2400" dirty="0" err="1"/>
              <a:t>ঋণ</a:t>
            </a:r>
            <a:r>
              <a:rPr lang="en-US" sz="2400" dirty="0"/>
              <a:t> </a:t>
            </a:r>
            <a:r>
              <a:rPr lang="en-US" sz="2400" dirty="0" err="1"/>
              <a:t>লাগে</a:t>
            </a:r>
            <a:r>
              <a:rPr lang="en-US" sz="2400" dirty="0"/>
              <a:t> </a:t>
            </a:r>
            <a:r>
              <a:rPr lang="en-US" sz="2400" dirty="0" err="1"/>
              <a:t>তাকে</a:t>
            </a:r>
            <a:r>
              <a:rPr lang="en-US" sz="2400" dirty="0"/>
              <a:t> </a:t>
            </a:r>
            <a:r>
              <a:rPr lang="en-US" sz="2400" dirty="0" err="1"/>
              <a:t>কৃষি</a:t>
            </a:r>
            <a:r>
              <a:rPr lang="en-US" sz="2400" dirty="0"/>
              <a:t> </a:t>
            </a:r>
            <a:r>
              <a:rPr lang="en-US" sz="2400" dirty="0" err="1"/>
              <a:t>ঋণ</a:t>
            </a:r>
            <a:r>
              <a:rPr lang="en-US" sz="2400" dirty="0"/>
              <a:t> </a:t>
            </a:r>
            <a:r>
              <a:rPr lang="en-US" sz="2400" dirty="0" err="1"/>
              <a:t>বলে</a:t>
            </a:r>
            <a:r>
              <a:rPr lang="en-US" sz="2400" dirty="0"/>
              <a:t>।</a:t>
            </a:r>
          </a:p>
          <a:p>
            <a:pPr marL="742950" indent="-742950">
              <a:buAutoNum type="arabicParenR"/>
            </a:pPr>
            <a:endParaRPr lang="en-US" sz="2400" dirty="0"/>
          </a:p>
          <a:p>
            <a:pPr marL="742950" indent="-742950">
              <a:buAutoNum type="arabicParenR"/>
            </a:pPr>
            <a:r>
              <a:rPr lang="en-US" sz="2400" dirty="0" err="1"/>
              <a:t>তিন</a:t>
            </a:r>
            <a:r>
              <a:rPr lang="en-US" sz="2400" dirty="0"/>
              <a:t> </a:t>
            </a:r>
            <a:r>
              <a:rPr lang="en-US" sz="2400" dirty="0" err="1"/>
              <a:t>প্রকার</a:t>
            </a:r>
            <a:r>
              <a:rPr lang="en-US" sz="2400" dirty="0"/>
              <a:t> – </a:t>
            </a:r>
            <a:r>
              <a:rPr lang="en-US" sz="2400" dirty="0" err="1"/>
              <a:t>উৎপাদনখাতে</a:t>
            </a:r>
            <a:r>
              <a:rPr lang="en-US" sz="2400" dirty="0"/>
              <a:t> </a:t>
            </a:r>
            <a:r>
              <a:rPr lang="en-US" sz="2400" dirty="0" err="1"/>
              <a:t>ব্যায়িত</a:t>
            </a:r>
            <a:r>
              <a:rPr lang="en-US" sz="2400" dirty="0"/>
              <a:t> </a:t>
            </a:r>
            <a:r>
              <a:rPr lang="en-US" sz="2400" dirty="0" err="1"/>
              <a:t>ঋণ</a:t>
            </a:r>
            <a:r>
              <a:rPr lang="en-US" sz="2400" dirty="0"/>
              <a:t>, </a:t>
            </a:r>
            <a:r>
              <a:rPr lang="en-US" sz="2400" dirty="0" err="1"/>
              <a:t>অনুতপাদনখাতে</a:t>
            </a:r>
            <a:r>
              <a:rPr lang="en-US" sz="2400" dirty="0"/>
              <a:t> , </a:t>
            </a:r>
            <a:r>
              <a:rPr lang="en-US" sz="2400" dirty="0" err="1"/>
              <a:t>ভোগজনিত</a:t>
            </a:r>
            <a:r>
              <a:rPr lang="en-US" sz="2400" dirty="0"/>
              <a:t>।</a:t>
            </a:r>
          </a:p>
          <a:p>
            <a:pPr marL="742950" indent="-742950">
              <a:buAutoNum type="arabicParenR"/>
            </a:pPr>
            <a:endParaRPr lang="en-US" sz="2400" dirty="0"/>
          </a:p>
          <a:p>
            <a:pPr marL="742950" indent="-742950">
              <a:buAutoNum type="arabicParenR"/>
            </a:pPr>
            <a:endParaRPr lang="en-US" sz="2400" dirty="0"/>
          </a:p>
          <a:p>
            <a:pPr marL="742950" indent="-742950">
              <a:buAutoNum type="arabicParenR"/>
            </a:pPr>
            <a:r>
              <a:rPr lang="en-US" sz="2400" dirty="0" err="1"/>
              <a:t>ক্ষুদ্র</a:t>
            </a:r>
            <a:r>
              <a:rPr lang="en-US" sz="2400" dirty="0"/>
              <a:t> </a:t>
            </a:r>
            <a:r>
              <a:rPr lang="en-US" sz="2400" dirty="0" err="1"/>
              <a:t>ঋণ</a:t>
            </a:r>
            <a:r>
              <a:rPr lang="en-US" sz="2400" dirty="0"/>
              <a:t> –(</a:t>
            </a:r>
            <a:r>
              <a:rPr lang="en-US" sz="2400" dirty="0" err="1"/>
              <a:t>মাইক্রো</a:t>
            </a:r>
            <a:r>
              <a:rPr lang="en-US" sz="2400" dirty="0"/>
              <a:t> </a:t>
            </a:r>
            <a:r>
              <a:rPr lang="en-US" sz="2400" dirty="0" err="1"/>
              <a:t>ক্রেডিট</a:t>
            </a:r>
            <a:r>
              <a:rPr lang="en-US" sz="2400" dirty="0"/>
              <a:t>) – </a:t>
            </a:r>
            <a:r>
              <a:rPr lang="en-US" sz="2400" dirty="0" err="1"/>
              <a:t>স্বল্প</a:t>
            </a:r>
            <a:r>
              <a:rPr lang="en-US" sz="2400" dirty="0"/>
              <a:t> </a:t>
            </a:r>
            <a:r>
              <a:rPr lang="en-US" sz="2400" dirty="0" err="1"/>
              <a:t>পরিমাণে</a:t>
            </a:r>
            <a:r>
              <a:rPr lang="en-US" sz="2400" dirty="0"/>
              <a:t> ও </a:t>
            </a:r>
            <a:r>
              <a:rPr lang="en-US" sz="2400" dirty="0" err="1"/>
              <a:t>স্বল্প</a:t>
            </a:r>
            <a:r>
              <a:rPr lang="en-US" sz="2400" dirty="0"/>
              <a:t> </a:t>
            </a:r>
            <a:r>
              <a:rPr lang="en-US" sz="2400" dirty="0" err="1"/>
              <a:t>সময়ের</a:t>
            </a:r>
            <a:r>
              <a:rPr lang="en-US" sz="2400" dirty="0"/>
              <a:t> </a:t>
            </a:r>
            <a:r>
              <a:rPr lang="en-US" sz="2400" dirty="0" err="1"/>
              <a:t>জন্য</a:t>
            </a:r>
            <a:r>
              <a:rPr lang="en-US" sz="2400" dirty="0"/>
              <a:t> </a:t>
            </a:r>
            <a:r>
              <a:rPr lang="en-US" sz="2400" dirty="0" err="1"/>
              <a:t>যে</a:t>
            </a:r>
            <a:r>
              <a:rPr lang="en-US" sz="2400" dirty="0"/>
              <a:t> </a:t>
            </a:r>
            <a:r>
              <a:rPr lang="en-US" sz="2400" dirty="0" err="1"/>
              <a:t>ঋণ</a:t>
            </a:r>
            <a:r>
              <a:rPr lang="en-US" sz="2400" dirty="0"/>
              <a:t> </a:t>
            </a:r>
            <a:r>
              <a:rPr lang="en-US" sz="2400" dirty="0" err="1"/>
              <a:t>দেয়া</a:t>
            </a:r>
            <a:r>
              <a:rPr lang="en-US" sz="2400" dirty="0"/>
              <a:t> </a:t>
            </a:r>
            <a:r>
              <a:rPr lang="en-US" sz="2400" dirty="0" err="1"/>
              <a:t>হয়</a:t>
            </a:r>
            <a:r>
              <a:rPr lang="en-US" sz="2400" dirty="0"/>
              <a:t> </a:t>
            </a:r>
            <a:r>
              <a:rPr lang="en-US" sz="2400" dirty="0" err="1"/>
              <a:t>তাকে</a:t>
            </a:r>
            <a:r>
              <a:rPr lang="en-US" sz="2400" dirty="0"/>
              <a:t> </a:t>
            </a:r>
            <a:r>
              <a:rPr lang="en-US" sz="2400" dirty="0" err="1"/>
              <a:t>ক্ষুদ্র</a:t>
            </a:r>
            <a:r>
              <a:rPr lang="en-US" sz="2400" dirty="0"/>
              <a:t> </a:t>
            </a:r>
            <a:r>
              <a:rPr lang="en-US" sz="2400" dirty="0" err="1"/>
              <a:t>ঋণ</a:t>
            </a:r>
            <a:r>
              <a:rPr lang="en-US" sz="2400" dirty="0"/>
              <a:t> </a:t>
            </a:r>
            <a:r>
              <a:rPr lang="en-US" sz="2400" dirty="0" err="1"/>
              <a:t>বলে</a:t>
            </a:r>
            <a:r>
              <a:rPr lang="en-US" sz="2400" dirty="0"/>
              <a:t>। </a:t>
            </a:r>
          </a:p>
          <a:p>
            <a:pPr marL="742950" indent="-742950">
              <a:buAutoNum type="arabicParenR"/>
            </a:pPr>
            <a:endParaRPr lang="en-US" sz="2400" dirty="0"/>
          </a:p>
        </p:txBody>
      </p:sp>
    </p:spTree>
    <p:extLst>
      <p:ext uri="{BB962C8B-B14F-4D97-AF65-F5344CB8AC3E}">
        <p14:creationId xmlns:p14="http://schemas.microsoft.com/office/powerpoint/2010/main" val="159495639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কৃষি</a:t>
            </a:r>
            <a:r>
              <a:rPr lang="en-US" dirty="0"/>
              <a:t> </a:t>
            </a:r>
            <a:r>
              <a:rPr lang="en-US" dirty="0" err="1"/>
              <a:t>ঋণ</a:t>
            </a:r>
            <a:r>
              <a:rPr lang="en-US" dirty="0"/>
              <a:t> এর </a:t>
            </a:r>
            <a:r>
              <a:rPr lang="en-US" dirty="0" err="1"/>
              <a:t>প্রয়োজনীয়তা</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2677656"/>
          </a:xfrm>
          <a:prstGeom prst="rect">
            <a:avLst/>
          </a:prstGeom>
          <a:noFill/>
        </p:spPr>
        <p:txBody>
          <a:bodyPr wrap="square" rtlCol="0">
            <a:spAutoFit/>
          </a:bodyPr>
          <a:lstStyle/>
          <a:p>
            <a:pPr marL="742950" indent="-742950">
              <a:buAutoNum type="arabicParenR"/>
            </a:pPr>
            <a:r>
              <a:rPr lang="en-US" sz="2400" dirty="0" err="1"/>
              <a:t>কৃষিকাজ</a:t>
            </a:r>
            <a:r>
              <a:rPr lang="en-US" sz="2400" dirty="0"/>
              <a:t> </a:t>
            </a:r>
            <a:r>
              <a:rPr lang="en-US" sz="2400" dirty="0" err="1"/>
              <a:t>পরিচালনা</a:t>
            </a:r>
            <a:r>
              <a:rPr lang="en-US" sz="2400" dirty="0"/>
              <a:t> –</a:t>
            </a:r>
            <a:r>
              <a:rPr lang="en-US" sz="2400" dirty="0" err="1"/>
              <a:t>স্বল্প</a:t>
            </a:r>
            <a:r>
              <a:rPr lang="en-US" sz="2400" dirty="0"/>
              <a:t> , </a:t>
            </a:r>
            <a:r>
              <a:rPr lang="en-US" sz="2400" dirty="0" err="1"/>
              <a:t>মধ্য</a:t>
            </a:r>
            <a:r>
              <a:rPr lang="en-US" sz="2400" dirty="0"/>
              <a:t>, </a:t>
            </a:r>
            <a:r>
              <a:rPr lang="en-US" sz="2400" dirty="0" err="1"/>
              <a:t>দীর্ঘমেয়াদী</a:t>
            </a:r>
            <a:endParaRPr lang="en-US" sz="2400" dirty="0"/>
          </a:p>
          <a:p>
            <a:pPr marL="742950" indent="-742950">
              <a:buAutoNum type="arabicParenR"/>
            </a:pPr>
            <a:r>
              <a:rPr lang="en-US" sz="2400" dirty="0" err="1"/>
              <a:t>পক্রিয়াজাতকরণ</a:t>
            </a:r>
            <a:endParaRPr lang="en-US" sz="2400" dirty="0"/>
          </a:p>
          <a:p>
            <a:pPr marL="742950" indent="-742950">
              <a:buAutoNum type="arabicParenR"/>
            </a:pPr>
            <a:r>
              <a:rPr lang="en-US" sz="2400" dirty="0" err="1"/>
              <a:t>বাজারজাতকরণ</a:t>
            </a:r>
            <a:endParaRPr lang="en-US" sz="2400" dirty="0"/>
          </a:p>
          <a:p>
            <a:pPr marL="742950" indent="-742950">
              <a:buAutoNum type="arabicParenR"/>
            </a:pPr>
            <a:r>
              <a:rPr lang="en-US" sz="2400" dirty="0" err="1"/>
              <a:t>সংরক্ষণ</a:t>
            </a:r>
            <a:endParaRPr lang="en-US" sz="2400" dirty="0"/>
          </a:p>
          <a:p>
            <a:pPr marL="742950" indent="-742950">
              <a:buAutoNum type="arabicParenR"/>
            </a:pPr>
            <a:r>
              <a:rPr lang="en-US" sz="2400" dirty="0" err="1"/>
              <a:t>ঋণ</a:t>
            </a:r>
            <a:r>
              <a:rPr lang="en-US" sz="2400" dirty="0"/>
              <a:t> </a:t>
            </a:r>
            <a:r>
              <a:rPr lang="en-US" sz="2400" dirty="0" err="1"/>
              <a:t>পরিশোধ</a:t>
            </a:r>
            <a:endParaRPr lang="en-US" sz="2400" dirty="0"/>
          </a:p>
          <a:p>
            <a:pPr marL="742950" indent="-742950">
              <a:buAutoNum type="arabicParenR"/>
            </a:pPr>
            <a:r>
              <a:rPr lang="en-US" sz="2400" dirty="0" err="1"/>
              <a:t>প্রাকৃতিক</a:t>
            </a:r>
            <a:r>
              <a:rPr lang="en-US" sz="2400" dirty="0"/>
              <a:t> </a:t>
            </a:r>
            <a:r>
              <a:rPr lang="en-US" sz="2400" dirty="0" err="1"/>
              <a:t>দুর্যোগ</a:t>
            </a:r>
            <a:endParaRPr lang="en-US" sz="2400" dirty="0"/>
          </a:p>
          <a:p>
            <a:pPr marL="742950" indent="-742950">
              <a:buAutoNum type="arabicParenR"/>
            </a:pPr>
            <a:r>
              <a:rPr lang="en-US" sz="2400" dirty="0" err="1"/>
              <a:t>দ্রব্যমূল্য</a:t>
            </a:r>
            <a:r>
              <a:rPr lang="en-US" sz="2400" dirty="0"/>
              <a:t> </a:t>
            </a:r>
            <a:r>
              <a:rPr lang="en-US" sz="2400" dirty="0" err="1"/>
              <a:t>বৃদ্ধি</a:t>
            </a:r>
            <a:endParaRPr lang="en-US" sz="2400" dirty="0"/>
          </a:p>
        </p:txBody>
      </p:sp>
    </p:spTree>
    <p:extLst>
      <p:ext uri="{BB962C8B-B14F-4D97-AF65-F5344CB8AC3E}">
        <p14:creationId xmlns:p14="http://schemas.microsoft.com/office/powerpoint/2010/main" val="360456473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কৃষি</a:t>
            </a:r>
            <a:r>
              <a:rPr lang="en-US" dirty="0"/>
              <a:t> </a:t>
            </a:r>
            <a:r>
              <a:rPr lang="en-US" dirty="0" err="1"/>
              <a:t>ঋণ</a:t>
            </a:r>
            <a:r>
              <a:rPr lang="en-US" dirty="0"/>
              <a:t> এর </a:t>
            </a:r>
            <a:r>
              <a:rPr lang="en-US" dirty="0" err="1"/>
              <a:t>সমস্যা</a:t>
            </a:r>
            <a:r>
              <a:rPr lang="en-US" dirty="0"/>
              <a:t> ও </a:t>
            </a:r>
            <a:r>
              <a:rPr lang="en-US" dirty="0" err="1"/>
              <a:t>সম্ভাবনা</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3785652"/>
          </a:xfrm>
          <a:prstGeom prst="rect">
            <a:avLst/>
          </a:prstGeom>
          <a:noFill/>
        </p:spPr>
        <p:txBody>
          <a:bodyPr wrap="square" rtlCol="0">
            <a:spAutoFit/>
          </a:bodyPr>
          <a:lstStyle/>
          <a:p>
            <a:pPr marL="742950" indent="-742950">
              <a:buAutoNum type="arabicParenR"/>
            </a:pPr>
            <a:r>
              <a:rPr lang="en-US" sz="2400" dirty="0" err="1"/>
              <a:t>জামানত</a:t>
            </a:r>
            <a:r>
              <a:rPr lang="en-US" sz="2400" dirty="0"/>
              <a:t> </a:t>
            </a:r>
            <a:r>
              <a:rPr lang="en-US" sz="2400" dirty="0" err="1"/>
              <a:t>সমস্যা</a:t>
            </a:r>
            <a:endParaRPr lang="en-US" sz="2400" dirty="0"/>
          </a:p>
          <a:p>
            <a:pPr marL="742950" indent="-742950">
              <a:buAutoNum type="arabicParenR"/>
            </a:pPr>
            <a:r>
              <a:rPr lang="en-US" sz="2400" dirty="0" err="1"/>
              <a:t>দুর্যোগে</a:t>
            </a:r>
            <a:r>
              <a:rPr lang="en-US" sz="2400" dirty="0"/>
              <a:t> </a:t>
            </a:r>
            <a:r>
              <a:rPr lang="en-US" sz="2400" dirty="0" err="1"/>
              <a:t>ফসল</a:t>
            </a:r>
            <a:r>
              <a:rPr lang="en-US" sz="2400" dirty="0"/>
              <a:t> </a:t>
            </a:r>
            <a:r>
              <a:rPr lang="en-US" sz="2400" dirty="0" err="1"/>
              <a:t>নষ্ট</a:t>
            </a:r>
            <a:endParaRPr lang="en-US" sz="2400" dirty="0"/>
          </a:p>
          <a:p>
            <a:pPr marL="742950" indent="-742950">
              <a:buAutoNum type="arabicParenR"/>
            </a:pPr>
            <a:r>
              <a:rPr lang="en-US" sz="2400" dirty="0" err="1"/>
              <a:t>কৃষি</a:t>
            </a:r>
            <a:r>
              <a:rPr lang="en-US" sz="2400" dirty="0"/>
              <a:t> </a:t>
            </a:r>
            <a:r>
              <a:rPr lang="en-US" sz="2400" dirty="0" err="1"/>
              <a:t>বীমা</a:t>
            </a:r>
            <a:r>
              <a:rPr lang="en-US" sz="2400" dirty="0"/>
              <a:t> </a:t>
            </a:r>
            <a:r>
              <a:rPr lang="en-US" sz="2400" dirty="0" err="1"/>
              <a:t>না</a:t>
            </a:r>
            <a:r>
              <a:rPr lang="en-US" sz="2400" dirty="0"/>
              <a:t> </a:t>
            </a:r>
            <a:r>
              <a:rPr lang="en-US" sz="2400" dirty="0" err="1"/>
              <a:t>থাকা</a:t>
            </a:r>
            <a:endParaRPr lang="en-US" sz="2400" dirty="0"/>
          </a:p>
          <a:p>
            <a:pPr marL="742950" indent="-742950">
              <a:buAutoNum type="arabicParenR"/>
            </a:pPr>
            <a:r>
              <a:rPr lang="en-US" sz="2400" dirty="0" err="1"/>
              <a:t>বাজার</a:t>
            </a:r>
            <a:r>
              <a:rPr lang="en-US" sz="2400" dirty="0"/>
              <a:t> </a:t>
            </a:r>
            <a:r>
              <a:rPr lang="en-US" sz="2400" dirty="0" err="1"/>
              <a:t>নিয়ন্ত্রনে</a:t>
            </a:r>
            <a:r>
              <a:rPr lang="en-US" sz="2400" dirty="0"/>
              <a:t> </a:t>
            </a:r>
            <a:r>
              <a:rPr lang="en-US" sz="2400" dirty="0" err="1"/>
              <a:t>না</a:t>
            </a:r>
            <a:r>
              <a:rPr lang="en-US" sz="2400" dirty="0"/>
              <a:t> </a:t>
            </a:r>
            <a:r>
              <a:rPr lang="en-US" sz="2400" dirty="0" err="1"/>
              <a:t>থাকা</a:t>
            </a:r>
            <a:endParaRPr lang="en-US" sz="2400" dirty="0"/>
          </a:p>
          <a:p>
            <a:pPr marL="742950" indent="-742950">
              <a:buAutoNum type="arabicParenR"/>
            </a:pPr>
            <a:r>
              <a:rPr lang="en-US" sz="2400" dirty="0" err="1"/>
              <a:t>ঋনের</a:t>
            </a:r>
            <a:r>
              <a:rPr lang="en-US" sz="2400" dirty="0"/>
              <a:t> </a:t>
            </a:r>
            <a:r>
              <a:rPr lang="en-US" sz="2400" dirty="0" err="1"/>
              <a:t>সুদ</a:t>
            </a:r>
            <a:r>
              <a:rPr lang="en-US" sz="2400" dirty="0"/>
              <a:t> </a:t>
            </a:r>
            <a:r>
              <a:rPr lang="en-US" sz="2400" dirty="0" err="1"/>
              <a:t>বেশী</a:t>
            </a:r>
            <a:r>
              <a:rPr lang="en-US" sz="2400" dirty="0"/>
              <a:t> </a:t>
            </a:r>
            <a:r>
              <a:rPr lang="en-US" sz="2400" dirty="0" err="1"/>
              <a:t>হওয়া</a:t>
            </a:r>
            <a:endParaRPr lang="en-US" sz="2400" dirty="0"/>
          </a:p>
          <a:p>
            <a:pPr marL="742950" indent="-742950">
              <a:buAutoNum type="arabicParenR"/>
            </a:pPr>
            <a:r>
              <a:rPr lang="en-US" sz="2400" dirty="0" err="1"/>
              <a:t>ঋণ</a:t>
            </a:r>
            <a:r>
              <a:rPr lang="en-US" sz="2400" dirty="0"/>
              <a:t> </a:t>
            </a:r>
            <a:r>
              <a:rPr lang="en-US" sz="2400" dirty="0" err="1"/>
              <a:t>আদায়ে</a:t>
            </a:r>
            <a:r>
              <a:rPr lang="en-US" sz="2400" dirty="0"/>
              <a:t> </a:t>
            </a:r>
            <a:r>
              <a:rPr lang="en-US" sz="2400" dirty="0" err="1"/>
              <a:t>কঠোরতা</a:t>
            </a:r>
            <a:endParaRPr lang="en-US" sz="2400" dirty="0"/>
          </a:p>
          <a:p>
            <a:pPr marL="742950" indent="-742950">
              <a:buAutoNum type="arabicParenR"/>
            </a:pPr>
            <a:r>
              <a:rPr lang="en-US" sz="2400" dirty="0" err="1"/>
              <a:t>প্রযুক্তি</a:t>
            </a:r>
            <a:r>
              <a:rPr lang="en-US" sz="2400" dirty="0"/>
              <a:t> </a:t>
            </a:r>
            <a:r>
              <a:rPr lang="en-US" sz="2400" dirty="0" err="1"/>
              <a:t>সরবরাহ</a:t>
            </a:r>
            <a:r>
              <a:rPr lang="en-US" sz="2400" dirty="0"/>
              <a:t> </a:t>
            </a:r>
            <a:r>
              <a:rPr lang="en-US" sz="2400" dirty="0" err="1"/>
              <a:t>না</a:t>
            </a:r>
            <a:r>
              <a:rPr lang="en-US" sz="2400" dirty="0"/>
              <a:t> </a:t>
            </a:r>
            <a:r>
              <a:rPr lang="en-US" sz="2400" dirty="0" err="1"/>
              <a:t>করা</a:t>
            </a:r>
            <a:endParaRPr lang="en-US" sz="2400" dirty="0"/>
          </a:p>
          <a:p>
            <a:pPr marL="742950" indent="-742950">
              <a:buAutoNum type="arabicParenR"/>
            </a:pPr>
            <a:endParaRPr lang="en-US" sz="2400" dirty="0"/>
          </a:p>
          <a:p>
            <a:pPr marL="742950" indent="-742950">
              <a:buAutoNum type="arabicParenR"/>
            </a:pPr>
            <a:endParaRPr lang="en-US" sz="2400" dirty="0"/>
          </a:p>
          <a:p>
            <a:r>
              <a:rPr lang="en-US" sz="2400" dirty="0"/>
              <a:t>BCR – Benefit Cost Ratio (3:1)</a:t>
            </a:r>
          </a:p>
        </p:txBody>
      </p:sp>
    </p:spTree>
    <p:extLst>
      <p:ext uri="{BB962C8B-B14F-4D97-AF65-F5344CB8AC3E}">
        <p14:creationId xmlns:p14="http://schemas.microsoft.com/office/powerpoint/2010/main" val="37243166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কৃষি</a:t>
            </a:r>
            <a:r>
              <a:rPr lang="en-US" dirty="0"/>
              <a:t> </a:t>
            </a:r>
            <a:r>
              <a:rPr lang="en-US" dirty="0" err="1"/>
              <a:t>ঋণ</a:t>
            </a:r>
            <a:r>
              <a:rPr lang="en-US" dirty="0"/>
              <a:t> এর উৎস </a:t>
            </a:r>
          </a:p>
        </p:txBody>
      </p:sp>
      <p:sp>
        <p:nvSpPr>
          <p:cNvPr id="11" name="TextBox 10">
            <a:extLst>
              <a:ext uri="{FF2B5EF4-FFF2-40B4-BE49-F238E27FC236}">
                <a16:creationId xmlns:a16="http://schemas.microsoft.com/office/drawing/2014/main" id="{24C10DA0-4486-4D7D-3908-5FC01D019F4F}"/>
              </a:ext>
            </a:extLst>
          </p:cNvPr>
          <p:cNvSpPr txBox="1"/>
          <p:nvPr/>
        </p:nvSpPr>
        <p:spPr>
          <a:xfrm>
            <a:off x="298580" y="2511061"/>
            <a:ext cx="11430000" cy="3785652"/>
          </a:xfrm>
          <a:prstGeom prst="rect">
            <a:avLst/>
          </a:prstGeom>
          <a:noFill/>
        </p:spPr>
        <p:txBody>
          <a:bodyPr wrap="square" rtlCol="0">
            <a:spAutoFit/>
          </a:bodyPr>
          <a:lstStyle/>
          <a:p>
            <a:pPr marL="742950" indent="-742950">
              <a:buAutoNum type="arabicParenR"/>
            </a:pPr>
            <a:r>
              <a:rPr lang="en-US" sz="2400" dirty="0" err="1"/>
              <a:t>জামানত</a:t>
            </a:r>
            <a:r>
              <a:rPr lang="en-US" sz="2400" dirty="0"/>
              <a:t> </a:t>
            </a:r>
            <a:r>
              <a:rPr lang="en-US" sz="2400" dirty="0" err="1"/>
              <a:t>সমস্যা</a:t>
            </a:r>
            <a:endParaRPr lang="en-US" sz="2400" dirty="0"/>
          </a:p>
          <a:p>
            <a:pPr marL="742950" indent="-742950">
              <a:buAutoNum type="arabicParenR"/>
            </a:pPr>
            <a:r>
              <a:rPr lang="en-US" sz="2400" dirty="0" err="1"/>
              <a:t>দুর্যোগে</a:t>
            </a:r>
            <a:r>
              <a:rPr lang="en-US" sz="2400" dirty="0"/>
              <a:t> </a:t>
            </a:r>
            <a:r>
              <a:rPr lang="en-US" sz="2400" dirty="0" err="1"/>
              <a:t>ফসল</a:t>
            </a:r>
            <a:r>
              <a:rPr lang="en-US" sz="2400" dirty="0"/>
              <a:t> </a:t>
            </a:r>
            <a:r>
              <a:rPr lang="en-US" sz="2400" dirty="0" err="1"/>
              <a:t>নষ্ট</a:t>
            </a:r>
            <a:endParaRPr lang="en-US" sz="2400" dirty="0"/>
          </a:p>
          <a:p>
            <a:pPr marL="742950" indent="-742950">
              <a:buAutoNum type="arabicParenR"/>
            </a:pPr>
            <a:r>
              <a:rPr lang="en-US" sz="2400" dirty="0" err="1"/>
              <a:t>কৃষি</a:t>
            </a:r>
            <a:r>
              <a:rPr lang="en-US" sz="2400" dirty="0"/>
              <a:t> </a:t>
            </a:r>
            <a:r>
              <a:rPr lang="en-US" sz="2400" dirty="0" err="1"/>
              <a:t>বীমা</a:t>
            </a:r>
            <a:r>
              <a:rPr lang="en-US" sz="2400" dirty="0"/>
              <a:t> </a:t>
            </a:r>
            <a:r>
              <a:rPr lang="en-US" sz="2400" dirty="0" err="1"/>
              <a:t>না</a:t>
            </a:r>
            <a:r>
              <a:rPr lang="en-US" sz="2400" dirty="0"/>
              <a:t> </a:t>
            </a:r>
            <a:r>
              <a:rPr lang="en-US" sz="2400" dirty="0" err="1"/>
              <a:t>থাকা</a:t>
            </a:r>
            <a:endParaRPr lang="en-US" sz="2400" dirty="0"/>
          </a:p>
          <a:p>
            <a:pPr marL="742950" indent="-742950">
              <a:buAutoNum type="arabicParenR"/>
            </a:pPr>
            <a:r>
              <a:rPr lang="en-US" sz="2400" dirty="0" err="1"/>
              <a:t>বাজার</a:t>
            </a:r>
            <a:r>
              <a:rPr lang="en-US" sz="2400" dirty="0"/>
              <a:t> </a:t>
            </a:r>
            <a:r>
              <a:rPr lang="en-US" sz="2400" dirty="0" err="1"/>
              <a:t>নিয়ন্ত্রনে</a:t>
            </a:r>
            <a:r>
              <a:rPr lang="en-US" sz="2400" dirty="0"/>
              <a:t> </a:t>
            </a:r>
            <a:r>
              <a:rPr lang="en-US" sz="2400" dirty="0" err="1"/>
              <a:t>না</a:t>
            </a:r>
            <a:r>
              <a:rPr lang="en-US" sz="2400" dirty="0"/>
              <a:t> </a:t>
            </a:r>
            <a:r>
              <a:rPr lang="en-US" sz="2400" dirty="0" err="1"/>
              <a:t>থাকা</a:t>
            </a:r>
            <a:endParaRPr lang="en-US" sz="2400" dirty="0"/>
          </a:p>
          <a:p>
            <a:pPr marL="742950" indent="-742950">
              <a:buAutoNum type="arabicParenR"/>
            </a:pPr>
            <a:r>
              <a:rPr lang="en-US" sz="2400" dirty="0" err="1"/>
              <a:t>ঋনের</a:t>
            </a:r>
            <a:r>
              <a:rPr lang="en-US" sz="2400" dirty="0"/>
              <a:t> </a:t>
            </a:r>
            <a:r>
              <a:rPr lang="en-US" sz="2400" dirty="0" err="1"/>
              <a:t>সুদ</a:t>
            </a:r>
            <a:r>
              <a:rPr lang="en-US" sz="2400" dirty="0"/>
              <a:t> </a:t>
            </a:r>
            <a:r>
              <a:rPr lang="en-US" sz="2400" dirty="0" err="1"/>
              <a:t>বেশী</a:t>
            </a:r>
            <a:r>
              <a:rPr lang="en-US" sz="2400" dirty="0"/>
              <a:t> </a:t>
            </a:r>
            <a:r>
              <a:rPr lang="en-US" sz="2400" dirty="0" err="1"/>
              <a:t>হওয়া</a:t>
            </a:r>
            <a:endParaRPr lang="en-US" sz="2400" dirty="0"/>
          </a:p>
          <a:p>
            <a:pPr marL="742950" indent="-742950">
              <a:buAutoNum type="arabicParenR"/>
            </a:pPr>
            <a:r>
              <a:rPr lang="en-US" sz="2400" dirty="0" err="1"/>
              <a:t>ঋণ</a:t>
            </a:r>
            <a:r>
              <a:rPr lang="en-US" sz="2400" dirty="0"/>
              <a:t> </a:t>
            </a:r>
            <a:r>
              <a:rPr lang="en-US" sz="2400" dirty="0" err="1"/>
              <a:t>আদায়ে</a:t>
            </a:r>
            <a:r>
              <a:rPr lang="en-US" sz="2400" dirty="0"/>
              <a:t> </a:t>
            </a:r>
            <a:r>
              <a:rPr lang="en-US" sz="2400" dirty="0" err="1"/>
              <a:t>কঠোরতা</a:t>
            </a:r>
            <a:endParaRPr lang="en-US" sz="2400" dirty="0"/>
          </a:p>
          <a:p>
            <a:pPr marL="742950" indent="-742950">
              <a:buAutoNum type="arabicParenR"/>
            </a:pPr>
            <a:r>
              <a:rPr lang="en-US" sz="2400" dirty="0" err="1"/>
              <a:t>প্রযুক্তি</a:t>
            </a:r>
            <a:r>
              <a:rPr lang="en-US" sz="2400" dirty="0"/>
              <a:t> </a:t>
            </a:r>
            <a:r>
              <a:rPr lang="en-US" sz="2400" dirty="0" err="1"/>
              <a:t>সরবরাহ</a:t>
            </a:r>
            <a:r>
              <a:rPr lang="en-US" sz="2400" dirty="0"/>
              <a:t> </a:t>
            </a:r>
            <a:r>
              <a:rPr lang="en-US" sz="2400" dirty="0" err="1"/>
              <a:t>না</a:t>
            </a:r>
            <a:r>
              <a:rPr lang="en-US" sz="2400" dirty="0"/>
              <a:t> </a:t>
            </a:r>
            <a:r>
              <a:rPr lang="en-US" sz="2400" dirty="0" err="1"/>
              <a:t>করা</a:t>
            </a:r>
            <a:endParaRPr lang="en-US" sz="2400" dirty="0"/>
          </a:p>
          <a:p>
            <a:pPr marL="742950" indent="-742950">
              <a:buAutoNum type="arabicParenR"/>
            </a:pPr>
            <a:endParaRPr lang="en-US" sz="2400" dirty="0"/>
          </a:p>
          <a:p>
            <a:pPr marL="742950" indent="-742950">
              <a:buAutoNum type="arabicParenR"/>
            </a:pPr>
            <a:endParaRPr lang="en-US" sz="2400" dirty="0"/>
          </a:p>
          <a:p>
            <a:r>
              <a:rPr lang="en-US" sz="2400" dirty="0"/>
              <a:t>BCR – Benefit Cost Ratio (3:1)</a:t>
            </a:r>
          </a:p>
        </p:txBody>
      </p:sp>
    </p:spTree>
    <p:extLst>
      <p:ext uri="{BB962C8B-B14F-4D97-AF65-F5344CB8AC3E}">
        <p14:creationId xmlns:p14="http://schemas.microsoft.com/office/powerpoint/2010/main" val="254599849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 সম্পর্কিত কিছু সংজ্ঞা</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301765"/>
            <a:ext cx="9905998" cy="4424855"/>
          </a:xfrm>
        </p:spPr>
        <p:txBody>
          <a:bodyPr>
            <a:normAutofit fontScale="92500" lnSpcReduction="20000"/>
          </a:bodyPr>
          <a:lstStyle/>
          <a:p>
            <a:pPr>
              <a:buFont typeface="Wingdings" panose="05000000000000000000" pitchFamily="2" charset="2"/>
              <a:buChar char="q"/>
            </a:pPr>
            <a:r>
              <a:rPr lang="bn-IN" sz="2800" dirty="0"/>
              <a:t> পাখিঃ </a:t>
            </a:r>
            <a:r>
              <a:rPr lang="en-US" sz="2800" dirty="0"/>
              <a:t>Chordata </a:t>
            </a:r>
            <a:r>
              <a:rPr lang="bn-IN" sz="2800" dirty="0"/>
              <a:t>পর্বের </a:t>
            </a:r>
            <a:r>
              <a:rPr lang="en-US" sz="2800" dirty="0"/>
              <a:t>Aves </a:t>
            </a:r>
            <a:r>
              <a:rPr lang="bn-IN" sz="2800" dirty="0"/>
              <a:t>শ্রেনীর অন্ত্ররভূক্ত প্রাণী</a:t>
            </a:r>
          </a:p>
          <a:p>
            <a:pPr>
              <a:buFont typeface="Wingdings" panose="05000000000000000000" pitchFamily="2" charset="2"/>
              <a:buChar char="q"/>
            </a:pPr>
            <a:r>
              <a:rPr lang="bn-IN" sz="2800" dirty="0"/>
              <a:t> বেবি চিকঃ মুরগীর নবজাতক বাচ্চা</a:t>
            </a:r>
          </a:p>
          <a:p>
            <a:pPr>
              <a:buFont typeface="Wingdings" panose="05000000000000000000" pitchFamily="2" charset="2"/>
              <a:buChar char="q"/>
            </a:pPr>
            <a:r>
              <a:rPr lang="bn-IN" sz="2800" dirty="0"/>
              <a:t> গ্রোয়ার চিকঃ ৮-১৮ সপ্তাহের বাচ্চা</a:t>
            </a:r>
          </a:p>
          <a:p>
            <a:pPr>
              <a:buFont typeface="Wingdings" panose="05000000000000000000" pitchFamily="2" charset="2"/>
              <a:buChar char="q"/>
            </a:pPr>
            <a:r>
              <a:rPr lang="bn-IN" sz="2800" dirty="0"/>
              <a:t> ককরেল ও পুলেটঃ ১ বছরের কম বয়সী পুরুষ মুরগীকে ককরেল, স্ত্রীকে মূরগীকে পুলেট বলে</a:t>
            </a:r>
          </a:p>
          <a:p>
            <a:pPr>
              <a:buFont typeface="Wingdings" panose="05000000000000000000" pitchFamily="2" charset="2"/>
              <a:buChar char="q"/>
            </a:pPr>
            <a:r>
              <a:rPr lang="bn-IN" sz="2800" dirty="0"/>
              <a:t> মোরগ ও মুরগীঃ প্রাপ্ত বয়ষ্ক মুরগীকে বলে</a:t>
            </a:r>
          </a:p>
          <a:p>
            <a:pPr>
              <a:buFont typeface="Wingdings" panose="05000000000000000000" pitchFamily="2" charset="2"/>
              <a:buChar char="q"/>
            </a:pPr>
            <a:r>
              <a:rPr lang="bn-IN" sz="2800" dirty="0"/>
              <a:t> কেপনঃ প্রজনন ক্ষমতা নষ্টকরা মোরগকে কেপন বলে</a:t>
            </a:r>
          </a:p>
          <a:p>
            <a:pPr>
              <a:buFont typeface="Wingdings" panose="05000000000000000000" pitchFamily="2" charset="2"/>
              <a:buChar char="q"/>
            </a:pPr>
            <a:r>
              <a:rPr lang="bn-IN" sz="2800" dirty="0"/>
              <a:t> ব্রয়লারঃ মাংস উৎপাদনকারী মুরগী</a:t>
            </a:r>
          </a:p>
          <a:p>
            <a:pPr>
              <a:buFont typeface="Wingdings" panose="05000000000000000000" pitchFamily="2" charset="2"/>
              <a:buChar char="q"/>
            </a:pPr>
            <a:r>
              <a:rPr lang="bn-IN" sz="2800" dirty="0"/>
              <a:t> লেয়ারঃ ডিম উৎপাদনকারী মুরগী</a:t>
            </a:r>
          </a:p>
          <a:p>
            <a:pPr marL="0" indent="0">
              <a:buNone/>
            </a:pPr>
            <a:endParaRPr lang="bn-IN" sz="2400" dirty="0"/>
          </a:p>
        </p:txBody>
      </p:sp>
    </p:spTree>
    <p:extLst>
      <p:ext uri="{BB962C8B-B14F-4D97-AF65-F5344CB8AC3E}">
        <p14:creationId xmlns:p14="http://schemas.microsoft.com/office/powerpoint/2010/main" val="829645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পরিধি ও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3650786641"/>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31268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উত্তর দাও</a:t>
            </a:r>
            <a:endParaRPr lang="en-US" dirty="0"/>
          </a:p>
        </p:txBody>
      </p:sp>
      <p:pic>
        <p:nvPicPr>
          <p:cNvPr id="7" name="Picture 6">
            <a:extLst>
              <a:ext uri="{FF2B5EF4-FFF2-40B4-BE49-F238E27FC236}">
                <a16:creationId xmlns:a16="http://schemas.microsoft.com/office/drawing/2014/main" id="{4659ED37-B652-48A1-9ADD-C5906F916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3092" y="2886975"/>
            <a:ext cx="3303741" cy="2542781"/>
          </a:xfrm>
          <a:prstGeom prst="rect">
            <a:avLst/>
          </a:prstGeom>
        </p:spPr>
      </p:pic>
      <p:pic>
        <p:nvPicPr>
          <p:cNvPr id="9" name="Picture 8">
            <a:extLst>
              <a:ext uri="{FF2B5EF4-FFF2-40B4-BE49-F238E27FC236}">
                <a16:creationId xmlns:a16="http://schemas.microsoft.com/office/drawing/2014/main" id="{B8056FE7-8C5A-4BE0-84D6-0A8652B4A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844" y="2868581"/>
            <a:ext cx="2561176" cy="2561176"/>
          </a:xfrm>
          <a:prstGeom prst="rect">
            <a:avLst/>
          </a:prstGeom>
        </p:spPr>
      </p:pic>
      <p:pic>
        <p:nvPicPr>
          <p:cNvPr id="11" name="Picture 10">
            <a:extLst>
              <a:ext uri="{FF2B5EF4-FFF2-40B4-BE49-F238E27FC236}">
                <a16:creationId xmlns:a16="http://schemas.microsoft.com/office/drawing/2014/main" id="{3366C868-45FA-4831-9148-DE2CA6C0B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9882" y="2886974"/>
            <a:ext cx="2871890" cy="2561175"/>
          </a:xfrm>
          <a:prstGeom prst="rect">
            <a:avLst/>
          </a:prstGeom>
        </p:spPr>
      </p:pic>
      <p:pic>
        <p:nvPicPr>
          <p:cNvPr id="13" name="Picture 12">
            <a:extLst>
              <a:ext uri="{FF2B5EF4-FFF2-40B4-BE49-F238E27FC236}">
                <a16:creationId xmlns:a16="http://schemas.microsoft.com/office/drawing/2014/main" id="{793DB8D3-71A1-4E91-84DF-73BE2D6F7A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800" y="2868581"/>
            <a:ext cx="2287042" cy="2561175"/>
          </a:xfrm>
          <a:prstGeom prst="rect">
            <a:avLst/>
          </a:prstGeom>
        </p:spPr>
      </p:pic>
    </p:spTree>
    <p:extLst>
      <p:ext uri="{BB962C8B-B14F-4D97-AF65-F5344CB8AC3E}">
        <p14:creationId xmlns:p14="http://schemas.microsoft.com/office/powerpoint/2010/main" val="4576406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প্রয়োজনীয়তা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165131"/>
            <a:ext cx="9905998" cy="4466897"/>
          </a:xfrm>
        </p:spPr>
        <p:txBody>
          <a:bodyPr>
            <a:normAutofit lnSpcReduction="10000"/>
          </a:bodyPr>
          <a:lstStyle/>
          <a:p>
            <a:pPr>
              <a:buFont typeface="Wingdings" panose="05000000000000000000" pitchFamily="2" charset="2"/>
              <a:buChar char="Ø"/>
            </a:pPr>
            <a:r>
              <a:rPr lang="bn-IN" sz="2800" dirty="0"/>
              <a:t> খাদ্য ও পুষ্টির উৎস</a:t>
            </a:r>
          </a:p>
          <a:p>
            <a:pPr>
              <a:buFont typeface="Wingdings" panose="05000000000000000000" pitchFamily="2" charset="2"/>
              <a:buChar char="Ø"/>
            </a:pPr>
            <a:r>
              <a:rPr lang="bn-IN" sz="2800" dirty="0"/>
              <a:t> আয়ের উৎস</a:t>
            </a:r>
          </a:p>
          <a:p>
            <a:pPr>
              <a:buFont typeface="Wingdings" panose="05000000000000000000" pitchFamily="2" charset="2"/>
              <a:buChar char="Ø"/>
            </a:pPr>
            <a:r>
              <a:rPr lang="bn-IN" sz="2800" dirty="0"/>
              <a:t> কর্মসংস্থান বৃদ্ধি</a:t>
            </a:r>
          </a:p>
          <a:p>
            <a:pPr>
              <a:buFont typeface="Wingdings" panose="05000000000000000000" pitchFamily="2" charset="2"/>
              <a:buChar char="Ø"/>
            </a:pPr>
            <a:r>
              <a:rPr lang="bn-IN" sz="2800" dirty="0"/>
              <a:t> জৈব সার</a:t>
            </a:r>
          </a:p>
          <a:p>
            <a:pPr>
              <a:buFont typeface="Wingdings" panose="05000000000000000000" pitchFamily="2" charset="2"/>
              <a:buChar char="Ø"/>
            </a:pPr>
            <a:r>
              <a:rPr lang="bn-IN" sz="2800" dirty="0"/>
              <a:t> শিল্প উন্নয়ন</a:t>
            </a:r>
          </a:p>
          <a:p>
            <a:pPr>
              <a:buFont typeface="Wingdings" panose="05000000000000000000" pitchFamily="2" charset="2"/>
              <a:buChar char="Ø"/>
            </a:pPr>
            <a:r>
              <a:rPr lang="bn-IN" sz="2800" dirty="0"/>
              <a:t> উপজাত দ্রব্যের ব্যাবহার</a:t>
            </a:r>
          </a:p>
          <a:p>
            <a:pPr>
              <a:buFont typeface="Wingdings" panose="05000000000000000000" pitchFamily="2" charset="2"/>
              <a:buChar char="Ø"/>
            </a:pPr>
            <a:r>
              <a:rPr lang="bn-IN" sz="2800" dirty="0"/>
              <a:t>বিনোদন</a:t>
            </a:r>
          </a:p>
          <a:p>
            <a:pPr>
              <a:buFont typeface="Wingdings" panose="05000000000000000000" pitchFamily="2" charset="2"/>
              <a:buChar char="Ø"/>
            </a:pPr>
            <a:r>
              <a:rPr lang="bn-IN" sz="2800" dirty="0"/>
              <a:t>পরিবেশ উন্নয়ন </a:t>
            </a:r>
            <a:endParaRPr lang="bn-IN" sz="2400" dirty="0"/>
          </a:p>
        </p:txBody>
      </p:sp>
    </p:spTree>
    <p:extLst>
      <p:ext uri="{BB962C8B-B14F-4D97-AF65-F5344CB8AC3E}">
        <p14:creationId xmlns:p14="http://schemas.microsoft.com/office/powerpoint/2010/main" val="3584917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a:t>
            </a:r>
          </a:p>
          <a:p>
            <a:pPr>
              <a:buFont typeface="Wingdings" panose="05000000000000000000" pitchFamily="2" charset="2"/>
              <a:buChar char="Ø"/>
            </a:pPr>
            <a:r>
              <a:rPr lang="bn-IN" sz="2800" dirty="0"/>
              <a:t> রোগমুক্ত ও স্বাস্থ্যবান বাচ্চার অভাব</a:t>
            </a:r>
          </a:p>
          <a:p>
            <a:pPr>
              <a:buFont typeface="Wingdings" panose="05000000000000000000" pitchFamily="2" charset="2"/>
              <a:buChar char="Ø"/>
            </a:pPr>
            <a:r>
              <a:rPr lang="bn-IN" sz="2800" dirty="0"/>
              <a:t> অধিক উৎপাদন খরচ</a:t>
            </a:r>
          </a:p>
          <a:p>
            <a:pPr>
              <a:buFont typeface="Wingdings" panose="05000000000000000000" pitchFamily="2" charset="2"/>
              <a:buChar char="Ø"/>
            </a:pPr>
            <a:r>
              <a:rPr lang="bn-IN" sz="2800" dirty="0"/>
              <a:t> সুষম খাদ্যের অভাব</a:t>
            </a:r>
          </a:p>
          <a:p>
            <a:pPr>
              <a:buFont typeface="Wingdings" panose="05000000000000000000" pitchFamily="2" charset="2"/>
              <a:buChar char="Ø"/>
            </a:pPr>
            <a:r>
              <a:rPr lang="bn-IN" sz="2800" dirty="0"/>
              <a:t> প্রতিষেধক টিকার অভাব</a:t>
            </a:r>
          </a:p>
          <a:p>
            <a:pPr>
              <a:buFont typeface="Wingdings" panose="05000000000000000000" pitchFamily="2" charset="2"/>
              <a:buChar char="Ø"/>
            </a:pPr>
            <a:r>
              <a:rPr lang="bn-IN" sz="2800" dirty="0"/>
              <a:t> প্রশিক্ষণ ও কারিগরী জ্ঞানের অভাব</a:t>
            </a:r>
          </a:p>
          <a:p>
            <a:pPr>
              <a:buFont typeface="Wingdings" panose="05000000000000000000" pitchFamily="2" charset="2"/>
              <a:buChar char="Ø"/>
            </a:pPr>
            <a:r>
              <a:rPr lang="bn-IN" sz="2800" dirty="0"/>
              <a:t> অনুন্নত যোগাযোগ ও পরিবহন সমস্যা</a:t>
            </a:r>
          </a:p>
          <a:p>
            <a:pPr>
              <a:buFont typeface="Wingdings" panose="05000000000000000000" pitchFamily="2" charset="2"/>
              <a:buChar char="Ø"/>
            </a:pPr>
            <a:r>
              <a:rPr lang="bn-IN" sz="2800" dirty="0"/>
              <a:t> গবেষণা ও গবেষকের অভাব </a:t>
            </a:r>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2177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 সমাধানের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 বিমোচন</a:t>
            </a:r>
          </a:p>
          <a:p>
            <a:pPr>
              <a:buFont typeface="Wingdings" panose="05000000000000000000" pitchFamily="2" charset="2"/>
              <a:buChar char="Ø"/>
            </a:pPr>
            <a:r>
              <a:rPr lang="bn-IN" sz="2800" dirty="0"/>
              <a:t> রোগমুক্ত ও স্বাস্থ্যবান বাচ্চার ব্যাবস্থা করা</a:t>
            </a:r>
          </a:p>
          <a:p>
            <a:pPr>
              <a:buFont typeface="Wingdings" panose="05000000000000000000" pitchFamily="2" charset="2"/>
              <a:buChar char="Ø"/>
            </a:pPr>
            <a:r>
              <a:rPr lang="bn-IN" sz="2800" dirty="0"/>
              <a:t> অধিক উৎপাদন খরচ কমানো </a:t>
            </a:r>
          </a:p>
          <a:p>
            <a:pPr>
              <a:buFont typeface="Wingdings" panose="05000000000000000000" pitchFamily="2" charset="2"/>
              <a:buChar char="Ø"/>
            </a:pPr>
            <a:r>
              <a:rPr lang="bn-IN" sz="2800" dirty="0"/>
              <a:t> সুষম খাদ্যের অভাব পূরণ </a:t>
            </a:r>
          </a:p>
          <a:p>
            <a:pPr>
              <a:buFont typeface="Wingdings" panose="05000000000000000000" pitchFamily="2" charset="2"/>
              <a:buChar char="Ø"/>
            </a:pPr>
            <a:r>
              <a:rPr lang="bn-IN" sz="2800" dirty="0"/>
              <a:t> প্রতিষেধক টিকার অভাব পূরণ</a:t>
            </a:r>
          </a:p>
          <a:p>
            <a:pPr>
              <a:buFont typeface="Wingdings" panose="05000000000000000000" pitchFamily="2" charset="2"/>
              <a:buChar char="Ø"/>
            </a:pPr>
            <a:r>
              <a:rPr lang="bn-IN" sz="2800" dirty="0"/>
              <a:t> প্রশিক্ষণ ও কারিগরী জ্ঞানের প্রসার ঘটানো</a:t>
            </a:r>
          </a:p>
          <a:p>
            <a:pPr>
              <a:buFont typeface="Wingdings" panose="05000000000000000000" pitchFamily="2" charset="2"/>
              <a:buChar char="Ø"/>
            </a:pPr>
            <a:r>
              <a:rPr lang="bn-IN" sz="2800" dirty="0"/>
              <a:t> অনুন্নত যোগাযোগ ও পরিবহন সমস্যা সমাধান</a:t>
            </a:r>
          </a:p>
          <a:p>
            <a:pPr>
              <a:buFont typeface="Wingdings" panose="05000000000000000000" pitchFamily="2" charset="2"/>
              <a:buChar char="Ø"/>
            </a:pPr>
            <a:r>
              <a:rPr lang="bn-IN" sz="2800" dirty="0"/>
              <a:t> গবেষণা ও গবেষকের </a:t>
            </a:r>
            <a:r>
              <a:rPr lang="bn-IN" sz="2800"/>
              <a:t>অভাব নিরোসন</a:t>
            </a:r>
            <a:endParaRPr lang="bn-IN" sz="2800" dirty="0"/>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41944919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বিভিন্ন জাত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শ্রেণীঃ পৃথিবীর নির্দিষ্ট স্থান বা জায়গা হতে উদ্ভুত। এশিয়াটিক, ইংলিশ শ্রেণী, ভূমধ্যসাগরীয়</a:t>
            </a:r>
          </a:p>
          <a:p>
            <a:pPr>
              <a:buFont typeface="Wingdings" panose="05000000000000000000" pitchFamily="2" charset="2"/>
              <a:buChar char="Ø"/>
            </a:pPr>
            <a:r>
              <a:rPr lang="bn-IN" sz="2800" dirty="0"/>
              <a:t> জাতঃ একটি বিশেষ গোষ্ঠীকে বোঝায়। যেমনঃ লেগহর্ন, মিনর্কা</a:t>
            </a:r>
          </a:p>
          <a:p>
            <a:pPr>
              <a:buFont typeface="Wingdings" panose="05000000000000000000" pitchFamily="2" charset="2"/>
              <a:buChar char="Ø"/>
            </a:pPr>
            <a:r>
              <a:rPr lang="bn-IN" sz="2800" dirty="0"/>
              <a:t> উপজাতঃ একই জাতের মধ্যে নির্দিষ্ট্য মিল থাকলে। যেমনঃ হোয়াইট লেগহর্ন, ব্ল্যাক মিনর্কা</a:t>
            </a:r>
          </a:p>
          <a:p>
            <a:pPr>
              <a:buFont typeface="Wingdings" panose="05000000000000000000" pitchFamily="2" charset="2"/>
              <a:buChar char="Ø"/>
            </a:pPr>
            <a:r>
              <a:rPr lang="bn-IN" sz="2800" dirty="0"/>
              <a:t> </a:t>
            </a:r>
            <a:r>
              <a:rPr lang="bn-IN" sz="2800" dirty="0">
                <a:solidFill>
                  <a:schemeClr val="accent2">
                    <a:lumMod val="75000"/>
                  </a:schemeClr>
                </a:solidFill>
              </a:rPr>
              <a:t>স্ট্রেইনঃ বিশেষ উদ্যেশ্য সাধনের উদ্যেশ্যে প্রজননকারী কর্তৃক নুন্যতম ৫ টি বংশপরস্পরায় আন্তঃপ্রজননের মাধ্যমে সৃষ্ট বিশেষ নামধারী মুরগী। যেমনঃ ইসাব্রাউন, স্ট্রারক্রস</a:t>
            </a:r>
          </a:p>
        </p:txBody>
      </p:sp>
    </p:spTree>
    <p:extLst>
      <p:ext uri="{BB962C8B-B14F-4D97-AF65-F5344CB8AC3E}">
        <p14:creationId xmlns:p14="http://schemas.microsoft.com/office/powerpoint/2010/main" val="36597479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ডিম উৎপাদনকারী জাতঃ</a:t>
            </a:r>
          </a:p>
          <a:p>
            <a:pPr lvl="1">
              <a:buFont typeface="Wingdings" panose="05000000000000000000" pitchFamily="2" charset="2"/>
              <a:buChar char="Ø"/>
            </a:pPr>
            <a:r>
              <a:rPr lang="bn-IN" sz="2600" dirty="0">
                <a:solidFill>
                  <a:schemeClr val="accent2">
                    <a:lumMod val="75000"/>
                  </a:schemeClr>
                </a:solidFill>
              </a:rPr>
              <a:t> ওজনে হালকা</a:t>
            </a:r>
          </a:p>
          <a:p>
            <a:pPr lvl="1">
              <a:buFont typeface="Wingdings" panose="05000000000000000000" pitchFamily="2" charset="2"/>
              <a:buChar char="Ø"/>
            </a:pPr>
            <a:r>
              <a:rPr lang="bn-IN" sz="2600" dirty="0">
                <a:solidFill>
                  <a:schemeClr val="accent2">
                    <a:lumMod val="75000"/>
                  </a:schemeClr>
                </a:solidFill>
              </a:rPr>
              <a:t> ডিম উৎপাদনক্ষমতা বেশী</a:t>
            </a:r>
          </a:p>
          <a:p>
            <a:pPr lvl="1">
              <a:buFont typeface="Wingdings" panose="05000000000000000000" pitchFamily="2" charset="2"/>
              <a:buChar char="Ø"/>
            </a:pPr>
            <a:r>
              <a:rPr lang="bn-IN" sz="2600" dirty="0">
                <a:solidFill>
                  <a:schemeClr val="accent2">
                    <a:lumMod val="75000"/>
                  </a:schemeClr>
                </a:solidFill>
              </a:rPr>
              <a:t> তারাতারি প্রজননক্ষম হয়, ডিমে তা দেয়ার প্রবনতা নাই</a:t>
            </a:r>
          </a:p>
          <a:p>
            <a:pPr lvl="1">
              <a:buFont typeface="Wingdings" panose="05000000000000000000" pitchFamily="2" charset="2"/>
              <a:buChar char="Ø"/>
            </a:pPr>
            <a:r>
              <a:rPr lang="bn-IN" sz="2600" dirty="0">
                <a:solidFill>
                  <a:schemeClr val="accent2">
                    <a:lumMod val="75000"/>
                  </a:schemeClr>
                </a:solidFill>
              </a:rPr>
              <a:t> শরীরে চর্বি কম থাকে</a:t>
            </a:r>
          </a:p>
        </p:txBody>
      </p:sp>
    </p:spTree>
    <p:extLst>
      <p:ext uri="{BB962C8B-B14F-4D97-AF65-F5344CB8AC3E}">
        <p14:creationId xmlns:p14="http://schemas.microsoft.com/office/powerpoint/2010/main" val="12477678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উৎপাদনকারী জাতঃ</a:t>
            </a:r>
          </a:p>
          <a:p>
            <a:pPr lvl="1">
              <a:buFont typeface="Wingdings" panose="05000000000000000000" pitchFamily="2" charset="2"/>
              <a:buChar char="Ø"/>
            </a:pPr>
            <a:r>
              <a:rPr lang="bn-IN" sz="2600" dirty="0">
                <a:solidFill>
                  <a:schemeClr val="accent2">
                    <a:lumMod val="75000"/>
                  </a:schemeClr>
                </a:solidFill>
              </a:rPr>
              <a:t> ওজনে ভারী </a:t>
            </a:r>
          </a:p>
          <a:p>
            <a:pPr lvl="1">
              <a:buFont typeface="Wingdings" panose="05000000000000000000" pitchFamily="2" charset="2"/>
              <a:buChar char="Ø"/>
            </a:pPr>
            <a:r>
              <a:rPr lang="bn-IN" sz="2600" dirty="0">
                <a:solidFill>
                  <a:schemeClr val="accent2">
                    <a:lumMod val="75000"/>
                  </a:schemeClr>
                </a:solidFill>
              </a:rPr>
              <a:t> খাদ্যকে মাংসে রুপান্তরের ক্ষমতা বেশী</a:t>
            </a:r>
          </a:p>
          <a:p>
            <a:pPr lvl="1">
              <a:buFont typeface="Wingdings" panose="05000000000000000000" pitchFamily="2" charset="2"/>
              <a:buChar char="Ø"/>
            </a:pPr>
            <a:r>
              <a:rPr lang="bn-IN" sz="2600" dirty="0">
                <a:solidFill>
                  <a:schemeClr val="accent2">
                    <a:lumMod val="75000"/>
                  </a:schemeClr>
                </a:solidFill>
              </a:rPr>
              <a:t> তারাতারি দেহের বৃদ্ধি হয়, ডিমে তা দেয়ার প্রবনতা কম</a:t>
            </a:r>
          </a:p>
          <a:p>
            <a:pPr lvl="1">
              <a:buFont typeface="Wingdings" panose="05000000000000000000" pitchFamily="2" charset="2"/>
              <a:buChar char="Ø"/>
            </a:pPr>
            <a:r>
              <a:rPr lang="bn-IN" sz="2600" dirty="0">
                <a:solidFill>
                  <a:schemeClr val="accent2">
                    <a:lumMod val="75000"/>
                  </a:schemeClr>
                </a:solidFill>
              </a:rPr>
              <a:t> শরীরে চর্বি বেশী থাকে</a:t>
            </a:r>
          </a:p>
        </p:txBody>
      </p:sp>
    </p:spTree>
    <p:extLst>
      <p:ext uri="{BB962C8B-B14F-4D97-AF65-F5344CB8AC3E}">
        <p14:creationId xmlns:p14="http://schemas.microsoft.com/office/powerpoint/2010/main" val="3202166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ও ডিম উৎপাদনকারী জাতঃ</a:t>
            </a:r>
          </a:p>
          <a:p>
            <a:pPr lvl="1">
              <a:buFont typeface="Wingdings" panose="05000000000000000000" pitchFamily="2" charset="2"/>
              <a:buChar char="Ø"/>
            </a:pPr>
            <a:r>
              <a:rPr lang="bn-IN" sz="2600" dirty="0">
                <a:solidFill>
                  <a:schemeClr val="accent2">
                    <a:lumMod val="75000"/>
                  </a:schemeClr>
                </a:solidFill>
              </a:rPr>
              <a:t> ওজনে ভারী ও মাঝারী ভারী </a:t>
            </a:r>
          </a:p>
          <a:p>
            <a:pPr lvl="1">
              <a:buFont typeface="Wingdings" panose="05000000000000000000" pitchFamily="2" charset="2"/>
              <a:buChar char="Ø"/>
            </a:pPr>
            <a:r>
              <a:rPr lang="bn-IN" sz="2600" dirty="0">
                <a:solidFill>
                  <a:schemeClr val="accent2">
                    <a:lumMod val="75000"/>
                  </a:schemeClr>
                </a:solidFill>
              </a:rPr>
              <a:t> ডিম ও মাংস উৎপাদনক্ষমতা মাঝারী</a:t>
            </a:r>
          </a:p>
          <a:p>
            <a:pPr lvl="1">
              <a:buFont typeface="Wingdings" panose="05000000000000000000" pitchFamily="2" charset="2"/>
              <a:buChar char="Ø"/>
            </a:pPr>
            <a:r>
              <a:rPr lang="bn-IN" sz="2600" dirty="0">
                <a:solidFill>
                  <a:schemeClr val="accent2">
                    <a:lumMod val="75000"/>
                  </a:schemeClr>
                </a:solidFill>
              </a:rPr>
              <a:t> ডিমে তা দেয়ার প্রবনতা থাকতে পারে</a:t>
            </a:r>
          </a:p>
          <a:p>
            <a:pPr lvl="1">
              <a:buFont typeface="Wingdings" panose="05000000000000000000" pitchFamily="2" charset="2"/>
              <a:buChar char="Ø"/>
            </a:pPr>
            <a:r>
              <a:rPr lang="bn-IN" sz="2600" dirty="0">
                <a:solidFill>
                  <a:schemeClr val="accent2">
                    <a:lumMod val="75000"/>
                  </a:schemeClr>
                </a:solidFill>
              </a:rPr>
              <a:t> তারাতারি পরিপক্ক হয়</a:t>
            </a:r>
          </a:p>
        </p:txBody>
      </p:sp>
    </p:spTree>
    <p:extLst>
      <p:ext uri="{BB962C8B-B14F-4D97-AF65-F5344CB8AC3E}">
        <p14:creationId xmlns:p14="http://schemas.microsoft.com/office/powerpoint/2010/main" val="32728566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স্থানভিত্তিক শ্রেণিবিভাগ</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1308036631"/>
              </p:ext>
            </p:extLst>
          </p:nvPr>
        </p:nvGraphicFramePr>
        <p:xfrm>
          <a:off x="273269" y="2249214"/>
          <a:ext cx="11666483" cy="4445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301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মুরগীর আমেরিকান, ভূমধ্যসাগরীয়, ইংলিশ ও এশীয় জাতের তুলনামূলক বৈশিষ্ট্য</a:t>
            </a:r>
            <a:endParaRPr lang="en-US" dirty="0"/>
          </a:p>
        </p:txBody>
      </p:sp>
      <p:graphicFrame>
        <p:nvGraphicFramePr>
          <p:cNvPr id="3" name="Table 3">
            <a:extLst>
              <a:ext uri="{FF2B5EF4-FFF2-40B4-BE49-F238E27FC236}">
                <a16:creationId xmlns:a16="http://schemas.microsoft.com/office/drawing/2014/main" id="{924A4CDD-B82E-411B-B152-4D388C1EAD9F}"/>
              </a:ext>
            </a:extLst>
          </p:cNvPr>
          <p:cNvGraphicFramePr>
            <a:graphicFrameLocks noGrp="1"/>
          </p:cNvGraphicFramePr>
          <p:nvPr>
            <p:extLst>
              <p:ext uri="{D42A27DB-BD31-4B8C-83A1-F6EECF244321}">
                <p14:modId xmlns:p14="http://schemas.microsoft.com/office/powerpoint/2010/main" val="2428285996"/>
              </p:ext>
            </p:extLst>
          </p:nvPr>
        </p:nvGraphicFramePr>
        <p:xfrm>
          <a:off x="572814" y="2354318"/>
          <a:ext cx="11046372" cy="4193625"/>
        </p:xfrm>
        <a:graphic>
          <a:graphicData uri="http://schemas.openxmlformats.org/drawingml/2006/table">
            <a:tbl>
              <a:tblPr firstRow="1" bandRow="1">
                <a:tableStyleId>{5C22544A-7EE6-4342-B048-85BDC9FD1C3A}</a:tableStyleId>
              </a:tblPr>
              <a:tblGrid>
                <a:gridCol w="1841062">
                  <a:extLst>
                    <a:ext uri="{9D8B030D-6E8A-4147-A177-3AD203B41FA5}">
                      <a16:colId xmlns:a16="http://schemas.microsoft.com/office/drawing/2014/main" val="3824661491"/>
                    </a:ext>
                  </a:extLst>
                </a:gridCol>
                <a:gridCol w="1841062">
                  <a:extLst>
                    <a:ext uri="{9D8B030D-6E8A-4147-A177-3AD203B41FA5}">
                      <a16:colId xmlns:a16="http://schemas.microsoft.com/office/drawing/2014/main" val="1242551540"/>
                    </a:ext>
                  </a:extLst>
                </a:gridCol>
                <a:gridCol w="1841062">
                  <a:extLst>
                    <a:ext uri="{9D8B030D-6E8A-4147-A177-3AD203B41FA5}">
                      <a16:colId xmlns:a16="http://schemas.microsoft.com/office/drawing/2014/main" val="461192779"/>
                    </a:ext>
                  </a:extLst>
                </a:gridCol>
                <a:gridCol w="1841062">
                  <a:extLst>
                    <a:ext uri="{9D8B030D-6E8A-4147-A177-3AD203B41FA5}">
                      <a16:colId xmlns:a16="http://schemas.microsoft.com/office/drawing/2014/main" val="2917455006"/>
                    </a:ext>
                  </a:extLst>
                </a:gridCol>
                <a:gridCol w="1841062">
                  <a:extLst>
                    <a:ext uri="{9D8B030D-6E8A-4147-A177-3AD203B41FA5}">
                      <a16:colId xmlns:a16="http://schemas.microsoft.com/office/drawing/2014/main" val="1768146386"/>
                    </a:ext>
                  </a:extLst>
                </a:gridCol>
                <a:gridCol w="1841062">
                  <a:extLst>
                    <a:ext uri="{9D8B030D-6E8A-4147-A177-3AD203B41FA5}">
                      <a16:colId xmlns:a16="http://schemas.microsoft.com/office/drawing/2014/main" val="1189916274"/>
                    </a:ext>
                  </a:extLst>
                </a:gridCol>
              </a:tblGrid>
              <a:tr h="737825">
                <a:tc>
                  <a:txBody>
                    <a:bodyPr/>
                    <a:lstStyle/>
                    <a:p>
                      <a:r>
                        <a:rPr lang="bn-IN" sz="2000" dirty="0"/>
                        <a:t>শ্রেণীর নাম</a:t>
                      </a:r>
                      <a:endParaRPr lang="en-US" sz="2000" dirty="0"/>
                    </a:p>
                  </a:txBody>
                  <a:tcPr/>
                </a:tc>
                <a:tc>
                  <a:txBody>
                    <a:bodyPr/>
                    <a:lstStyle/>
                    <a:p>
                      <a:r>
                        <a:rPr lang="bn-IN" sz="2000" dirty="0"/>
                        <a:t>কানের রং</a:t>
                      </a:r>
                      <a:endParaRPr lang="en-US" sz="2000" dirty="0"/>
                    </a:p>
                  </a:txBody>
                  <a:tcPr/>
                </a:tc>
                <a:tc>
                  <a:txBody>
                    <a:bodyPr/>
                    <a:lstStyle/>
                    <a:p>
                      <a:r>
                        <a:rPr lang="bn-IN" sz="2000" dirty="0"/>
                        <a:t>চামড়ার রং</a:t>
                      </a:r>
                      <a:endParaRPr lang="en-US" sz="2000" dirty="0"/>
                    </a:p>
                  </a:txBody>
                  <a:tcPr/>
                </a:tc>
                <a:tc>
                  <a:txBody>
                    <a:bodyPr/>
                    <a:lstStyle/>
                    <a:p>
                      <a:r>
                        <a:rPr lang="bn-IN" sz="2000" dirty="0"/>
                        <a:t>ডিমের খোসার  রং</a:t>
                      </a:r>
                      <a:endParaRPr lang="en-US" sz="2000" dirty="0"/>
                    </a:p>
                  </a:txBody>
                  <a:tcPr/>
                </a:tc>
                <a:tc>
                  <a:txBody>
                    <a:bodyPr/>
                    <a:lstStyle/>
                    <a:p>
                      <a:r>
                        <a:rPr lang="bn-IN" sz="2000" dirty="0"/>
                        <a:t>পায়ের নালায় পালক</a:t>
                      </a:r>
                      <a:endParaRPr lang="en-US" sz="2000" dirty="0"/>
                    </a:p>
                  </a:txBody>
                  <a:tcPr/>
                </a:tc>
                <a:tc>
                  <a:txBody>
                    <a:bodyPr/>
                    <a:lstStyle/>
                    <a:p>
                      <a:r>
                        <a:rPr lang="bn-IN" sz="2000" dirty="0"/>
                        <a:t>আকৃতি ও উপযোগিতা</a:t>
                      </a:r>
                      <a:endParaRPr lang="en-US" sz="2000" dirty="0"/>
                    </a:p>
                  </a:txBody>
                  <a:tcPr/>
                </a:tc>
                <a:extLst>
                  <a:ext uri="{0D108BD9-81ED-4DB2-BD59-A6C34878D82A}">
                    <a16:rowId xmlns:a16="http://schemas.microsoft.com/office/drawing/2014/main" val="2132700277"/>
                  </a:ext>
                </a:extLst>
              </a:tr>
              <a:tr h="863950">
                <a:tc>
                  <a:txBody>
                    <a:bodyPr/>
                    <a:lstStyle/>
                    <a:p>
                      <a:r>
                        <a:rPr lang="bn-IN" sz="2000" dirty="0"/>
                        <a:t>আমেরিকান</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2829851925"/>
                  </a:ext>
                </a:extLst>
              </a:tr>
              <a:tr h="863950">
                <a:tc>
                  <a:txBody>
                    <a:bodyPr/>
                    <a:lstStyle/>
                    <a:p>
                      <a:r>
                        <a:rPr lang="bn-IN" sz="2000" dirty="0"/>
                        <a:t>ভূমধ্যসাগরীয়</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নেই</a:t>
                      </a:r>
                      <a:endParaRPr lang="en-US" sz="2000" dirty="0"/>
                    </a:p>
                  </a:txBody>
                  <a:tcPr/>
                </a:tc>
                <a:tc>
                  <a:txBody>
                    <a:bodyPr/>
                    <a:lstStyle/>
                    <a:p>
                      <a:r>
                        <a:rPr lang="bn-IN" sz="2000" dirty="0"/>
                        <a:t>ছোট, ডিম</a:t>
                      </a:r>
                      <a:endParaRPr lang="en-US" sz="2000" dirty="0"/>
                    </a:p>
                  </a:txBody>
                  <a:tcPr/>
                </a:tc>
                <a:extLst>
                  <a:ext uri="{0D108BD9-81ED-4DB2-BD59-A6C34878D82A}">
                    <a16:rowId xmlns:a16="http://schemas.microsoft.com/office/drawing/2014/main" val="3152244701"/>
                  </a:ext>
                </a:extLst>
              </a:tr>
              <a:tr h="863950">
                <a:tc>
                  <a:txBody>
                    <a:bodyPr/>
                    <a:lstStyle/>
                    <a:p>
                      <a:r>
                        <a:rPr lang="bn-IN" sz="2000" dirty="0"/>
                        <a:t>ইংলিশ</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3325714021"/>
                  </a:ext>
                </a:extLst>
              </a:tr>
              <a:tr h="863950">
                <a:tc>
                  <a:txBody>
                    <a:bodyPr/>
                    <a:lstStyle/>
                    <a:p>
                      <a:r>
                        <a:rPr lang="bn-IN" sz="2000" dirty="0"/>
                        <a:t>এশিয়াটিক</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থাকতে পারে</a:t>
                      </a:r>
                      <a:endParaRPr lang="en-US" sz="2000" dirty="0"/>
                    </a:p>
                  </a:txBody>
                  <a:tcPr/>
                </a:tc>
                <a:tc>
                  <a:txBody>
                    <a:bodyPr/>
                    <a:lstStyle/>
                    <a:p>
                      <a:r>
                        <a:rPr lang="bn-IN" sz="2000" dirty="0"/>
                        <a:t>বড়, মাংস</a:t>
                      </a:r>
                      <a:endParaRPr lang="en-US" sz="2000" dirty="0"/>
                    </a:p>
                  </a:txBody>
                  <a:tcPr/>
                </a:tc>
                <a:extLst>
                  <a:ext uri="{0D108BD9-81ED-4DB2-BD59-A6C34878D82A}">
                    <a16:rowId xmlns:a16="http://schemas.microsoft.com/office/drawing/2014/main" val="3482873065"/>
                  </a:ext>
                </a:extLst>
              </a:tr>
            </a:tbl>
          </a:graphicData>
        </a:graphic>
      </p:graphicFrame>
    </p:spTree>
    <p:extLst>
      <p:ext uri="{BB962C8B-B14F-4D97-AF65-F5344CB8AC3E}">
        <p14:creationId xmlns:p14="http://schemas.microsoft.com/office/powerpoint/2010/main" val="42068249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বাণিজ্যিক ব্রয়লার ও লেয়ার হাইব্রিড</a:t>
            </a:r>
            <a:endParaRPr lang="en-US" dirty="0"/>
          </a:p>
        </p:txBody>
      </p:sp>
      <p:graphicFrame>
        <p:nvGraphicFramePr>
          <p:cNvPr id="4" name="Diagram 3">
            <a:extLst>
              <a:ext uri="{FF2B5EF4-FFF2-40B4-BE49-F238E27FC236}">
                <a16:creationId xmlns:a16="http://schemas.microsoft.com/office/drawing/2014/main" id="{0CD3EE5B-3176-430C-8A25-9AF527F5834E}"/>
              </a:ext>
            </a:extLst>
          </p:cNvPr>
          <p:cNvGraphicFramePr/>
          <p:nvPr>
            <p:extLst>
              <p:ext uri="{D42A27DB-BD31-4B8C-83A1-F6EECF244321}">
                <p14:modId xmlns:p14="http://schemas.microsoft.com/office/powerpoint/2010/main" val="2710608980"/>
              </p:ext>
            </p:extLst>
          </p:nvPr>
        </p:nvGraphicFramePr>
        <p:xfrm>
          <a:off x="5580993" y="2144111"/>
          <a:ext cx="6376275" cy="440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B7DE987-10D5-44EA-9E6A-91AB1B30FE40}"/>
              </a:ext>
            </a:extLst>
          </p:cNvPr>
          <p:cNvSpPr txBox="1"/>
          <p:nvPr/>
        </p:nvSpPr>
        <p:spPr>
          <a:xfrm>
            <a:off x="977461" y="2448910"/>
            <a:ext cx="5517931" cy="3970318"/>
          </a:xfrm>
          <a:prstGeom prst="rect">
            <a:avLst/>
          </a:prstGeom>
          <a:noFill/>
        </p:spPr>
        <p:txBody>
          <a:bodyPr wrap="square" rtlCol="0">
            <a:spAutoFit/>
          </a:bodyPr>
          <a:lstStyle/>
          <a:p>
            <a:r>
              <a:rPr lang="bn-IN" sz="2800" dirty="0">
                <a:solidFill>
                  <a:schemeClr val="accent2"/>
                </a:solidFill>
              </a:rPr>
              <a:t>হাইব্রিড লেয়ারঃ </a:t>
            </a:r>
            <a:r>
              <a:rPr lang="bn-IN" sz="2800" dirty="0"/>
              <a:t>মোহমান হোয়াইট/ব্রাউন, ইসা ব্রাউন, ব্যাবকক, বিবি-৩০০, হাবার্ড ব্রাউন, স্টারকস ব্রাউ্ন, হাইসেক্স ব্রাউন ইত্যাদি</a:t>
            </a:r>
          </a:p>
          <a:p>
            <a:endParaRPr lang="bn-IN" sz="2800" dirty="0"/>
          </a:p>
          <a:p>
            <a:r>
              <a:rPr lang="bn-IN" sz="2800" dirty="0">
                <a:solidFill>
                  <a:schemeClr val="accent2"/>
                </a:solidFill>
              </a:rPr>
              <a:t>ব্রয়লার হাইব্রিডঃ</a:t>
            </a:r>
            <a:r>
              <a:rPr lang="bn-IN" sz="2800" dirty="0"/>
              <a:t> সেভার স্টার ব্রো, হাই লাইন, সেভার মাস্টার, ভেনকব, ইসা আই ৭৫৭, হাবার্ড ক্লাসিক ইত্যাদি</a:t>
            </a:r>
            <a:endParaRPr lang="en-US" sz="2800" dirty="0"/>
          </a:p>
        </p:txBody>
      </p:sp>
    </p:spTree>
    <p:extLst>
      <p:ext uri="{BB962C8B-B14F-4D97-AF65-F5344CB8AC3E}">
        <p14:creationId xmlns:p14="http://schemas.microsoft.com/office/powerpoint/2010/main" val="41466785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32939" cy="3908762"/>
          </a:xfrm>
          <a:prstGeom prst="rect">
            <a:avLst/>
          </a:prstGeom>
          <a:noFill/>
        </p:spPr>
        <p:txBody>
          <a:bodyPr wrap="square" rtlCol="0">
            <a:spAutoFit/>
          </a:bodyPr>
          <a:lstStyle/>
          <a:p>
            <a:r>
              <a:rPr lang="bn-IN" sz="2800" dirty="0">
                <a:solidFill>
                  <a:schemeClr val="accent2"/>
                </a:solidFill>
              </a:rPr>
              <a:t>রোড আইল্যান্ড রেড(</a:t>
            </a:r>
            <a:r>
              <a:rPr lang="en-US" sz="2800" dirty="0">
                <a:solidFill>
                  <a:schemeClr val="accent2"/>
                </a:solidFill>
              </a:rPr>
              <a:t>RIR</a:t>
            </a:r>
            <a:r>
              <a:rPr lang="bn-IN" sz="2800" dirty="0">
                <a:solidFill>
                  <a:schemeClr val="accent2"/>
                </a:solidFill>
              </a:rPr>
              <a:t>)</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লাল, কিন্তু পাখা ও লেজের মাথায় কালচে</a:t>
            </a:r>
          </a:p>
          <a:p>
            <a:pPr marL="457200" indent="-457200">
              <a:buFont typeface="Wingdings" panose="05000000000000000000" pitchFamily="2" charset="2"/>
              <a:buChar char="Ø"/>
            </a:pPr>
            <a:r>
              <a:rPr lang="bn-IN" sz="3200" dirty="0"/>
              <a:t>কানের লতি ছোট ও লাল রঙের</a:t>
            </a:r>
          </a:p>
          <a:p>
            <a:pPr marL="457200" indent="-457200">
              <a:buFont typeface="Wingdings" panose="05000000000000000000" pitchFamily="2" charset="2"/>
              <a:buChar char="Ø"/>
            </a:pPr>
            <a:r>
              <a:rPr lang="bn-IN" sz="3200" dirty="0"/>
              <a:t>চামড়া হলুদ, পায়ে পালক নাই</a:t>
            </a:r>
          </a:p>
          <a:p>
            <a:pPr marL="457200" indent="-457200">
              <a:buFont typeface="Wingdings" panose="05000000000000000000" pitchFamily="2" charset="2"/>
              <a:buChar char="Ø"/>
            </a:pPr>
            <a:r>
              <a:rPr lang="bn-IN" sz="3200" dirty="0"/>
              <a:t>ওজন ২.৫-৩ / ৩-৪ কেজি</a:t>
            </a:r>
          </a:p>
          <a:p>
            <a:pPr marL="457200" indent="-457200">
              <a:buFont typeface="Wingdings" panose="05000000000000000000" pitchFamily="2" charset="2"/>
              <a:buChar char="Ø"/>
            </a:pPr>
            <a:r>
              <a:rPr lang="bn-IN" sz="3200" dirty="0"/>
              <a:t>আমেরিকার রোড আইল্যান্ড দ্বীপে</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1994" y="2098988"/>
            <a:ext cx="3640502" cy="4523049"/>
          </a:xfrm>
          <a:prstGeom prst="rect">
            <a:avLst/>
          </a:prstGeom>
        </p:spPr>
      </p:pic>
    </p:spTree>
    <p:extLst>
      <p:ext uri="{BB962C8B-B14F-4D97-AF65-F5344CB8AC3E}">
        <p14:creationId xmlns:p14="http://schemas.microsoft.com/office/powerpoint/2010/main" val="4038868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85491" cy="4401205"/>
          </a:xfrm>
          <a:prstGeom prst="rect">
            <a:avLst/>
          </a:prstGeom>
          <a:noFill/>
        </p:spPr>
        <p:txBody>
          <a:bodyPr wrap="square" rtlCol="0">
            <a:spAutoFit/>
          </a:bodyPr>
          <a:lstStyle/>
          <a:p>
            <a:r>
              <a:rPr lang="bn-IN" sz="2800" dirty="0">
                <a:solidFill>
                  <a:schemeClr val="accent2"/>
                </a:solidFill>
              </a:rPr>
              <a:t>নিউ হ্যাম্পশায়ার</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তামাটে লাল, লেজের পালক কালো</a:t>
            </a:r>
          </a:p>
          <a:p>
            <a:pPr marL="457200" indent="-457200">
              <a:buFont typeface="Wingdings" panose="05000000000000000000" pitchFamily="2" charset="2"/>
              <a:buChar char="Ø"/>
            </a:pPr>
            <a:r>
              <a:rPr lang="bn-IN" sz="3200" dirty="0"/>
              <a:t>চামড়া হলুদ, পায়ের নালায় পালক নেই</a:t>
            </a:r>
          </a:p>
          <a:p>
            <a:pPr marL="457200" indent="-457200">
              <a:buFont typeface="Wingdings" panose="05000000000000000000" pitchFamily="2" charset="2"/>
              <a:buChar char="Ø"/>
            </a:pPr>
            <a:r>
              <a:rPr lang="bn-IN" sz="3200" dirty="0"/>
              <a:t>১৫০-২০০টি ডিম দেয়</a:t>
            </a:r>
          </a:p>
          <a:p>
            <a:pPr marL="457200" indent="-457200">
              <a:buFont typeface="Wingdings" panose="05000000000000000000" pitchFamily="2" charset="2"/>
              <a:buChar char="Ø"/>
            </a:pPr>
            <a:r>
              <a:rPr lang="bn-IN" sz="3200" dirty="0"/>
              <a:t>ওজন ২.৫-৩ /৩-৪ কেজি</a:t>
            </a:r>
          </a:p>
          <a:p>
            <a:pPr marL="457200" indent="-457200">
              <a:buFont typeface="Wingdings" panose="05000000000000000000" pitchFamily="2" charset="2"/>
              <a:buChar char="Ø"/>
            </a:pPr>
            <a:r>
              <a:rPr lang="bn-IN" sz="3200" dirty="0"/>
              <a:t>আমেরিকার নিউ হ্যাম্পশায়ার</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17493" y="2533486"/>
            <a:ext cx="4964506" cy="3835325"/>
          </a:xfrm>
          <a:prstGeom prst="rect">
            <a:avLst/>
          </a:prstGeom>
        </p:spPr>
      </p:pic>
    </p:spTree>
    <p:extLst>
      <p:ext uri="{BB962C8B-B14F-4D97-AF65-F5344CB8AC3E}">
        <p14:creationId xmlns:p14="http://schemas.microsoft.com/office/powerpoint/2010/main" val="29518094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74981" cy="4401205"/>
          </a:xfrm>
          <a:prstGeom prst="rect">
            <a:avLst/>
          </a:prstGeom>
          <a:noFill/>
        </p:spPr>
        <p:txBody>
          <a:bodyPr wrap="square" rtlCol="0">
            <a:spAutoFit/>
          </a:bodyPr>
          <a:lstStyle/>
          <a:p>
            <a:r>
              <a:rPr lang="bn-IN" sz="2800" dirty="0">
                <a:solidFill>
                  <a:schemeClr val="accent2"/>
                </a:solidFill>
              </a:rPr>
              <a:t>প্লাইমাউথ রক (সবচেয়ে জনপ্রিয় জাত)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চামড়া হলদে, কানের লতি লাল, ঝুটি খাজকাটা </a:t>
            </a:r>
          </a:p>
          <a:p>
            <a:pPr marL="457200" indent="-457200">
              <a:buFont typeface="Wingdings" panose="05000000000000000000" pitchFamily="2" charset="2"/>
              <a:buChar char="Ø"/>
            </a:pPr>
            <a:r>
              <a:rPr lang="bn-IN" sz="3200" dirty="0"/>
              <a:t>১০০-১৫০টি ডিম দেয়</a:t>
            </a:r>
          </a:p>
          <a:p>
            <a:pPr marL="457200" indent="-457200">
              <a:buFont typeface="Wingdings" panose="05000000000000000000" pitchFamily="2" charset="2"/>
              <a:buChar char="Ø"/>
            </a:pPr>
            <a:r>
              <a:rPr lang="bn-IN" sz="3200" dirty="0"/>
              <a:t>কুচে হতে পারে, মাংসের জন্য বিখ্যাত</a:t>
            </a:r>
          </a:p>
          <a:p>
            <a:pPr marL="457200" indent="-457200">
              <a:buFont typeface="Wingdings" panose="05000000000000000000" pitchFamily="2" charset="2"/>
              <a:buChar char="Ø"/>
            </a:pPr>
            <a:r>
              <a:rPr lang="bn-IN" sz="3200" dirty="0"/>
              <a:t>ওজন ৩-৩.৫ / ৪-৪.৫ কেজি</a:t>
            </a:r>
          </a:p>
          <a:p>
            <a:pPr marL="457200" indent="-457200">
              <a:buFont typeface="Wingdings" panose="05000000000000000000" pitchFamily="2" charset="2"/>
              <a:buChar char="Ø"/>
            </a:pPr>
            <a:r>
              <a:rPr lang="bn-IN" sz="3200" dirty="0"/>
              <a:t>আমেরিকার প্লাইমাউথ অঞ্চলে</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2799" y="2628079"/>
            <a:ext cx="5351339" cy="3567560"/>
          </a:xfrm>
          <a:prstGeom prst="rect">
            <a:avLst/>
          </a:prstGeom>
        </p:spPr>
      </p:pic>
    </p:spTree>
    <p:extLst>
      <p:ext uri="{BB962C8B-B14F-4D97-AF65-F5344CB8AC3E}">
        <p14:creationId xmlns:p14="http://schemas.microsoft.com/office/powerpoint/2010/main" val="9546092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bn-IN" sz="2800" dirty="0">
                <a:solidFill>
                  <a:schemeClr val="accent2"/>
                </a:solidFill>
              </a:rPr>
              <a:t>হোয়াইট লেগহর্ন (ডিম সর্বাধিক)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ত্রিভুজাকার, কাধে মোটা, লেজের দিকে সরু</a:t>
            </a:r>
          </a:p>
          <a:p>
            <a:pPr marL="457200" indent="-457200">
              <a:buFont typeface="Wingdings" panose="05000000000000000000" pitchFamily="2" charset="2"/>
              <a:buChar char="Ø"/>
            </a:pPr>
            <a:r>
              <a:rPr lang="bn-IN" sz="2800" dirty="0"/>
              <a:t>পালক ও কানের লতি সাদা</a:t>
            </a:r>
          </a:p>
          <a:p>
            <a:pPr marL="457200" indent="-457200">
              <a:buFont typeface="Wingdings" panose="05000000000000000000" pitchFamily="2" charset="2"/>
              <a:buChar char="Ø"/>
            </a:pPr>
            <a:r>
              <a:rPr lang="bn-IN" sz="2800" dirty="0"/>
              <a:t>পায়ের নালা পালকবিহীন</a:t>
            </a:r>
          </a:p>
          <a:p>
            <a:pPr marL="457200" indent="-457200">
              <a:buFont typeface="Wingdings" panose="05000000000000000000" pitchFamily="2" charset="2"/>
              <a:buChar char="Ø"/>
            </a:pPr>
            <a:r>
              <a:rPr lang="bn-IN" sz="2800" dirty="0"/>
              <a:t>২৫০-৩০০টি ডিম</a:t>
            </a:r>
          </a:p>
          <a:p>
            <a:pPr marL="457200" indent="-457200">
              <a:buFont typeface="Wingdings" panose="05000000000000000000" pitchFamily="2" charset="2"/>
              <a:buChar char="Ø"/>
            </a:pPr>
            <a:r>
              <a:rPr lang="bn-IN" sz="2800" dirty="0"/>
              <a:t>ডিম সাদা</a:t>
            </a:r>
          </a:p>
          <a:p>
            <a:pPr marL="457200" indent="-457200">
              <a:buFont typeface="Wingdings" panose="05000000000000000000" pitchFamily="2" charset="2"/>
              <a:buChar char="Ø"/>
            </a:pPr>
            <a:r>
              <a:rPr lang="bn-IN" sz="2800" dirty="0"/>
              <a:t>ওজন ১.৫-২ / ২-৩ কেজি</a:t>
            </a:r>
            <a:endParaRPr lang="en-US" sz="2800" dirty="0"/>
          </a:p>
          <a:p>
            <a:pPr marL="457200" indent="-457200">
              <a:buFont typeface="Wingdings" panose="05000000000000000000" pitchFamily="2" charset="2"/>
              <a:buChar char="Ø"/>
            </a:pPr>
            <a:r>
              <a:rPr lang="bn-IN" sz="2800" dirty="0"/>
              <a:t>ইটালীর লেগহর্ণ স্থানে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4276" y="2256655"/>
            <a:ext cx="4291288" cy="4291288"/>
          </a:xfrm>
          <a:prstGeom prst="rect">
            <a:avLst/>
          </a:prstGeom>
        </p:spPr>
      </p:pic>
    </p:spTree>
    <p:extLst>
      <p:ext uri="{BB962C8B-B14F-4D97-AF65-F5344CB8AC3E}">
        <p14:creationId xmlns:p14="http://schemas.microsoft.com/office/powerpoint/2010/main" val="39541200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ফাউমি (ছাড়া পালন সম্ভব, খুব চঞ্চল ও চালাক)</a:t>
            </a:r>
            <a:r>
              <a:rPr lang="en-US" sz="2800" dirty="0">
                <a:solidFill>
                  <a:schemeClr val="accent2"/>
                </a:solidFill>
              </a:rPr>
              <a:t>:</a:t>
            </a:r>
            <a:r>
              <a:rPr lang="bn-IN" sz="2800" dirty="0">
                <a:solidFill>
                  <a:schemeClr val="accent2"/>
                </a:solidFill>
              </a:rPr>
              <a:t> </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লাল</a:t>
            </a:r>
          </a:p>
          <a:p>
            <a:pPr marL="457200" indent="-457200">
              <a:buFont typeface="Wingdings" panose="05000000000000000000" pitchFamily="2" charset="2"/>
              <a:buChar char="Ø"/>
            </a:pPr>
            <a:r>
              <a:rPr lang="bn-IN" sz="2800" dirty="0"/>
              <a:t>পালক সাদা কালো ফোটা ফোটা</a:t>
            </a:r>
          </a:p>
          <a:p>
            <a:pPr marL="457200" indent="-457200">
              <a:buFont typeface="Wingdings" panose="05000000000000000000" pitchFamily="2" charset="2"/>
              <a:buChar char="Ø"/>
            </a:pPr>
            <a:r>
              <a:rPr lang="bn-IN" sz="2800" dirty="0"/>
              <a:t>ঘাড়ের পালক সাদা, লেজের শেষাংশ কালো</a:t>
            </a:r>
          </a:p>
          <a:p>
            <a:pPr marL="457200" indent="-457200">
              <a:buFont typeface="Wingdings" panose="05000000000000000000" pitchFamily="2" charset="2"/>
              <a:buChar char="Ø"/>
            </a:pPr>
            <a:r>
              <a:rPr lang="bn-IN" sz="2800" dirty="0"/>
              <a:t>১৮০-২০০টি ডিম, ২ /১.৫ কেজি</a:t>
            </a:r>
          </a:p>
          <a:p>
            <a:pPr marL="457200" indent="-457200">
              <a:buFont typeface="Wingdings" panose="05000000000000000000" pitchFamily="2" charset="2"/>
              <a:buChar char="Ø"/>
            </a:pPr>
            <a:r>
              <a:rPr lang="bn-IN" sz="2800" dirty="0"/>
              <a:t>মিশরে উৎপত্তি </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55814" y="2157687"/>
            <a:ext cx="4390256" cy="4390256"/>
          </a:xfrm>
          <a:prstGeom prst="rect">
            <a:avLst/>
          </a:prstGeom>
        </p:spPr>
      </p:pic>
    </p:spTree>
    <p:extLst>
      <p:ext uri="{BB962C8B-B14F-4D97-AF65-F5344CB8AC3E}">
        <p14:creationId xmlns:p14="http://schemas.microsoft.com/office/powerpoint/2010/main" val="6199365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108543"/>
          </a:xfrm>
          <a:prstGeom prst="rect">
            <a:avLst/>
          </a:prstGeom>
          <a:noFill/>
        </p:spPr>
        <p:txBody>
          <a:bodyPr wrap="square" rtlCol="0">
            <a:spAutoFit/>
          </a:bodyPr>
          <a:lstStyle/>
          <a:p>
            <a:r>
              <a:rPr lang="bn-IN" sz="2800" dirty="0">
                <a:solidFill>
                  <a:schemeClr val="accent2"/>
                </a:solidFill>
              </a:rPr>
              <a:t>মিনর্কা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একক ও চামড়া সাদা,</a:t>
            </a:r>
          </a:p>
          <a:p>
            <a:pPr marL="457200" indent="-457200">
              <a:buFont typeface="Wingdings" panose="05000000000000000000" pitchFamily="2" charset="2"/>
              <a:buChar char="Ø"/>
            </a:pPr>
            <a:r>
              <a:rPr lang="bn-IN" sz="2800" dirty="0"/>
              <a:t>ডিম বছরে ২০০টি</a:t>
            </a:r>
          </a:p>
          <a:p>
            <a:pPr marL="457200" indent="-457200">
              <a:buFont typeface="Wingdings" panose="05000000000000000000" pitchFamily="2" charset="2"/>
              <a:buChar char="Ø"/>
            </a:pPr>
            <a:r>
              <a:rPr lang="bn-IN" sz="2800" dirty="0"/>
              <a:t>ডিম সাদা, পায়ের নালায় পালক নেই</a:t>
            </a:r>
          </a:p>
          <a:p>
            <a:pPr marL="457200" indent="-457200">
              <a:buFont typeface="Wingdings" panose="05000000000000000000" pitchFamily="2" charset="2"/>
              <a:buChar char="Ø"/>
            </a:pPr>
            <a:r>
              <a:rPr lang="bn-IN" sz="2800" dirty="0"/>
              <a:t>ওজন ২-৩ / ৩-৪ কেজি</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82731" y="2210730"/>
            <a:ext cx="4337213" cy="4337213"/>
          </a:xfrm>
          <a:prstGeom prst="rect">
            <a:avLst/>
          </a:prstGeom>
        </p:spPr>
      </p:pic>
    </p:spTree>
    <p:extLst>
      <p:ext uri="{BB962C8B-B14F-4D97-AF65-F5344CB8AC3E}">
        <p14:creationId xmlns:p14="http://schemas.microsoft.com/office/powerpoint/2010/main" val="1324312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ইংলিশ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অস্টার্লপ</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খাড়া ও মজবুত হয়ে থাকে</a:t>
            </a:r>
          </a:p>
          <a:p>
            <a:pPr marL="457200" indent="-457200">
              <a:buFont typeface="Wingdings" panose="05000000000000000000" pitchFamily="2" charset="2"/>
              <a:buChar char="Ø"/>
            </a:pPr>
            <a:r>
              <a:rPr lang="bn-IN" sz="2800" dirty="0"/>
              <a:t>পালক চকচকে সবুজাভ কালো</a:t>
            </a:r>
          </a:p>
          <a:p>
            <a:pPr marL="457200" indent="-457200">
              <a:buFont typeface="Wingdings" panose="05000000000000000000" pitchFamily="2" charset="2"/>
              <a:buChar char="Ø"/>
            </a:pPr>
            <a:r>
              <a:rPr lang="bn-IN" sz="2800" dirty="0"/>
              <a:t>ঝুটি একক, কানের লতি লাল, চামড়া সাদা</a:t>
            </a:r>
          </a:p>
          <a:p>
            <a:pPr marL="457200" indent="-457200">
              <a:buFont typeface="Wingdings" panose="05000000000000000000" pitchFamily="2" charset="2"/>
              <a:buChar char="Ø"/>
            </a:pPr>
            <a:r>
              <a:rPr lang="bn-IN" sz="2800" dirty="0"/>
              <a:t>১৫০-২০০টি ডিম দেয়</a:t>
            </a:r>
          </a:p>
          <a:p>
            <a:pPr marL="457200" indent="-457200">
              <a:buFont typeface="Wingdings" panose="05000000000000000000" pitchFamily="2" charset="2"/>
              <a:buChar char="Ø"/>
            </a:pPr>
            <a:r>
              <a:rPr lang="bn-IN" sz="2800" dirty="0"/>
              <a:t>ওজন ২-৩ /৩-৪ কেজি</a:t>
            </a:r>
          </a:p>
          <a:p>
            <a:pPr marL="457200" indent="-457200">
              <a:buFont typeface="Wingdings" panose="05000000000000000000" pitchFamily="2" charset="2"/>
              <a:buChar char="Ø"/>
            </a:pPr>
            <a:r>
              <a:rPr lang="bn-IN" sz="2800" dirty="0"/>
              <a:t>উৎপত্তি গ্রেট ব্রিটেন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47945" y="2396359"/>
            <a:ext cx="4614042" cy="3824799"/>
          </a:xfrm>
          <a:prstGeom prst="rect">
            <a:avLst/>
          </a:prstGeom>
        </p:spPr>
      </p:pic>
    </p:spTree>
    <p:extLst>
      <p:ext uri="{BB962C8B-B14F-4D97-AF65-F5344CB8AC3E}">
        <p14:creationId xmlns:p14="http://schemas.microsoft.com/office/powerpoint/2010/main" val="41504103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এশীয়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ব্রাহমা (পূর্বপুরুষ গ্রে চিটাগাং নামে পরিচিত)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400" dirty="0"/>
              <a:t>ঝুটি মটর আকৃতির ও কানের লতি লাল</a:t>
            </a:r>
          </a:p>
          <a:p>
            <a:pPr marL="457200" indent="-457200">
              <a:buFont typeface="Wingdings" panose="05000000000000000000" pitchFamily="2" charset="2"/>
              <a:buChar char="Ø"/>
            </a:pPr>
            <a:r>
              <a:rPr lang="bn-IN" sz="2400" dirty="0"/>
              <a:t>দেহ ভারি ও ঘন পালকে ঢাকা, চামড়া হলদে</a:t>
            </a:r>
          </a:p>
          <a:p>
            <a:pPr marL="457200" indent="-457200">
              <a:buFont typeface="Wingdings" panose="05000000000000000000" pitchFamily="2" charset="2"/>
              <a:buChar char="Ø"/>
            </a:pPr>
            <a:r>
              <a:rPr lang="bn-IN" sz="2400" dirty="0"/>
              <a:t>পালক সিলভারী হোয়াইট,</a:t>
            </a:r>
          </a:p>
          <a:p>
            <a:pPr marL="457200" indent="-457200">
              <a:buFont typeface="Wingdings" panose="05000000000000000000" pitchFamily="2" charset="2"/>
              <a:buChar char="Ø"/>
            </a:pPr>
            <a:r>
              <a:rPr lang="bn-IN" sz="2400" dirty="0"/>
              <a:t>পায়ের নালা মাংশল ও পালক আছে</a:t>
            </a:r>
          </a:p>
          <a:p>
            <a:pPr marL="457200" indent="-457200">
              <a:buFont typeface="Wingdings" panose="05000000000000000000" pitchFamily="2" charset="2"/>
              <a:buChar char="Ø"/>
            </a:pPr>
            <a:r>
              <a:rPr lang="bn-IN" sz="2400" dirty="0"/>
              <a:t>ওজন ২.৫-৩ /৪-৫ কেজি</a:t>
            </a:r>
          </a:p>
          <a:p>
            <a:pPr marL="457200" indent="-457200">
              <a:buFont typeface="Wingdings" panose="05000000000000000000" pitchFamily="2" charset="2"/>
              <a:buChar char="Ø"/>
            </a:pPr>
            <a:r>
              <a:rPr lang="bn-IN" sz="2400" dirty="0"/>
              <a:t>উৎপত্তি ভারতের ব্রক্ষপুত্র অববাহিকায়</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1215" y="2067472"/>
            <a:ext cx="4560784" cy="4560784"/>
          </a:xfrm>
          <a:prstGeom prst="rect">
            <a:avLst/>
          </a:prstGeom>
        </p:spPr>
      </p:pic>
    </p:spTree>
    <p:extLst>
      <p:ext uri="{BB962C8B-B14F-4D97-AF65-F5344CB8AC3E}">
        <p14:creationId xmlns:p14="http://schemas.microsoft.com/office/powerpoint/2010/main" val="993140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নির্বাচন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সুস্থ্য</a:t>
            </a:r>
            <a:r>
              <a:rPr lang="en-US" sz="2000" dirty="0"/>
              <a:t> </a:t>
            </a:r>
            <a:r>
              <a:rPr lang="en-US" sz="2000" dirty="0" err="1"/>
              <a:t>সবল</a:t>
            </a:r>
            <a:r>
              <a:rPr lang="en-US" sz="2000" dirty="0"/>
              <a:t> </a:t>
            </a:r>
            <a:r>
              <a:rPr lang="en-US" sz="2000" dirty="0" err="1"/>
              <a:t>মুরগীর</a:t>
            </a:r>
            <a:r>
              <a:rPr lang="en-US" sz="2000" dirty="0"/>
              <a:t> </a:t>
            </a:r>
            <a:r>
              <a:rPr lang="en-US" sz="2000" dirty="0" err="1"/>
              <a:t>পরিষ্কার</a:t>
            </a:r>
            <a:r>
              <a:rPr lang="en-US" sz="2000" dirty="0"/>
              <a:t>, </a:t>
            </a:r>
            <a:r>
              <a:rPr lang="en-US" sz="2000" dirty="0" err="1"/>
              <a:t>উর্বর</a:t>
            </a:r>
            <a:r>
              <a:rPr lang="en-US" sz="2000" dirty="0"/>
              <a:t> </a:t>
            </a:r>
            <a:r>
              <a:rPr lang="en-US" sz="2000" dirty="0" err="1"/>
              <a:t>ডিম</a:t>
            </a:r>
            <a:endParaRPr lang="en-US" sz="2000" dirty="0"/>
          </a:p>
          <a:p>
            <a:pPr marL="457200" indent="-457200">
              <a:buFont typeface="Wingdings" panose="05000000000000000000" pitchFamily="2" charset="2"/>
              <a:buChar char="Ø"/>
            </a:pPr>
            <a:r>
              <a:rPr lang="en-US" sz="2000" dirty="0" err="1"/>
              <a:t>প্রজনক্ষম</a:t>
            </a:r>
            <a:r>
              <a:rPr lang="en-US" sz="2000" dirty="0"/>
              <a:t> </a:t>
            </a:r>
            <a:r>
              <a:rPr lang="en-US" sz="2000" dirty="0" err="1"/>
              <a:t>মোরগ-মুরগী</a:t>
            </a:r>
            <a:r>
              <a:rPr lang="en-US" sz="2000" dirty="0"/>
              <a:t> </a:t>
            </a:r>
            <a:r>
              <a:rPr lang="en-US" sz="2000" dirty="0" err="1"/>
              <a:t>একসাথে</a:t>
            </a:r>
            <a:r>
              <a:rPr lang="en-US" sz="2000" dirty="0"/>
              <a:t> </a:t>
            </a:r>
            <a:r>
              <a:rPr lang="en-US" sz="2000" dirty="0" err="1"/>
              <a:t>থাকতে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মাঝারি</a:t>
            </a:r>
            <a:r>
              <a:rPr lang="en-US" sz="2000" dirty="0"/>
              <a:t> </a:t>
            </a:r>
            <a:r>
              <a:rPr lang="en-US" sz="2000" dirty="0" err="1"/>
              <a:t>আকৃতি</a:t>
            </a:r>
            <a:r>
              <a:rPr lang="en-US" sz="2000" dirty="0"/>
              <a:t>, </a:t>
            </a:r>
            <a:r>
              <a:rPr lang="en-US" sz="2000" dirty="0" err="1"/>
              <a:t>মসৃণ</a:t>
            </a:r>
            <a:r>
              <a:rPr lang="en-US" sz="2000" dirty="0"/>
              <a:t> ও </a:t>
            </a:r>
            <a:r>
              <a:rPr lang="en-US" sz="2000" dirty="0" err="1"/>
              <a:t>মোটা</a:t>
            </a:r>
            <a:r>
              <a:rPr lang="en-US" sz="2000" dirty="0"/>
              <a:t> </a:t>
            </a:r>
            <a:r>
              <a:rPr lang="en-US" sz="2000" dirty="0" err="1"/>
              <a:t>খোসাযুক্ত</a:t>
            </a:r>
            <a:r>
              <a:rPr lang="en-US" sz="2000" dirty="0"/>
              <a:t> </a:t>
            </a:r>
            <a:r>
              <a:rPr lang="en-US" sz="2000" dirty="0" err="1"/>
              <a:t>ডিম</a:t>
            </a:r>
            <a:r>
              <a:rPr lang="en-US" sz="2000" dirty="0"/>
              <a:t> (০.৩৫ </a:t>
            </a:r>
            <a:r>
              <a:rPr lang="en-US" sz="2000" dirty="0" err="1"/>
              <a:t>মিমি</a:t>
            </a:r>
            <a:r>
              <a:rPr lang="en-US" sz="2000" dirty="0"/>
              <a:t>)</a:t>
            </a:r>
          </a:p>
          <a:p>
            <a:pPr marL="457200" indent="-457200">
              <a:buFont typeface="Wingdings" panose="05000000000000000000" pitchFamily="2" charset="2"/>
              <a:buChar char="Ø"/>
            </a:pPr>
            <a:r>
              <a:rPr lang="en-US" sz="2000" dirty="0" err="1"/>
              <a:t>পানিতে</a:t>
            </a:r>
            <a:r>
              <a:rPr lang="en-US" sz="2000" dirty="0"/>
              <a:t> </a:t>
            </a:r>
            <a:r>
              <a:rPr lang="en-US" sz="2000" dirty="0" err="1"/>
              <a:t>ডিম</a:t>
            </a:r>
            <a:r>
              <a:rPr lang="en-US" sz="2000" dirty="0"/>
              <a:t> </a:t>
            </a:r>
            <a:r>
              <a:rPr lang="en-US" sz="2000" dirty="0" err="1"/>
              <a:t>না</a:t>
            </a:r>
            <a:r>
              <a:rPr lang="en-US" sz="2000" dirty="0"/>
              <a:t> </a:t>
            </a:r>
            <a:r>
              <a:rPr lang="en-US" sz="2000" dirty="0" err="1"/>
              <a:t>ধুয়ে</a:t>
            </a:r>
            <a:r>
              <a:rPr lang="en-US" sz="2000" dirty="0"/>
              <a:t> </a:t>
            </a:r>
            <a:r>
              <a:rPr lang="en-US" sz="2000" dirty="0" err="1"/>
              <a:t>সিরিজ</a:t>
            </a:r>
            <a:r>
              <a:rPr lang="en-US" sz="2000" dirty="0"/>
              <a:t> </a:t>
            </a:r>
            <a:r>
              <a:rPr lang="en-US" sz="2000" dirty="0" err="1"/>
              <a:t>কাগজে</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ওজন</a:t>
            </a:r>
            <a:r>
              <a:rPr lang="en-US" sz="2000" dirty="0"/>
              <a:t> ৫০-৫৮ </a:t>
            </a:r>
            <a:r>
              <a:rPr lang="en-US" sz="2000" dirty="0" err="1"/>
              <a:t>গ্রাম</a:t>
            </a:r>
            <a:r>
              <a:rPr lang="en-US" sz="2000" dirty="0"/>
              <a:t>, </a:t>
            </a:r>
            <a:r>
              <a:rPr lang="en-US" sz="2000" dirty="0" err="1"/>
              <a:t>হাসের</a:t>
            </a:r>
            <a:r>
              <a:rPr lang="en-US" sz="2000" dirty="0"/>
              <a:t> ৬০-৭০ </a:t>
            </a:r>
            <a:r>
              <a:rPr lang="en-US" sz="2000" dirty="0" err="1"/>
              <a:t>গ্রাম</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ভিতর</a:t>
            </a:r>
            <a:r>
              <a:rPr lang="en-US" sz="2000" dirty="0"/>
              <a:t> </a:t>
            </a:r>
            <a:r>
              <a:rPr lang="en-US" sz="2000" dirty="0" err="1"/>
              <a:t>স্বচ্ছ</a:t>
            </a:r>
            <a:r>
              <a:rPr lang="en-US" sz="2000" dirty="0"/>
              <a:t> ও </a:t>
            </a:r>
            <a:r>
              <a:rPr lang="en-US" sz="2000" dirty="0" err="1"/>
              <a:t>কুসুম</a:t>
            </a:r>
            <a:r>
              <a:rPr lang="en-US" sz="2000" dirty="0"/>
              <a:t> </a:t>
            </a:r>
            <a:r>
              <a:rPr lang="en-US" sz="2000" dirty="0" err="1"/>
              <a:t>মাঝে</a:t>
            </a:r>
            <a:r>
              <a:rPr lang="en-US" sz="2000" dirty="0"/>
              <a:t> </a:t>
            </a:r>
            <a:r>
              <a:rPr lang="en-US" sz="2000" dirty="0" err="1"/>
              <a:t>থাকবে</a:t>
            </a:r>
            <a:endParaRPr lang="en-US" sz="2000" dirty="0"/>
          </a:p>
          <a:p>
            <a:pPr marL="457200" indent="-457200">
              <a:buFont typeface="Wingdings" panose="05000000000000000000" pitchFamily="2" charset="2"/>
              <a:buChar char="Ø"/>
            </a:pPr>
            <a:r>
              <a:rPr lang="en-US" sz="2000" dirty="0" err="1"/>
              <a:t>ফুটানোর</a:t>
            </a:r>
            <a:r>
              <a:rPr lang="en-US" sz="2000" dirty="0"/>
              <a:t> </a:t>
            </a:r>
            <a:r>
              <a:rPr lang="en-US" sz="2000" dirty="0" err="1"/>
              <a:t>ডীম</a:t>
            </a:r>
            <a:r>
              <a:rPr lang="en-US" sz="2000" dirty="0"/>
              <a:t> </a:t>
            </a:r>
            <a:r>
              <a:rPr lang="en-US" sz="2000" dirty="0" err="1"/>
              <a:t>গ্রীষ্মকালে</a:t>
            </a:r>
            <a:r>
              <a:rPr lang="en-US" sz="2000" dirty="0"/>
              <a:t> ৩-৫ </a:t>
            </a:r>
            <a:r>
              <a:rPr lang="en-US" sz="2000" dirty="0" err="1"/>
              <a:t>দিন</a:t>
            </a:r>
            <a:r>
              <a:rPr lang="en-US" sz="2000" dirty="0"/>
              <a:t> , </a:t>
            </a:r>
            <a:r>
              <a:rPr lang="en-US" sz="2000" dirty="0" err="1"/>
              <a:t>শীতকালে</a:t>
            </a:r>
            <a:r>
              <a:rPr lang="en-US" sz="2000" dirty="0"/>
              <a:t> ৭-১০ </a:t>
            </a:r>
            <a:r>
              <a:rPr lang="en-US" sz="2000" dirty="0" err="1"/>
              <a:t>দিনের</a:t>
            </a:r>
            <a:r>
              <a:rPr lang="en-US" sz="2000" dirty="0"/>
              <a:t> </a:t>
            </a:r>
            <a:r>
              <a:rPr lang="en-US" sz="2000" dirty="0" err="1"/>
              <a:t>বেশী</a:t>
            </a:r>
            <a:r>
              <a:rPr lang="en-US" sz="2000" dirty="0"/>
              <a:t> </a:t>
            </a:r>
            <a:r>
              <a:rPr lang="en-US" sz="2000" dirty="0" err="1"/>
              <a:t>সংরক্ষন</a:t>
            </a:r>
            <a:r>
              <a:rPr lang="en-US" sz="2000" dirty="0"/>
              <a:t> </a:t>
            </a:r>
            <a:r>
              <a:rPr lang="en-US" sz="2000" dirty="0" err="1"/>
              <a:t>করা</a:t>
            </a:r>
            <a:r>
              <a:rPr lang="en-US" sz="2000" dirty="0"/>
              <a:t> </a:t>
            </a:r>
            <a:r>
              <a:rPr lang="en-US" sz="2000" dirty="0" err="1"/>
              <a:t>যাবে</a:t>
            </a:r>
            <a:r>
              <a:rPr lang="en-US" sz="2000" dirty="0"/>
              <a:t> </a:t>
            </a:r>
            <a:r>
              <a:rPr lang="en-US" sz="2000" dirty="0" err="1"/>
              <a:t>না</a:t>
            </a:r>
            <a:endParaRPr lang="en-US" sz="2000" dirty="0"/>
          </a:p>
          <a:p>
            <a:pPr marL="457200" indent="-457200">
              <a:buFont typeface="Wingdings" panose="05000000000000000000" pitchFamily="2" charset="2"/>
              <a:buChar char="Ø"/>
            </a:pPr>
            <a:endParaRPr lang="bn-IN" sz="2000" dirty="0"/>
          </a:p>
        </p:txBody>
      </p:sp>
      <p:pic>
        <p:nvPicPr>
          <p:cNvPr id="1026" name="Picture 2" descr="How to Check if an Egg is Fertile Or Infertile ? | Egg candling day 3 | How  to find Infertile Eggs">
            <a:extLst>
              <a:ext uri="{FF2B5EF4-FFF2-40B4-BE49-F238E27FC236}">
                <a16:creationId xmlns:a16="http://schemas.microsoft.com/office/drawing/2014/main" id="{5B8DA540-7A5A-7151-4AE4-0D8DD1568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5698" y="2507809"/>
            <a:ext cx="5963216" cy="3354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3918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47787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সংরক্ষন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তাপমাত্রাঃ</a:t>
            </a:r>
            <a:r>
              <a:rPr lang="en-US" sz="2000" dirty="0"/>
              <a:t> ১০ডিগ্রি, ০ </a:t>
            </a:r>
            <a:r>
              <a:rPr lang="en-US" sz="2000" dirty="0" err="1"/>
              <a:t>ডিগ্রি</a:t>
            </a:r>
            <a:r>
              <a:rPr lang="en-US" sz="2000" dirty="0"/>
              <a:t> </a:t>
            </a:r>
            <a:r>
              <a:rPr lang="en-US" sz="2000" dirty="0" err="1"/>
              <a:t>ভ্রুণ</a:t>
            </a:r>
            <a:r>
              <a:rPr lang="en-US" sz="2000" dirty="0"/>
              <a:t> </a:t>
            </a:r>
            <a:r>
              <a:rPr lang="en-US" sz="2000" dirty="0" err="1"/>
              <a:t>মারা</a:t>
            </a:r>
            <a:r>
              <a:rPr lang="en-US" sz="2000" dirty="0"/>
              <a:t> </a:t>
            </a:r>
            <a:r>
              <a:rPr lang="en-US" sz="2000" dirty="0" err="1"/>
              <a:t>যাবে</a:t>
            </a:r>
            <a:r>
              <a:rPr lang="en-US" sz="2000" dirty="0"/>
              <a:t>, ২৭ এর </a:t>
            </a:r>
            <a:r>
              <a:rPr lang="en-US" sz="2000" dirty="0" err="1"/>
              <a:t>বেশীতে</a:t>
            </a:r>
            <a:r>
              <a:rPr lang="en-US" sz="2000" dirty="0"/>
              <a:t> </a:t>
            </a:r>
            <a:r>
              <a:rPr lang="en-US" sz="2000" dirty="0" err="1"/>
              <a:t>অস্বাভাবিক</a:t>
            </a:r>
            <a:r>
              <a:rPr lang="en-US" sz="2000" dirty="0"/>
              <a:t> </a:t>
            </a:r>
            <a:r>
              <a:rPr lang="en-US" sz="2000" dirty="0" err="1"/>
              <a:t>বৃদ্ধি</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আদ্রতাঃ</a:t>
            </a:r>
            <a:r>
              <a:rPr lang="en-US" sz="2000" dirty="0"/>
              <a:t> ৫৮% - ৬০% </a:t>
            </a:r>
            <a:r>
              <a:rPr lang="en-US" sz="2000" dirty="0" err="1"/>
              <a:t>রাখলে</a:t>
            </a:r>
            <a:r>
              <a:rPr lang="en-US" sz="2000" dirty="0"/>
              <a:t> </a:t>
            </a:r>
            <a:r>
              <a:rPr lang="en-US" sz="2000" dirty="0" err="1"/>
              <a:t>ভালো</a:t>
            </a:r>
            <a:r>
              <a:rPr lang="en-US" sz="2000" dirty="0"/>
              <a:t> </a:t>
            </a:r>
            <a:r>
              <a:rPr lang="en-US" sz="2000" dirty="0" err="1"/>
              <a:t>ফুটবে</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২১% </a:t>
            </a:r>
            <a:r>
              <a:rPr lang="en-US" sz="2000" dirty="0" err="1"/>
              <a:t>অক্সিজেন</a:t>
            </a:r>
            <a:r>
              <a:rPr lang="en-US" sz="2000" dirty="0"/>
              <a:t> ও ৫% এর কম </a:t>
            </a:r>
            <a:r>
              <a:rPr lang="en-US" sz="2000" dirty="0" err="1"/>
              <a:t>কার্বন</a:t>
            </a:r>
            <a:r>
              <a:rPr lang="en-US" sz="2000" dirty="0"/>
              <a:t> </a:t>
            </a:r>
            <a:r>
              <a:rPr lang="en-US" sz="2000" dirty="0" err="1"/>
              <a:t>ডাই</a:t>
            </a:r>
            <a:r>
              <a:rPr lang="en-US" sz="2000" dirty="0"/>
              <a:t> </a:t>
            </a:r>
            <a:r>
              <a:rPr lang="en-US" sz="2000" dirty="0" err="1"/>
              <a:t>অক্সাইড</a:t>
            </a:r>
            <a:r>
              <a:rPr lang="en-US" sz="2000" dirty="0"/>
              <a:t> </a:t>
            </a:r>
            <a:r>
              <a:rPr lang="en-US" sz="2000" dirty="0" err="1"/>
              <a:t>থাকবে</a:t>
            </a:r>
            <a:r>
              <a:rPr lang="en-US" sz="2000" dirty="0"/>
              <a:t>।</a:t>
            </a:r>
          </a:p>
          <a:p>
            <a:pPr marL="457200" indent="-457200">
              <a:buFont typeface="Wingdings" panose="05000000000000000000" pitchFamily="2" charset="2"/>
              <a:buChar char="Ø"/>
            </a:pPr>
            <a:r>
              <a:rPr lang="en-US" sz="2000" dirty="0" err="1"/>
              <a:t>ডিম</a:t>
            </a:r>
            <a:r>
              <a:rPr lang="en-US" sz="2000" dirty="0"/>
              <a:t> </a:t>
            </a:r>
            <a:r>
              <a:rPr lang="en-US" sz="2000" dirty="0" err="1"/>
              <a:t>নাড়াচাড়াঃ</a:t>
            </a:r>
            <a:r>
              <a:rPr lang="en-US" sz="2000" dirty="0"/>
              <a:t> </a:t>
            </a:r>
            <a:r>
              <a:rPr lang="en-US" sz="2000" dirty="0" err="1"/>
              <a:t>মোটা</a:t>
            </a:r>
            <a:r>
              <a:rPr lang="en-US" sz="2000" dirty="0"/>
              <a:t> </a:t>
            </a:r>
            <a:r>
              <a:rPr lang="en-US" sz="2000" dirty="0" err="1"/>
              <a:t>প্রান্ত</a:t>
            </a:r>
            <a:r>
              <a:rPr lang="en-US" sz="2000" dirty="0"/>
              <a:t> </a:t>
            </a:r>
            <a:r>
              <a:rPr lang="en-US" sz="2000" dirty="0" err="1"/>
              <a:t>উপরে</a:t>
            </a:r>
            <a:r>
              <a:rPr lang="en-US" sz="2000" dirty="0"/>
              <a:t> আর </a:t>
            </a:r>
            <a:r>
              <a:rPr lang="en-US" sz="2000" dirty="0" err="1"/>
              <a:t>সরু</a:t>
            </a:r>
            <a:r>
              <a:rPr lang="en-US" sz="2000" dirty="0"/>
              <a:t> </a:t>
            </a:r>
            <a:r>
              <a:rPr lang="en-US" sz="2000" dirty="0" err="1"/>
              <a:t>প্রান্ত</a:t>
            </a:r>
            <a:r>
              <a:rPr lang="en-US" sz="2000" dirty="0"/>
              <a:t> </a:t>
            </a:r>
            <a:r>
              <a:rPr lang="en-US" sz="2000" dirty="0" err="1"/>
              <a:t>নিচে</a:t>
            </a:r>
            <a:r>
              <a:rPr lang="en-US" sz="2000" dirty="0"/>
              <a:t> </a:t>
            </a:r>
            <a:r>
              <a:rPr lang="en-US" sz="2000" dirty="0" err="1"/>
              <a:t>রাখতে</a:t>
            </a:r>
            <a:r>
              <a:rPr lang="en-US" sz="2000" dirty="0"/>
              <a:t> </a:t>
            </a:r>
            <a:r>
              <a:rPr lang="en-US" sz="2000" dirty="0" err="1"/>
              <a:t>হবে</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পরিষ্কার</a:t>
            </a:r>
            <a:r>
              <a:rPr lang="en-US" sz="2000" dirty="0"/>
              <a:t> </a:t>
            </a:r>
            <a:r>
              <a:rPr lang="en-US" sz="2000" dirty="0" err="1"/>
              <a:t>করাঃ</a:t>
            </a:r>
            <a:r>
              <a:rPr lang="en-US" sz="2000" dirty="0"/>
              <a:t> </a:t>
            </a:r>
            <a:r>
              <a:rPr lang="en-US" sz="2000" dirty="0" err="1"/>
              <a:t>পানি</a:t>
            </a:r>
            <a:r>
              <a:rPr lang="en-US" sz="2000" dirty="0"/>
              <a:t> </a:t>
            </a:r>
            <a:r>
              <a:rPr lang="en-US" sz="2000" dirty="0" err="1"/>
              <a:t>দিয়ে</a:t>
            </a:r>
            <a:r>
              <a:rPr lang="en-US" sz="2000" dirty="0"/>
              <a:t> </a:t>
            </a:r>
            <a:r>
              <a:rPr lang="en-US" sz="2000" dirty="0" err="1"/>
              <a:t>ধোয়া</a:t>
            </a:r>
            <a:r>
              <a:rPr lang="en-US" sz="2000" dirty="0"/>
              <a:t> </a:t>
            </a:r>
            <a:r>
              <a:rPr lang="en-US" sz="2000" dirty="0" err="1"/>
              <a:t>যাবে</a:t>
            </a:r>
            <a:r>
              <a:rPr lang="en-US" sz="2000" dirty="0"/>
              <a:t> </a:t>
            </a:r>
            <a:r>
              <a:rPr lang="en-US" sz="2000" dirty="0" err="1"/>
              <a:t>না</a:t>
            </a:r>
            <a:r>
              <a:rPr lang="en-US" sz="2000" dirty="0"/>
              <a:t>, </a:t>
            </a:r>
            <a:r>
              <a:rPr lang="en-US" sz="2000" dirty="0" err="1"/>
              <a:t>ময়লা</a:t>
            </a:r>
            <a:r>
              <a:rPr lang="en-US" sz="2000" dirty="0"/>
              <a:t> </a:t>
            </a:r>
            <a:r>
              <a:rPr lang="en-US" sz="2000" dirty="0" err="1"/>
              <a:t>সিরিজ</a:t>
            </a:r>
            <a:r>
              <a:rPr lang="en-US" sz="2000" dirty="0"/>
              <a:t> </a:t>
            </a:r>
            <a:r>
              <a:rPr lang="en-US" sz="2000" dirty="0" err="1"/>
              <a:t>কাগজ</a:t>
            </a:r>
            <a:r>
              <a:rPr lang="en-US" sz="2000" dirty="0"/>
              <a:t> </a:t>
            </a:r>
            <a:r>
              <a:rPr lang="en-US" sz="2000" dirty="0" err="1"/>
              <a:t>দিয়ে</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bn-IN" sz="2000" dirty="0"/>
          </a:p>
        </p:txBody>
      </p:sp>
      <p:pic>
        <p:nvPicPr>
          <p:cNvPr id="2050" name="Picture 2" descr="How to Collect and Store Hatching Eggs">
            <a:extLst>
              <a:ext uri="{FF2B5EF4-FFF2-40B4-BE49-F238E27FC236}">
                <a16:creationId xmlns:a16="http://schemas.microsoft.com/office/drawing/2014/main" id="{98BE4899-3913-2DAB-983D-0AE972ED9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438"/>
            <a:ext cx="5046390" cy="307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3218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ফোটানোর</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661371567"/>
              </p:ext>
            </p:extLst>
          </p:nvPr>
        </p:nvGraphicFramePr>
        <p:xfrm>
          <a:off x="238408" y="2453489"/>
          <a:ext cx="11715184" cy="3539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96090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প্রাকৃতিক</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মুরগীর</a:t>
            </a:r>
            <a:r>
              <a:rPr lang="en-US" sz="2000" dirty="0"/>
              <a:t> </a:t>
            </a:r>
            <a:r>
              <a:rPr lang="en-US" sz="2000" dirty="0" err="1"/>
              <a:t>নিচে</a:t>
            </a:r>
            <a:r>
              <a:rPr lang="en-US" sz="2000" dirty="0"/>
              <a:t> </a:t>
            </a:r>
            <a:r>
              <a:rPr lang="en-US" sz="2000" dirty="0" err="1"/>
              <a:t>ডিম</a:t>
            </a:r>
            <a:r>
              <a:rPr lang="en-US" sz="2000" dirty="0"/>
              <a:t> </a:t>
            </a:r>
            <a:r>
              <a:rPr lang="en-US" sz="2000" dirty="0" err="1"/>
              <a:t>দিয়ে</a:t>
            </a:r>
            <a:r>
              <a:rPr lang="en-US" sz="2000" dirty="0"/>
              <a:t> </a:t>
            </a:r>
            <a:r>
              <a:rPr lang="en-US" sz="2000" dirty="0" err="1"/>
              <a:t>ফুটানোর</a:t>
            </a:r>
            <a:r>
              <a:rPr lang="en-US" sz="2000" dirty="0"/>
              <a:t> </a:t>
            </a:r>
            <a:r>
              <a:rPr lang="en-US" sz="2000" dirty="0" err="1"/>
              <a:t>পদ্ধতিকে</a:t>
            </a:r>
            <a:r>
              <a:rPr lang="en-US" sz="2000" dirty="0"/>
              <a:t> </a:t>
            </a:r>
            <a:r>
              <a:rPr lang="en-US" sz="2000" dirty="0" err="1"/>
              <a:t>প্রাকৃতিক</a:t>
            </a:r>
            <a:r>
              <a:rPr lang="en-US" sz="2000" dirty="0"/>
              <a:t> </a:t>
            </a:r>
            <a:r>
              <a:rPr lang="en-US" sz="2000" dirty="0" err="1"/>
              <a:t>পদ্ধতি</a:t>
            </a:r>
            <a:r>
              <a:rPr lang="en-US" sz="2000" dirty="0"/>
              <a:t> </a:t>
            </a:r>
            <a:r>
              <a:rPr lang="en-US" sz="2000" dirty="0" err="1"/>
              <a:t>বলে</a:t>
            </a:r>
            <a:endParaRPr lang="en-US" sz="2000" dirty="0"/>
          </a:p>
          <a:p>
            <a:pPr marL="457200" indent="-457200">
              <a:buFont typeface="Wingdings" panose="05000000000000000000" pitchFamily="2" charset="2"/>
              <a:buChar char="Ø"/>
            </a:pPr>
            <a:r>
              <a:rPr lang="en-US" sz="2000" dirty="0" err="1"/>
              <a:t>আগে</a:t>
            </a:r>
            <a:r>
              <a:rPr lang="en-US" sz="2000" dirty="0"/>
              <a:t> </a:t>
            </a:r>
            <a:r>
              <a:rPr lang="en-US" sz="2000" dirty="0" err="1"/>
              <a:t>দেশী</a:t>
            </a:r>
            <a:r>
              <a:rPr lang="en-US" sz="2000" dirty="0"/>
              <a:t> </a:t>
            </a:r>
            <a:r>
              <a:rPr lang="en-US" sz="2000" dirty="0" err="1"/>
              <a:t>মুরগীকে</a:t>
            </a:r>
            <a:r>
              <a:rPr lang="en-US" sz="2000" dirty="0"/>
              <a:t> </a:t>
            </a:r>
            <a:r>
              <a:rPr lang="en-US" sz="2000" dirty="0" err="1"/>
              <a:t>ডীমে</a:t>
            </a:r>
            <a:r>
              <a:rPr lang="en-US" sz="2000" dirty="0"/>
              <a:t> </a:t>
            </a:r>
            <a:r>
              <a:rPr lang="en-US" sz="2000" dirty="0" err="1"/>
              <a:t>তা</a:t>
            </a:r>
            <a:r>
              <a:rPr lang="en-US" sz="2000" dirty="0"/>
              <a:t> </a:t>
            </a:r>
            <a:r>
              <a:rPr lang="en-US" sz="2000" dirty="0" err="1"/>
              <a:t>দেয়ায়</a:t>
            </a:r>
            <a:r>
              <a:rPr lang="en-US" sz="2000" dirty="0"/>
              <a:t> </a:t>
            </a:r>
            <a:r>
              <a:rPr lang="en-US" sz="2000" dirty="0" err="1"/>
              <a:t>অভ্যস্ত</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কুচে</a:t>
            </a:r>
            <a:r>
              <a:rPr lang="en-US" sz="2000" dirty="0"/>
              <a:t> </a:t>
            </a:r>
            <a:r>
              <a:rPr lang="en-US" sz="2000" dirty="0" err="1"/>
              <a:t>হয়ে</a:t>
            </a:r>
            <a:r>
              <a:rPr lang="en-US" sz="2000" dirty="0"/>
              <a:t> </a:t>
            </a:r>
            <a:r>
              <a:rPr lang="en-US" sz="2000" dirty="0" err="1"/>
              <a:t>গেলে</a:t>
            </a:r>
            <a:r>
              <a:rPr lang="en-US" sz="2000" dirty="0"/>
              <a:t> </a:t>
            </a:r>
            <a:r>
              <a:rPr lang="en-US" sz="2000" dirty="0" err="1"/>
              <a:t>মুরগীর</a:t>
            </a:r>
            <a:r>
              <a:rPr lang="en-US" sz="2000" dirty="0"/>
              <a:t> </a:t>
            </a:r>
            <a:r>
              <a:rPr lang="en-US" sz="2000" dirty="0" err="1"/>
              <a:t>নিচে</a:t>
            </a:r>
            <a:r>
              <a:rPr lang="en-US" sz="2000" dirty="0"/>
              <a:t> ৮-১০ </a:t>
            </a:r>
            <a:r>
              <a:rPr lang="en-US" sz="2000" dirty="0" err="1"/>
              <a:t>টি</a:t>
            </a:r>
            <a:r>
              <a:rPr lang="en-US" sz="2000" dirty="0"/>
              <a:t> </a:t>
            </a:r>
            <a:r>
              <a:rPr lang="en-US" sz="2000" dirty="0" err="1"/>
              <a:t>ডিম</a:t>
            </a:r>
            <a:r>
              <a:rPr lang="en-US" sz="2000" dirty="0"/>
              <a:t> </a:t>
            </a:r>
            <a:r>
              <a:rPr lang="en-US" sz="2000" dirty="0" err="1"/>
              <a:t>রেখে</a:t>
            </a:r>
            <a:r>
              <a:rPr lang="en-US" sz="2000" dirty="0"/>
              <a:t> </a:t>
            </a:r>
            <a:r>
              <a:rPr lang="en-US" sz="2000" dirty="0" err="1"/>
              <a:t>তা</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ঝুড়িতে</a:t>
            </a:r>
            <a:r>
              <a:rPr lang="en-US" sz="2000" dirty="0"/>
              <a:t> </a:t>
            </a:r>
            <a:r>
              <a:rPr lang="en-US" sz="2000" dirty="0" err="1"/>
              <a:t>হাত</a:t>
            </a:r>
            <a:r>
              <a:rPr lang="en-US" sz="2000" dirty="0"/>
              <a:t> </a:t>
            </a:r>
            <a:r>
              <a:rPr lang="en-US" sz="2000" dirty="0" err="1"/>
              <a:t>দিয়ে</a:t>
            </a:r>
            <a:r>
              <a:rPr lang="en-US" sz="2000" dirty="0"/>
              <a:t> </a:t>
            </a:r>
            <a:r>
              <a:rPr lang="en-US" sz="2000" dirty="0" err="1"/>
              <a:t>গর্ত</a:t>
            </a:r>
            <a:r>
              <a:rPr lang="en-US" sz="2000" dirty="0"/>
              <a:t> </a:t>
            </a:r>
            <a:r>
              <a:rPr lang="en-US" sz="2000" dirty="0" err="1"/>
              <a:t>বানিয়ে</a:t>
            </a:r>
            <a:r>
              <a:rPr lang="en-US" sz="2000" dirty="0"/>
              <a:t> </a:t>
            </a:r>
            <a:r>
              <a:rPr lang="en-US" sz="2000" dirty="0" err="1"/>
              <a:t>খড়খুটার</a:t>
            </a:r>
            <a:r>
              <a:rPr lang="en-US" sz="2000" dirty="0"/>
              <a:t> </a:t>
            </a:r>
            <a:r>
              <a:rPr lang="en-US" sz="2000" dirty="0" err="1"/>
              <a:t>সাহায্যে</a:t>
            </a:r>
            <a:r>
              <a:rPr lang="en-US" sz="2000" dirty="0"/>
              <a:t> </a:t>
            </a:r>
            <a:r>
              <a:rPr lang="en-US" sz="2000" dirty="0" err="1"/>
              <a:t>নরম</a:t>
            </a:r>
            <a:r>
              <a:rPr lang="en-US" sz="2000" dirty="0"/>
              <a:t> </a:t>
            </a:r>
            <a:r>
              <a:rPr lang="en-US" sz="2000" dirty="0" err="1"/>
              <a:t>বিছানা</a:t>
            </a:r>
            <a:r>
              <a:rPr lang="en-US" sz="2000" dirty="0"/>
              <a:t> </a:t>
            </a:r>
            <a:r>
              <a:rPr lang="en-US" sz="2000" dirty="0" err="1"/>
              <a:t>তৈরী</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বসার</a:t>
            </a:r>
            <a:r>
              <a:rPr lang="en-US" sz="2000" dirty="0"/>
              <a:t> </a:t>
            </a:r>
            <a:r>
              <a:rPr lang="en-US" sz="2000" dirty="0" err="1"/>
              <a:t>স্থান</a:t>
            </a:r>
            <a:r>
              <a:rPr lang="en-US" sz="2000" dirty="0"/>
              <a:t> </a:t>
            </a:r>
            <a:r>
              <a:rPr lang="en-US" sz="2000" dirty="0" err="1"/>
              <a:t>নির্জন</a:t>
            </a:r>
            <a:r>
              <a:rPr lang="en-US" sz="2000" dirty="0"/>
              <a:t> </a:t>
            </a:r>
            <a:r>
              <a:rPr lang="en-US" sz="2000" dirty="0" err="1"/>
              <a:t>কোনে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মুখের</a:t>
            </a:r>
            <a:r>
              <a:rPr lang="en-US" sz="2000" dirty="0"/>
              <a:t> </a:t>
            </a:r>
            <a:r>
              <a:rPr lang="en-US" sz="2000" dirty="0" err="1"/>
              <a:t>সামনে</a:t>
            </a:r>
            <a:r>
              <a:rPr lang="en-US" sz="2000" dirty="0"/>
              <a:t> </a:t>
            </a:r>
            <a:r>
              <a:rPr lang="en-US" sz="2000" dirty="0" err="1"/>
              <a:t>দানাদার</a:t>
            </a:r>
            <a:r>
              <a:rPr lang="en-US" sz="2000" dirty="0"/>
              <a:t> </a:t>
            </a:r>
            <a:r>
              <a:rPr lang="en-US" sz="2000" dirty="0" err="1"/>
              <a:t>খাবার</a:t>
            </a:r>
            <a:r>
              <a:rPr lang="en-US" sz="2000" dirty="0"/>
              <a:t> ও </a:t>
            </a:r>
            <a:r>
              <a:rPr lang="en-US" sz="2000" dirty="0" err="1"/>
              <a:t>পানি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বাসা</a:t>
            </a:r>
            <a:r>
              <a:rPr lang="en-US" sz="2000" dirty="0"/>
              <a:t> </a:t>
            </a:r>
            <a:r>
              <a:rPr lang="en-US" sz="2000" dirty="0" err="1"/>
              <a:t>ঢেকে</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a:t>২১-৩০ </a:t>
            </a:r>
            <a:r>
              <a:rPr lang="en-US" sz="2000" dirty="0" err="1"/>
              <a:t>দিনের</a:t>
            </a:r>
            <a:r>
              <a:rPr lang="en-US" sz="2000" dirty="0"/>
              <a:t> </a:t>
            </a:r>
            <a:r>
              <a:rPr lang="en-US" sz="2000" dirty="0" err="1"/>
              <a:t>মধ্যে</a:t>
            </a:r>
            <a:r>
              <a:rPr lang="en-US" sz="2000" dirty="0"/>
              <a:t> </a:t>
            </a:r>
            <a:r>
              <a:rPr lang="en-US" sz="2000" dirty="0" err="1"/>
              <a:t>ডিম</a:t>
            </a:r>
            <a:r>
              <a:rPr lang="en-US" sz="2000" dirty="0"/>
              <a:t> </a:t>
            </a:r>
            <a:r>
              <a:rPr lang="en-US" sz="2000" dirty="0" err="1"/>
              <a:t>ফুটে</a:t>
            </a:r>
            <a:r>
              <a:rPr lang="en-US" sz="2000" dirty="0"/>
              <a:t> </a:t>
            </a:r>
            <a:r>
              <a:rPr lang="en-US" sz="2000" dirty="0" err="1"/>
              <a:t>বাচ্চা</a:t>
            </a:r>
            <a:r>
              <a:rPr lang="en-US" sz="2000" dirty="0"/>
              <a:t> </a:t>
            </a:r>
            <a:r>
              <a:rPr lang="en-US" sz="2000" dirty="0" err="1"/>
              <a:t>বের</a:t>
            </a:r>
            <a:r>
              <a:rPr lang="en-US" sz="2000" dirty="0"/>
              <a:t> </a:t>
            </a:r>
            <a:r>
              <a:rPr lang="en-US" sz="2000" dirty="0" err="1"/>
              <a:t>হবে</a:t>
            </a:r>
            <a:endParaRPr lang="bn-IN" sz="2000" dirty="0"/>
          </a:p>
        </p:txBody>
      </p:sp>
      <p:pic>
        <p:nvPicPr>
          <p:cNvPr id="3074" name="Picture 2" descr="Optimizing Egg Laying Production | Freedom Ranger Hatchery Blog">
            <a:extLst>
              <a:ext uri="{FF2B5EF4-FFF2-40B4-BE49-F238E27FC236}">
                <a16:creationId xmlns:a16="http://schemas.microsoft.com/office/drawing/2014/main" id="{A7A8846F-367A-E801-56A7-291FDB3F3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96359"/>
            <a:ext cx="5843663" cy="389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941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কেরোসিনের</a:t>
            </a:r>
            <a:r>
              <a:rPr lang="en-US" sz="2000" dirty="0"/>
              <a:t> </a:t>
            </a:r>
            <a:r>
              <a:rPr lang="en-US" sz="2000" dirty="0" err="1"/>
              <a:t>বা</a:t>
            </a:r>
            <a:r>
              <a:rPr lang="en-US" sz="2000" dirty="0"/>
              <a:t> </a:t>
            </a:r>
            <a:r>
              <a:rPr lang="en-US" sz="2000" dirty="0" err="1"/>
              <a:t>বিদ্যুতের</a:t>
            </a:r>
            <a:r>
              <a:rPr lang="en-US" sz="2000" dirty="0"/>
              <a:t> </a:t>
            </a:r>
            <a:r>
              <a:rPr lang="en-US" sz="2000" dirty="0" err="1"/>
              <a:t>সাহায্যে</a:t>
            </a:r>
            <a:r>
              <a:rPr lang="en-US" sz="2000" dirty="0"/>
              <a:t> </a:t>
            </a:r>
            <a:r>
              <a:rPr lang="en-US" sz="2000" dirty="0" err="1"/>
              <a:t>চালাতে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একসাথে</a:t>
            </a:r>
            <a:r>
              <a:rPr lang="en-US" sz="2000" dirty="0"/>
              <a:t> ৩০০-৪০০টি </a:t>
            </a:r>
            <a:r>
              <a:rPr lang="en-US" sz="2000" dirty="0" err="1"/>
              <a:t>ডিম</a:t>
            </a:r>
            <a:r>
              <a:rPr lang="en-US" sz="2000" dirty="0"/>
              <a:t> </a:t>
            </a:r>
            <a:r>
              <a:rPr lang="en-US" sz="2000" dirty="0" err="1"/>
              <a:t>দেয়া</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তাপমাত্রা</a:t>
            </a:r>
            <a:r>
              <a:rPr lang="en-US" sz="2000" dirty="0"/>
              <a:t> </a:t>
            </a:r>
            <a:r>
              <a:rPr lang="en-US" sz="2000" dirty="0" err="1"/>
              <a:t>থাকবেঃ</a:t>
            </a:r>
            <a:r>
              <a:rPr lang="en-US" sz="2000" dirty="0"/>
              <a:t> ১ম </a:t>
            </a:r>
            <a:r>
              <a:rPr lang="en-US" sz="2000" dirty="0" err="1"/>
              <a:t>দুই</a:t>
            </a:r>
            <a:r>
              <a:rPr lang="en-US" sz="2000" dirty="0"/>
              <a:t> </a:t>
            </a:r>
            <a:r>
              <a:rPr lang="en-US" sz="2000" dirty="0" err="1"/>
              <a:t>সপ্তাহ</a:t>
            </a:r>
            <a:r>
              <a:rPr lang="en-US" sz="2000" dirty="0"/>
              <a:t> ৩৮.৩ – ৩৯.৫ </a:t>
            </a:r>
            <a:r>
              <a:rPr lang="en-US" sz="2000" dirty="0" err="1"/>
              <a:t>ডিগ্রি</a:t>
            </a:r>
            <a:r>
              <a:rPr lang="en-US" sz="2000" dirty="0"/>
              <a:t>, </a:t>
            </a:r>
            <a:r>
              <a:rPr lang="en-US" sz="2000" dirty="0" err="1"/>
              <a:t>পরের</a:t>
            </a:r>
            <a:r>
              <a:rPr lang="en-US" sz="2000" dirty="0"/>
              <a:t> </a:t>
            </a:r>
            <a:r>
              <a:rPr lang="en-US" sz="2000" dirty="0" err="1"/>
              <a:t>সপ্তাহ</a:t>
            </a:r>
            <a:r>
              <a:rPr lang="en-US" sz="2000" dirty="0"/>
              <a:t> ৩৮.৬ । </a:t>
            </a:r>
            <a:r>
              <a:rPr lang="en-US" sz="2000" dirty="0" err="1"/>
              <a:t>বৈদ্যুতিক</a:t>
            </a:r>
            <a:r>
              <a:rPr lang="en-US" sz="2000" dirty="0"/>
              <a:t> </a:t>
            </a:r>
            <a:r>
              <a:rPr lang="en-US" sz="2000" dirty="0" err="1"/>
              <a:t>হলে</a:t>
            </a:r>
            <a:r>
              <a:rPr lang="en-US" sz="2000" dirty="0"/>
              <a:t> ১ম ১৮ </a:t>
            </a:r>
            <a:r>
              <a:rPr lang="en-US" sz="2000" dirty="0" err="1"/>
              <a:t>দিন</a:t>
            </a:r>
            <a:r>
              <a:rPr lang="en-US" sz="2000" dirty="0"/>
              <a:t> ৩৭.৫, </a:t>
            </a:r>
            <a:r>
              <a:rPr lang="en-US" sz="2000" dirty="0" err="1"/>
              <a:t>এবং</a:t>
            </a:r>
            <a:r>
              <a:rPr lang="en-US" sz="2000" dirty="0"/>
              <a:t> </a:t>
            </a:r>
            <a:r>
              <a:rPr lang="en-US" sz="2000" dirty="0" err="1"/>
              <a:t>পরের</a:t>
            </a:r>
            <a:r>
              <a:rPr lang="en-US" sz="2000" dirty="0"/>
              <a:t> </a:t>
            </a:r>
            <a:r>
              <a:rPr lang="en-US" sz="2000" dirty="0" err="1"/>
              <a:t>তিন</a:t>
            </a:r>
            <a:r>
              <a:rPr lang="en-US" sz="2000" dirty="0"/>
              <a:t> </a:t>
            </a:r>
            <a:r>
              <a:rPr lang="en-US" sz="2000" dirty="0" err="1"/>
              <a:t>দিন</a:t>
            </a:r>
            <a:r>
              <a:rPr lang="en-US" sz="2000" dirty="0"/>
              <a:t> ৩৭ </a:t>
            </a:r>
            <a:r>
              <a:rPr lang="en-US" sz="2000" dirty="0" err="1"/>
              <a:t>ডিগ্রি</a:t>
            </a:r>
            <a:r>
              <a:rPr lang="en-US" sz="2000" dirty="0"/>
              <a:t> </a:t>
            </a:r>
            <a:r>
              <a:rPr lang="en-US" sz="2000" dirty="0" err="1"/>
              <a:t>রাখা</a:t>
            </a:r>
            <a:r>
              <a:rPr lang="en-US" sz="2000" dirty="0"/>
              <a:t> </a:t>
            </a:r>
            <a:r>
              <a:rPr lang="en-US" sz="2000" dirty="0" err="1"/>
              <a:t>উচিত</a:t>
            </a:r>
            <a:r>
              <a:rPr lang="en-US" sz="2000" dirty="0"/>
              <a:t>।</a:t>
            </a:r>
          </a:p>
          <a:p>
            <a:pPr marL="457200" indent="-457200">
              <a:buFont typeface="Wingdings" panose="05000000000000000000" pitchFamily="2" charset="2"/>
              <a:buChar char="Ø"/>
            </a:pPr>
            <a:r>
              <a:rPr lang="en-US" sz="2000" dirty="0" err="1"/>
              <a:t>আদ্রতাঃ</a:t>
            </a:r>
            <a:r>
              <a:rPr lang="en-US" sz="2000" dirty="0"/>
              <a:t> ১৮ </a:t>
            </a:r>
            <a:r>
              <a:rPr lang="en-US" sz="2000" dirty="0" err="1"/>
              <a:t>দিনে</a:t>
            </a:r>
            <a:r>
              <a:rPr lang="en-US" sz="2000" dirty="0"/>
              <a:t>, ৫০-৬০% </a:t>
            </a:r>
            <a:r>
              <a:rPr lang="en-US" sz="2000" dirty="0" err="1"/>
              <a:t>আদ্রতা</a:t>
            </a:r>
            <a:r>
              <a:rPr lang="en-US" sz="2000" dirty="0"/>
              <a:t>, </a:t>
            </a:r>
            <a:r>
              <a:rPr lang="en-US" sz="2000" dirty="0" err="1"/>
              <a:t>শেষে</a:t>
            </a:r>
            <a:r>
              <a:rPr lang="en-US" sz="2000" dirty="0"/>
              <a:t> ৬৫-৭০% </a:t>
            </a:r>
            <a:r>
              <a:rPr lang="en-US" sz="2000" dirty="0" err="1"/>
              <a:t>রাখা</a:t>
            </a:r>
            <a:r>
              <a:rPr lang="en-US" sz="2000" dirty="0"/>
              <a:t> </a:t>
            </a:r>
            <a:r>
              <a:rPr lang="en-US" sz="2000" dirty="0" err="1"/>
              <a:t>উচিত</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১৮ </a:t>
            </a:r>
            <a:r>
              <a:rPr lang="en-US" sz="2000" dirty="0" err="1"/>
              <a:t>দিন</a:t>
            </a:r>
            <a:r>
              <a:rPr lang="en-US" sz="2000" dirty="0"/>
              <a:t> </a:t>
            </a:r>
            <a:r>
              <a:rPr lang="en-US" sz="2000" dirty="0" err="1"/>
              <a:t>পরে</a:t>
            </a:r>
            <a:r>
              <a:rPr lang="en-US" sz="2000" dirty="0"/>
              <a:t> </a:t>
            </a:r>
            <a:r>
              <a:rPr lang="en-US" sz="2000" dirty="0" err="1"/>
              <a:t>আগের</a:t>
            </a:r>
            <a:r>
              <a:rPr lang="en-US" sz="2000" dirty="0"/>
              <a:t> </a:t>
            </a:r>
            <a:r>
              <a:rPr lang="en-US" sz="2000" dirty="0" err="1"/>
              <a:t>চেয়ে</a:t>
            </a:r>
            <a:r>
              <a:rPr lang="en-US" sz="2000" dirty="0"/>
              <a:t> </a:t>
            </a:r>
            <a:r>
              <a:rPr lang="en-US" sz="2000" dirty="0" err="1"/>
              <a:t>বায়ু</a:t>
            </a:r>
            <a:r>
              <a:rPr lang="en-US" sz="2000" dirty="0"/>
              <a:t> </a:t>
            </a:r>
            <a:r>
              <a:rPr lang="en-US" sz="2000" dirty="0" err="1"/>
              <a:t>চলাচল</a:t>
            </a:r>
            <a:r>
              <a:rPr lang="en-US" sz="2000" dirty="0"/>
              <a:t> </a:t>
            </a:r>
            <a:r>
              <a:rPr lang="en-US" sz="2000" dirty="0" err="1"/>
              <a:t>বাড়াতে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ডিম</a:t>
            </a:r>
            <a:r>
              <a:rPr lang="en-US" sz="2000" dirty="0"/>
              <a:t> </a:t>
            </a:r>
            <a:r>
              <a:rPr lang="en-US" sz="2000" dirty="0" err="1"/>
              <a:t>ঘুরানোঃ</a:t>
            </a:r>
            <a:r>
              <a:rPr lang="en-US" sz="2000" dirty="0"/>
              <a:t> </a:t>
            </a:r>
            <a:r>
              <a:rPr lang="en-US" sz="2000" dirty="0" err="1"/>
              <a:t>দিনে</a:t>
            </a:r>
            <a:r>
              <a:rPr lang="en-US" sz="2000" dirty="0"/>
              <a:t> ৮ </a:t>
            </a:r>
            <a:r>
              <a:rPr lang="en-US" sz="2000" dirty="0" err="1"/>
              <a:t>বার</a:t>
            </a:r>
            <a:r>
              <a:rPr lang="en-US" sz="2000" dirty="0"/>
              <a:t> </a:t>
            </a:r>
            <a:r>
              <a:rPr lang="en-US" sz="2000" dirty="0" err="1"/>
              <a:t>তিন</a:t>
            </a:r>
            <a:r>
              <a:rPr lang="en-US" sz="2000" dirty="0"/>
              <a:t> </a:t>
            </a:r>
            <a:r>
              <a:rPr lang="en-US" sz="2000" dirty="0" err="1"/>
              <a:t>ঘন্টা</a:t>
            </a:r>
            <a:r>
              <a:rPr lang="en-US" sz="2000" dirty="0"/>
              <a:t> </a:t>
            </a:r>
            <a:r>
              <a:rPr lang="en-US" sz="2000" dirty="0" err="1"/>
              <a:t>পরপর</a:t>
            </a:r>
            <a:r>
              <a:rPr lang="en-US" sz="2000" dirty="0"/>
              <a:t> </a:t>
            </a:r>
            <a:r>
              <a:rPr lang="en-US" sz="2000" dirty="0" err="1"/>
              <a:t>ডীম</a:t>
            </a:r>
            <a:r>
              <a:rPr lang="en-US" sz="2000" dirty="0"/>
              <a:t> </a:t>
            </a:r>
            <a:r>
              <a:rPr lang="en-US" sz="2000" dirty="0" err="1"/>
              <a:t>ঘুরাবো</a:t>
            </a:r>
            <a:r>
              <a:rPr lang="en-US" sz="2000" dirty="0"/>
              <a:t>। </a:t>
            </a:r>
            <a:r>
              <a:rPr lang="en-US" sz="2000" dirty="0" err="1"/>
              <a:t>বা</a:t>
            </a:r>
            <a:r>
              <a:rPr lang="en-US" sz="2000" dirty="0"/>
              <a:t> </a:t>
            </a:r>
            <a:r>
              <a:rPr lang="en-US" sz="2000" dirty="0" err="1"/>
              <a:t>বৈদুয়ুতিক</a:t>
            </a:r>
            <a:r>
              <a:rPr lang="en-US" sz="2000" dirty="0"/>
              <a:t> </a:t>
            </a:r>
            <a:r>
              <a:rPr lang="en-US" sz="2000" dirty="0" err="1"/>
              <a:t>হলে</a:t>
            </a:r>
            <a:r>
              <a:rPr lang="en-US" sz="2000" dirty="0"/>
              <a:t> </a:t>
            </a:r>
            <a:r>
              <a:rPr lang="en-US" sz="2000" dirty="0" err="1"/>
              <a:t>টাইমার</a:t>
            </a:r>
            <a:r>
              <a:rPr lang="en-US" sz="2000" dirty="0"/>
              <a:t> </a:t>
            </a:r>
            <a:r>
              <a:rPr lang="en-US" sz="2000" dirty="0" err="1"/>
              <a:t>সেট</a:t>
            </a:r>
            <a:r>
              <a:rPr lang="en-US" sz="2000" dirty="0"/>
              <a:t> </a:t>
            </a:r>
            <a:r>
              <a:rPr lang="en-US" sz="2000" dirty="0" err="1"/>
              <a:t>করবো</a:t>
            </a:r>
            <a:endParaRPr lang="bn-IN" sz="2000" dirty="0"/>
          </a:p>
        </p:txBody>
      </p:sp>
      <p:pic>
        <p:nvPicPr>
          <p:cNvPr id="4098" name="Picture 2" descr="Kerosene-Powered Chicken Egg Incubator, Animal Care - Lehman's">
            <a:extLst>
              <a:ext uri="{FF2B5EF4-FFF2-40B4-BE49-F238E27FC236}">
                <a16:creationId xmlns:a16="http://schemas.microsoft.com/office/drawing/2014/main" id="{40D3BBE1-32D9-A70F-8BA3-F2DC90E5A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585" y="2412749"/>
            <a:ext cx="5144161" cy="383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3222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ক্যান্ডেলিং</a:t>
            </a:r>
            <a:r>
              <a:rPr lang="en-US" sz="2000" dirty="0"/>
              <a:t> </a:t>
            </a:r>
            <a:r>
              <a:rPr lang="en-US" sz="2000" dirty="0" err="1"/>
              <a:t>করাঃ</a:t>
            </a:r>
            <a:r>
              <a:rPr lang="en-US" sz="2000" dirty="0"/>
              <a:t> </a:t>
            </a:r>
            <a:r>
              <a:rPr lang="en-US" sz="2000" dirty="0" err="1"/>
              <a:t>বাল্ব</a:t>
            </a:r>
            <a:r>
              <a:rPr lang="en-US" sz="2000" dirty="0"/>
              <a:t> </a:t>
            </a:r>
            <a:r>
              <a:rPr lang="en-US" sz="2000" dirty="0" err="1"/>
              <a:t>বা</a:t>
            </a:r>
            <a:r>
              <a:rPr lang="en-US" sz="2000" dirty="0"/>
              <a:t> </a:t>
            </a:r>
            <a:r>
              <a:rPr lang="en-US" sz="2000" dirty="0" err="1"/>
              <a:t>লাইটের</a:t>
            </a:r>
            <a:r>
              <a:rPr lang="en-US" sz="2000" dirty="0"/>
              <a:t> </a:t>
            </a:r>
            <a:r>
              <a:rPr lang="en-US" sz="2000" dirty="0" err="1"/>
              <a:t>সামনে</a:t>
            </a:r>
            <a:r>
              <a:rPr lang="en-US" sz="2000" dirty="0"/>
              <a:t> </a:t>
            </a:r>
            <a:r>
              <a:rPr lang="en-US" sz="2000" dirty="0" err="1"/>
              <a:t>রেখে</a:t>
            </a:r>
            <a:r>
              <a:rPr lang="en-US" sz="2000" dirty="0"/>
              <a:t> </a:t>
            </a:r>
            <a:r>
              <a:rPr lang="en-US" sz="2000" dirty="0" err="1"/>
              <a:t>ডিম</a:t>
            </a:r>
            <a:r>
              <a:rPr lang="en-US" sz="2000" dirty="0"/>
              <a:t> </a:t>
            </a:r>
            <a:r>
              <a:rPr lang="en-US" sz="2000" dirty="0" err="1"/>
              <a:t>পর্যবেক্ষন</a:t>
            </a:r>
            <a:r>
              <a:rPr lang="en-US" sz="2000" dirty="0"/>
              <a:t> </a:t>
            </a:r>
            <a:r>
              <a:rPr lang="en-US" sz="2000" dirty="0" err="1"/>
              <a:t>করবো</a:t>
            </a:r>
            <a:endParaRPr lang="en-US" sz="2000" dirty="0"/>
          </a:p>
          <a:p>
            <a:pPr marL="457200" indent="-457200">
              <a:buFont typeface="Wingdings" panose="05000000000000000000" pitchFamily="2" charset="2"/>
              <a:buChar char="Ø"/>
            </a:pPr>
            <a:r>
              <a:rPr lang="en-US" sz="2000" dirty="0" err="1"/>
              <a:t>সেটিং</a:t>
            </a:r>
            <a:r>
              <a:rPr lang="en-US" sz="2000" dirty="0"/>
              <a:t> </a:t>
            </a:r>
            <a:r>
              <a:rPr lang="en-US" sz="2000" dirty="0" err="1"/>
              <a:t>ট্রে</a:t>
            </a:r>
            <a:r>
              <a:rPr lang="en-US" sz="2000" dirty="0"/>
              <a:t> </a:t>
            </a:r>
            <a:r>
              <a:rPr lang="en-US" sz="2000" dirty="0" err="1"/>
              <a:t>থেকে</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স্থানান্তরঃ</a:t>
            </a:r>
            <a:r>
              <a:rPr lang="en-US" sz="2000" dirty="0"/>
              <a:t> ১৯ </a:t>
            </a:r>
            <a:r>
              <a:rPr lang="en-US" sz="2000" dirty="0" err="1"/>
              <a:t>তম</a:t>
            </a:r>
            <a:r>
              <a:rPr lang="en-US" sz="2000" dirty="0"/>
              <a:t> </a:t>
            </a:r>
            <a:r>
              <a:rPr lang="en-US" sz="2000" dirty="0" err="1"/>
              <a:t>দিনে</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নিয়ে</a:t>
            </a:r>
            <a:r>
              <a:rPr lang="en-US" sz="2000" dirty="0"/>
              <a:t> </a:t>
            </a:r>
            <a:r>
              <a:rPr lang="en-US" sz="2000" dirty="0" err="1"/>
              <a:t>যেতে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পরিষ্কার</a:t>
            </a:r>
            <a:r>
              <a:rPr lang="en-US" sz="2000" dirty="0"/>
              <a:t> </a:t>
            </a:r>
            <a:r>
              <a:rPr lang="en-US" sz="2000" dirty="0" err="1"/>
              <a:t>পরিচ্ছন্নতাঃ</a:t>
            </a:r>
            <a:r>
              <a:rPr lang="en-US" sz="2000" dirty="0"/>
              <a:t> </a:t>
            </a:r>
            <a:r>
              <a:rPr lang="en-US" sz="2000" dirty="0" err="1"/>
              <a:t>প্রতিবার</a:t>
            </a:r>
            <a:r>
              <a:rPr lang="en-US" sz="2000" dirty="0"/>
              <a:t> </a:t>
            </a:r>
            <a:r>
              <a:rPr lang="en-US" sz="2000" dirty="0" err="1"/>
              <a:t>ফোটানোর</a:t>
            </a:r>
            <a:r>
              <a:rPr lang="en-US" sz="2000" dirty="0"/>
              <a:t> </a:t>
            </a:r>
            <a:r>
              <a:rPr lang="en-US" sz="2000" dirty="0" err="1"/>
              <a:t>আগে</a:t>
            </a:r>
            <a:r>
              <a:rPr lang="en-US" sz="2000" dirty="0"/>
              <a:t> </a:t>
            </a:r>
            <a:r>
              <a:rPr lang="en-US" sz="2000" dirty="0" err="1"/>
              <a:t>ইনকিউবেটর</a:t>
            </a:r>
            <a:r>
              <a:rPr lang="en-US" sz="2000" dirty="0"/>
              <a:t> </a:t>
            </a:r>
            <a:r>
              <a:rPr lang="en-US" sz="2000" dirty="0" err="1"/>
              <a:t>ঔষধ</a:t>
            </a:r>
            <a:r>
              <a:rPr lang="en-US" sz="2000" dirty="0"/>
              <a:t> </a:t>
            </a:r>
            <a:r>
              <a:rPr lang="en-US" sz="2000" dirty="0" err="1"/>
              <a:t>ছিটিয়ে</a:t>
            </a:r>
            <a:r>
              <a:rPr lang="en-US" sz="2000" dirty="0"/>
              <a:t> </a:t>
            </a:r>
            <a:r>
              <a:rPr lang="en-US" sz="2000" dirty="0" err="1"/>
              <a:t>জীবানূমুক্ত</a:t>
            </a:r>
            <a:r>
              <a:rPr lang="en-US" sz="2000" dirty="0"/>
              <a:t> </a:t>
            </a:r>
            <a:r>
              <a:rPr lang="en-US" sz="2000" dirty="0" err="1"/>
              <a:t>করবো</a:t>
            </a:r>
            <a:r>
              <a:rPr lang="en-US" sz="2000" dirty="0"/>
              <a:t> </a:t>
            </a:r>
          </a:p>
          <a:p>
            <a:pPr marL="457200" indent="-457200">
              <a:buFont typeface="Wingdings" panose="05000000000000000000" pitchFamily="2" charset="2"/>
              <a:buChar char="Ø"/>
            </a:pPr>
            <a:r>
              <a:rPr lang="en-US" sz="2000" dirty="0" err="1"/>
              <a:t>ফিউমিগেশন</a:t>
            </a:r>
            <a:r>
              <a:rPr lang="en-US" sz="2000" dirty="0"/>
              <a:t> </a:t>
            </a:r>
            <a:r>
              <a:rPr lang="en-US" sz="2000" dirty="0" err="1"/>
              <a:t>করাঃ</a:t>
            </a:r>
            <a:r>
              <a:rPr lang="en-US" sz="2000" dirty="0"/>
              <a:t> ৪০% </a:t>
            </a:r>
            <a:r>
              <a:rPr lang="en-US" sz="2000" dirty="0" err="1"/>
              <a:t>ফরমালিন</a:t>
            </a:r>
            <a:r>
              <a:rPr lang="en-US" sz="2000" dirty="0"/>
              <a:t> + ৪০ </a:t>
            </a:r>
            <a:r>
              <a:rPr lang="en-US" sz="2000" dirty="0" err="1"/>
              <a:t>গ্রাম</a:t>
            </a:r>
            <a:r>
              <a:rPr lang="en-US" sz="2000" dirty="0"/>
              <a:t> </a:t>
            </a:r>
            <a:r>
              <a:rPr lang="en-US" sz="2000" dirty="0" err="1"/>
              <a:t>পটাশিয়াম</a:t>
            </a:r>
            <a:r>
              <a:rPr lang="en-US" sz="2000" dirty="0"/>
              <a:t> </a:t>
            </a:r>
            <a:r>
              <a:rPr lang="en-US" sz="2000" dirty="0" err="1"/>
              <a:t>পার</a:t>
            </a:r>
            <a:r>
              <a:rPr lang="en-US" sz="2000" dirty="0"/>
              <a:t> </a:t>
            </a:r>
            <a:r>
              <a:rPr lang="en-US" sz="2000" dirty="0" err="1"/>
              <a:t>ম্যাংগানেট</a:t>
            </a:r>
            <a:r>
              <a:rPr lang="en-US" sz="2000" dirty="0"/>
              <a:t> </a:t>
            </a:r>
            <a:r>
              <a:rPr lang="en-US" sz="2000" dirty="0" err="1"/>
              <a:t>রেখে</a:t>
            </a:r>
            <a:r>
              <a:rPr lang="en-US" sz="2000" dirty="0"/>
              <a:t> </a:t>
            </a:r>
            <a:r>
              <a:rPr lang="en-US" sz="2000" dirty="0" err="1"/>
              <a:t>মেশিনে</a:t>
            </a:r>
            <a:r>
              <a:rPr lang="en-US" sz="2000" dirty="0"/>
              <a:t> </a:t>
            </a:r>
            <a:r>
              <a:rPr lang="en-US" sz="2000" dirty="0" err="1"/>
              <a:t>রেখে</a:t>
            </a:r>
            <a:r>
              <a:rPr lang="en-US" sz="2000" dirty="0"/>
              <a:t> </a:t>
            </a:r>
            <a:r>
              <a:rPr lang="en-US" sz="2000" dirty="0" err="1"/>
              <a:t>দিলে</a:t>
            </a:r>
            <a:r>
              <a:rPr lang="en-US" sz="2000" dirty="0"/>
              <a:t> </a:t>
            </a:r>
            <a:r>
              <a:rPr lang="en-US" sz="2000" dirty="0" err="1"/>
              <a:t>জীবানু</a:t>
            </a:r>
            <a:r>
              <a:rPr lang="en-US" sz="2000" dirty="0"/>
              <a:t> </a:t>
            </a:r>
            <a:r>
              <a:rPr lang="en-US" sz="2000" dirty="0" err="1"/>
              <a:t>মারা</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ইনকিউবেটর</a:t>
            </a:r>
            <a:r>
              <a:rPr lang="en-US" sz="2000" dirty="0"/>
              <a:t> </a:t>
            </a:r>
            <a:r>
              <a:rPr lang="en-US" sz="2000" dirty="0" err="1"/>
              <a:t>ভূমির</a:t>
            </a:r>
            <a:r>
              <a:rPr lang="en-US" sz="2000" dirty="0"/>
              <a:t> </a:t>
            </a:r>
            <a:r>
              <a:rPr lang="en-US" sz="2000" dirty="0" err="1"/>
              <a:t>সমান্তরালে</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সার্বক্ষনিক</a:t>
            </a:r>
            <a:r>
              <a:rPr lang="en-US" sz="2000" dirty="0"/>
              <a:t> </a:t>
            </a:r>
            <a:r>
              <a:rPr lang="en-US" sz="2000" dirty="0" err="1"/>
              <a:t>চেক</a:t>
            </a:r>
            <a:r>
              <a:rPr lang="en-US" sz="2000" dirty="0"/>
              <a:t> </a:t>
            </a:r>
            <a:r>
              <a:rPr lang="en-US" sz="2000" dirty="0" err="1"/>
              <a:t>করতে</a:t>
            </a:r>
            <a:r>
              <a:rPr lang="en-US" sz="2000" dirty="0"/>
              <a:t> </a:t>
            </a:r>
            <a:r>
              <a:rPr lang="en-US" sz="2000" dirty="0" err="1"/>
              <a:t>হবে</a:t>
            </a:r>
            <a:r>
              <a:rPr lang="en-US" sz="2000" dirty="0"/>
              <a:t>।</a:t>
            </a:r>
            <a:endParaRPr lang="bn-IN" sz="2000" dirty="0"/>
          </a:p>
        </p:txBody>
      </p:sp>
      <p:pic>
        <p:nvPicPr>
          <p:cNvPr id="5122" name="Picture 2" descr="180 Egg Incubator and Hatcher - Fully Automatic Digital Model SH180 –  Surehatch Egg Incubators and Hatchers">
            <a:extLst>
              <a:ext uri="{FF2B5EF4-FFF2-40B4-BE49-F238E27FC236}">
                <a16:creationId xmlns:a16="http://schemas.microsoft.com/office/drawing/2014/main" id="{11B87716-3EB1-E540-27C3-9B5A84952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796" y="2433173"/>
            <a:ext cx="5257840" cy="371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354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তুষ</a:t>
            </a:r>
            <a:r>
              <a:rPr lang="en-US" dirty="0"/>
              <a:t> </a:t>
            </a:r>
            <a:r>
              <a:rPr lang="en-US" dirty="0" err="1"/>
              <a:t>তুলা</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334042" y="2704177"/>
            <a:ext cx="4201746" cy="286232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কাছাকাছি</a:t>
            </a:r>
            <a:r>
              <a:rPr lang="en-US" sz="2000" dirty="0"/>
              <a:t> </a:t>
            </a:r>
            <a:r>
              <a:rPr lang="en-US" sz="2000" dirty="0" err="1"/>
              <a:t>বয়সের</a:t>
            </a:r>
            <a:r>
              <a:rPr lang="en-US" sz="2000" dirty="0"/>
              <a:t> </a:t>
            </a:r>
            <a:r>
              <a:rPr lang="en-US" sz="2000" dirty="0" err="1"/>
              <a:t>ডিম</a:t>
            </a:r>
            <a:r>
              <a:rPr lang="en-US" sz="2000" dirty="0"/>
              <a:t> </a:t>
            </a:r>
            <a:r>
              <a:rPr lang="en-US" sz="2000" dirty="0" err="1"/>
              <a:t>একসাথে</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তুষ</a:t>
            </a:r>
            <a:r>
              <a:rPr lang="en-US" sz="2000" dirty="0"/>
              <a:t> </a:t>
            </a:r>
            <a:r>
              <a:rPr lang="en-US" sz="2000" dirty="0" err="1"/>
              <a:t>তুলা</a:t>
            </a:r>
            <a:r>
              <a:rPr lang="en-US" sz="2000" dirty="0"/>
              <a:t> </a:t>
            </a:r>
            <a:r>
              <a:rPr lang="en-US" sz="2000" dirty="0" err="1"/>
              <a:t>লেপ</a:t>
            </a:r>
            <a:r>
              <a:rPr lang="en-US" sz="2000" dirty="0"/>
              <a:t> </a:t>
            </a:r>
            <a:r>
              <a:rPr lang="en-US" sz="2000" dirty="0" err="1"/>
              <a:t>বাতি</a:t>
            </a:r>
            <a:r>
              <a:rPr lang="en-US" sz="2000" dirty="0"/>
              <a:t> </a:t>
            </a:r>
            <a:r>
              <a:rPr lang="en-US" sz="2000" dirty="0" err="1"/>
              <a:t>দিয়ে</a:t>
            </a:r>
            <a:r>
              <a:rPr lang="en-US" sz="2000" dirty="0"/>
              <a:t> </a:t>
            </a:r>
            <a:r>
              <a:rPr lang="en-US" sz="2000" dirty="0" err="1"/>
              <a:t>ডিম</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একাধিক</a:t>
            </a:r>
            <a:r>
              <a:rPr lang="en-US" sz="2000" dirty="0"/>
              <a:t> </a:t>
            </a:r>
            <a:r>
              <a:rPr lang="en-US" sz="2000" dirty="0" err="1"/>
              <a:t>মুরগীর</a:t>
            </a:r>
            <a:r>
              <a:rPr lang="en-US" sz="2000" dirty="0"/>
              <a:t> ৫-৭ </a:t>
            </a:r>
            <a:r>
              <a:rPr lang="en-US" sz="2000" dirty="0" err="1"/>
              <a:t>দিনের</a:t>
            </a:r>
            <a:r>
              <a:rPr lang="en-US" sz="2000" dirty="0"/>
              <a:t> </a:t>
            </a:r>
            <a:r>
              <a:rPr lang="en-US" sz="2000" dirty="0" err="1"/>
              <a:t>ডিম</a:t>
            </a:r>
            <a:r>
              <a:rPr lang="en-US" sz="2000" dirty="0"/>
              <a:t> </a:t>
            </a:r>
            <a:r>
              <a:rPr lang="en-US" sz="2000" dirty="0" err="1"/>
              <a:t>একত্র</a:t>
            </a:r>
            <a:r>
              <a:rPr lang="en-US" sz="2000" dirty="0"/>
              <a:t> </a:t>
            </a:r>
            <a:r>
              <a:rPr lang="en-US" sz="2000" dirty="0" err="1"/>
              <a:t>করে</a:t>
            </a:r>
            <a:r>
              <a:rPr lang="en-US" sz="2000" dirty="0"/>
              <a:t> </a:t>
            </a:r>
            <a:r>
              <a:rPr lang="en-US" sz="2000" dirty="0" err="1"/>
              <a:t>ব্যাচ</a:t>
            </a:r>
            <a:r>
              <a:rPr lang="en-US" sz="2000" dirty="0"/>
              <a:t> </a:t>
            </a:r>
            <a:r>
              <a:rPr lang="en-US" sz="2000" dirty="0" err="1"/>
              <a:t>করে</a:t>
            </a:r>
            <a:r>
              <a:rPr lang="en-US" sz="2000" dirty="0"/>
              <a:t> </a:t>
            </a:r>
            <a:r>
              <a:rPr lang="en-US" sz="2000" dirty="0" err="1"/>
              <a:t>ফেলতে</a:t>
            </a:r>
            <a:r>
              <a:rPr lang="en-US" sz="2000" dirty="0"/>
              <a:t> </a:t>
            </a:r>
            <a:r>
              <a:rPr lang="en-US" sz="2000" dirty="0" err="1"/>
              <a:t>হবে</a:t>
            </a:r>
            <a:endParaRPr lang="en-US" sz="2000" dirty="0"/>
          </a:p>
          <a:p>
            <a:endParaRPr lang="bn-IN" sz="2000" dirty="0"/>
          </a:p>
        </p:txBody>
      </p:sp>
      <p:pic>
        <p:nvPicPr>
          <p:cNvPr id="6146" name="Picture 2" descr="Incubator homemade light bulb in Kenya - Ecochicks Poultry Limited">
            <a:extLst>
              <a:ext uri="{FF2B5EF4-FFF2-40B4-BE49-F238E27FC236}">
                <a16:creationId xmlns:a16="http://schemas.microsoft.com/office/drawing/2014/main" id="{D4801374-33E8-AA6B-3256-15224239B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5331" y="2206806"/>
            <a:ext cx="5788182" cy="434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0988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ও </a:t>
            </a:r>
            <a:r>
              <a:rPr lang="en-US" dirty="0" err="1"/>
              <a:t>প্রাকৃতিক</a:t>
            </a:r>
            <a:r>
              <a:rPr lang="en-US" dirty="0"/>
              <a:t> </a:t>
            </a:r>
            <a:r>
              <a:rPr lang="en-US" dirty="0" err="1"/>
              <a:t>পদ্ধতির</a:t>
            </a:r>
            <a:r>
              <a:rPr lang="en-US" dirty="0"/>
              <a:t> </a:t>
            </a:r>
            <a:r>
              <a:rPr lang="en-US" dirty="0" err="1"/>
              <a:t>তুলনা</a:t>
            </a:r>
            <a:endParaRPr lang="en-US" dirty="0"/>
          </a:p>
        </p:txBody>
      </p:sp>
      <p:graphicFrame>
        <p:nvGraphicFramePr>
          <p:cNvPr id="3" name="Table 2">
            <a:extLst>
              <a:ext uri="{FF2B5EF4-FFF2-40B4-BE49-F238E27FC236}">
                <a16:creationId xmlns:a16="http://schemas.microsoft.com/office/drawing/2014/main" id="{EFD6FE40-5615-AC6E-D88B-BDF1E021865E}"/>
              </a:ext>
            </a:extLst>
          </p:cNvPr>
          <p:cNvGraphicFramePr>
            <a:graphicFrameLocks noGrp="1"/>
          </p:cNvGraphicFramePr>
          <p:nvPr>
            <p:extLst>
              <p:ext uri="{D42A27DB-BD31-4B8C-83A1-F6EECF244321}">
                <p14:modId xmlns:p14="http://schemas.microsoft.com/office/powerpoint/2010/main" val="3296944826"/>
              </p:ext>
            </p:extLst>
          </p:nvPr>
        </p:nvGraphicFramePr>
        <p:xfrm>
          <a:off x="810001" y="2335794"/>
          <a:ext cx="10289548" cy="4133584"/>
        </p:xfrm>
        <a:graphic>
          <a:graphicData uri="http://schemas.openxmlformats.org/drawingml/2006/table">
            <a:tbl>
              <a:tblPr firstRow="1" bandRow="1">
                <a:tableStyleId>{5C22544A-7EE6-4342-B048-85BDC9FD1C3A}</a:tableStyleId>
              </a:tblPr>
              <a:tblGrid>
                <a:gridCol w="5144774">
                  <a:extLst>
                    <a:ext uri="{9D8B030D-6E8A-4147-A177-3AD203B41FA5}">
                      <a16:colId xmlns:a16="http://schemas.microsoft.com/office/drawing/2014/main" val="2888001664"/>
                    </a:ext>
                  </a:extLst>
                </a:gridCol>
                <a:gridCol w="5144774">
                  <a:extLst>
                    <a:ext uri="{9D8B030D-6E8A-4147-A177-3AD203B41FA5}">
                      <a16:colId xmlns:a16="http://schemas.microsoft.com/office/drawing/2014/main" val="680321160"/>
                    </a:ext>
                  </a:extLst>
                </a:gridCol>
              </a:tblGrid>
              <a:tr h="499072">
                <a:tc>
                  <a:txBody>
                    <a:bodyPr/>
                    <a:lstStyle/>
                    <a:p>
                      <a:r>
                        <a:rPr lang="en-US" dirty="0" err="1"/>
                        <a:t>প্রাকৃতিক</a:t>
                      </a:r>
                      <a:r>
                        <a:rPr lang="en-US" dirty="0"/>
                        <a:t> </a:t>
                      </a:r>
                      <a:r>
                        <a:rPr lang="en-US" dirty="0" err="1"/>
                        <a:t>পদ্ধতি</a:t>
                      </a:r>
                      <a:endParaRPr lang="en-US" dirty="0"/>
                    </a:p>
                  </a:txBody>
                  <a:tcPr/>
                </a:tc>
                <a:tc>
                  <a:txBody>
                    <a:bodyPr/>
                    <a:lstStyle/>
                    <a:p>
                      <a:r>
                        <a:rPr lang="en-US" dirty="0"/>
                        <a:t> </a:t>
                      </a:r>
                      <a:r>
                        <a:rPr lang="en-US" dirty="0" err="1"/>
                        <a:t>কৃত্তিম</a:t>
                      </a:r>
                      <a:r>
                        <a:rPr lang="en-US" dirty="0"/>
                        <a:t> </a:t>
                      </a:r>
                      <a:r>
                        <a:rPr lang="en-US" dirty="0" err="1"/>
                        <a:t>পদ্ধতি</a:t>
                      </a:r>
                      <a:endParaRPr lang="en-US" dirty="0"/>
                    </a:p>
                  </a:txBody>
                  <a:tcPr/>
                </a:tc>
                <a:extLst>
                  <a:ext uri="{0D108BD9-81ED-4DB2-BD59-A6C34878D82A}">
                    <a16:rowId xmlns:a16="http://schemas.microsoft.com/office/drawing/2014/main" val="592306808"/>
                  </a:ext>
                </a:extLst>
              </a:tr>
              <a:tr h="499072">
                <a:tc>
                  <a:txBody>
                    <a:bodyPr/>
                    <a:lstStyle/>
                    <a:p>
                      <a:r>
                        <a:rPr lang="en-US" dirty="0"/>
                        <a:t>এ </a:t>
                      </a:r>
                      <a:r>
                        <a:rPr lang="en-US" dirty="0" err="1"/>
                        <a:t>পদ্ধতিতে</a:t>
                      </a:r>
                      <a:r>
                        <a:rPr lang="en-US" dirty="0"/>
                        <a:t> </a:t>
                      </a:r>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লাগে</a:t>
                      </a:r>
                      <a:r>
                        <a:rPr lang="en-US" dirty="0"/>
                        <a:t> </a:t>
                      </a:r>
                      <a:r>
                        <a:rPr lang="en-US" dirty="0" err="1"/>
                        <a:t>না</a:t>
                      </a:r>
                      <a:endParaRPr lang="en-US" dirty="0"/>
                    </a:p>
                  </a:txBody>
                  <a:tcPr/>
                </a:tc>
                <a:tc>
                  <a:txBody>
                    <a:bodyPr/>
                    <a:lstStyle/>
                    <a:p>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থাকবে</a:t>
                      </a:r>
                      <a:endParaRPr lang="en-US" dirty="0"/>
                    </a:p>
                  </a:txBody>
                  <a:tcPr/>
                </a:tc>
                <a:extLst>
                  <a:ext uri="{0D108BD9-81ED-4DB2-BD59-A6C34878D82A}">
                    <a16:rowId xmlns:a16="http://schemas.microsoft.com/office/drawing/2014/main" val="88155101"/>
                  </a:ext>
                </a:extLst>
              </a:tr>
              <a:tr h="499072">
                <a:tc>
                  <a:txBody>
                    <a:bodyPr/>
                    <a:lstStyle/>
                    <a:p>
                      <a:r>
                        <a:rPr lang="en-US" dirty="0" err="1"/>
                        <a:t>গ্রামাঞ্চলে</a:t>
                      </a:r>
                      <a:r>
                        <a:rPr lang="en-US" dirty="0"/>
                        <a:t> </a:t>
                      </a:r>
                      <a:r>
                        <a:rPr lang="en-US" dirty="0" err="1"/>
                        <a:t>কার্যকর</a:t>
                      </a:r>
                      <a:endParaRPr lang="en-US" dirty="0"/>
                    </a:p>
                  </a:txBody>
                  <a:tcPr/>
                </a:tc>
                <a:tc>
                  <a:txBody>
                    <a:bodyPr/>
                    <a:lstStyle/>
                    <a:p>
                      <a:r>
                        <a:rPr lang="en-US" dirty="0" err="1"/>
                        <a:t>অনেক</a:t>
                      </a:r>
                      <a:r>
                        <a:rPr lang="en-US" dirty="0"/>
                        <a:t> </a:t>
                      </a:r>
                      <a:r>
                        <a:rPr lang="en-US" dirty="0" err="1"/>
                        <a:t>ডিম</a:t>
                      </a:r>
                      <a:r>
                        <a:rPr lang="en-US" dirty="0"/>
                        <a:t> </a:t>
                      </a:r>
                      <a:r>
                        <a:rPr lang="en-US" dirty="0" err="1"/>
                        <a:t>একসাথে</a:t>
                      </a:r>
                      <a:r>
                        <a:rPr lang="en-US" dirty="0"/>
                        <a:t> </a:t>
                      </a:r>
                      <a:r>
                        <a:rPr lang="en-US" dirty="0" err="1"/>
                        <a:t>ফুটানো</a:t>
                      </a:r>
                      <a:r>
                        <a:rPr lang="en-US" dirty="0"/>
                        <a:t> </a:t>
                      </a:r>
                      <a:r>
                        <a:rPr lang="en-US" dirty="0" err="1"/>
                        <a:t>যায়</a:t>
                      </a:r>
                      <a:r>
                        <a:rPr lang="en-US" dirty="0"/>
                        <a:t>  </a:t>
                      </a:r>
                    </a:p>
                  </a:txBody>
                  <a:tcPr/>
                </a:tc>
                <a:extLst>
                  <a:ext uri="{0D108BD9-81ED-4DB2-BD59-A6C34878D82A}">
                    <a16:rowId xmlns:a16="http://schemas.microsoft.com/office/drawing/2014/main" val="971462047"/>
                  </a:ext>
                </a:extLst>
              </a:tr>
              <a:tr h="499072">
                <a:tc>
                  <a:txBody>
                    <a:bodyPr/>
                    <a:lstStyle/>
                    <a:p>
                      <a:r>
                        <a:rPr lang="en-US" dirty="0" err="1"/>
                        <a:t>খরচ</a:t>
                      </a:r>
                      <a:r>
                        <a:rPr lang="en-US" dirty="0"/>
                        <a:t> কম , </a:t>
                      </a:r>
                      <a:r>
                        <a:rPr lang="en-US" dirty="0" err="1"/>
                        <a:t>বাচ্চা</a:t>
                      </a:r>
                      <a:r>
                        <a:rPr lang="en-US" dirty="0"/>
                        <a:t> </a:t>
                      </a:r>
                      <a:r>
                        <a:rPr lang="en-US" dirty="0" err="1"/>
                        <a:t>ফোটেও</a:t>
                      </a:r>
                      <a:r>
                        <a:rPr lang="en-US" dirty="0"/>
                        <a:t> কম</a:t>
                      </a:r>
                    </a:p>
                  </a:txBody>
                  <a:tcPr/>
                </a:tc>
                <a:tc>
                  <a:txBody>
                    <a:bodyPr/>
                    <a:lstStyle/>
                    <a:p>
                      <a:r>
                        <a:rPr lang="en-US" dirty="0" err="1"/>
                        <a:t>খরচ</a:t>
                      </a:r>
                      <a:r>
                        <a:rPr lang="en-US" dirty="0"/>
                        <a:t> </a:t>
                      </a:r>
                      <a:r>
                        <a:rPr lang="en-US" dirty="0" err="1"/>
                        <a:t>বেশী</a:t>
                      </a:r>
                      <a:r>
                        <a:rPr lang="en-US" dirty="0"/>
                        <a:t>, </a:t>
                      </a:r>
                      <a:r>
                        <a:rPr lang="en-US" dirty="0" err="1"/>
                        <a:t>অনেক</a:t>
                      </a:r>
                      <a:r>
                        <a:rPr lang="en-US" dirty="0"/>
                        <a:t> </a:t>
                      </a:r>
                      <a:r>
                        <a:rPr lang="en-US" dirty="0" err="1"/>
                        <a:t>ডিম</a:t>
                      </a:r>
                      <a:r>
                        <a:rPr lang="en-US" dirty="0"/>
                        <a:t> </a:t>
                      </a:r>
                      <a:r>
                        <a:rPr lang="en-US" dirty="0" err="1"/>
                        <a:t>একসাথে</a:t>
                      </a:r>
                      <a:r>
                        <a:rPr lang="en-US" dirty="0"/>
                        <a:t> </a:t>
                      </a:r>
                      <a:r>
                        <a:rPr lang="en-US" dirty="0" err="1"/>
                        <a:t>ফোটে</a:t>
                      </a:r>
                      <a:endParaRPr lang="en-US" dirty="0"/>
                    </a:p>
                  </a:txBody>
                  <a:tcPr/>
                </a:tc>
                <a:extLst>
                  <a:ext uri="{0D108BD9-81ED-4DB2-BD59-A6C34878D82A}">
                    <a16:rowId xmlns:a16="http://schemas.microsoft.com/office/drawing/2014/main" val="2623641715"/>
                  </a:ext>
                </a:extLst>
              </a:tr>
              <a:tr h="499072">
                <a:tc>
                  <a:txBody>
                    <a:bodyPr/>
                    <a:lstStyle/>
                    <a:p>
                      <a:r>
                        <a:rPr lang="en-US" dirty="0" err="1"/>
                        <a:t>যত্ন</a:t>
                      </a:r>
                      <a:r>
                        <a:rPr lang="en-US" dirty="0"/>
                        <a:t> </a:t>
                      </a:r>
                      <a:r>
                        <a:rPr lang="en-US" dirty="0" err="1"/>
                        <a:t>মুরগী</a:t>
                      </a:r>
                      <a:r>
                        <a:rPr lang="en-US" dirty="0"/>
                        <a:t> </a:t>
                      </a:r>
                      <a:r>
                        <a:rPr lang="en-US" dirty="0" err="1"/>
                        <a:t>নিজেই</a:t>
                      </a:r>
                      <a:r>
                        <a:rPr lang="en-US" dirty="0"/>
                        <a:t> </a:t>
                      </a:r>
                      <a:r>
                        <a:rPr lang="en-US" dirty="0" err="1"/>
                        <a:t>নেয়</a:t>
                      </a:r>
                      <a:endParaRPr lang="en-US" dirty="0"/>
                    </a:p>
                  </a:txBody>
                  <a:tcPr/>
                </a:tc>
                <a:tc>
                  <a:txBody>
                    <a:bodyPr/>
                    <a:lstStyle/>
                    <a:p>
                      <a:r>
                        <a:rPr lang="en-US" dirty="0" err="1"/>
                        <a:t>নিবিড়</a:t>
                      </a:r>
                      <a:r>
                        <a:rPr lang="en-US" dirty="0"/>
                        <a:t> </a:t>
                      </a:r>
                      <a:r>
                        <a:rPr lang="en-US" dirty="0" err="1"/>
                        <a:t>যত্নের</a:t>
                      </a:r>
                      <a:r>
                        <a:rPr lang="en-US" dirty="0"/>
                        <a:t> </a:t>
                      </a:r>
                      <a:r>
                        <a:rPr lang="en-US" dirty="0" err="1"/>
                        <a:t>প্রয়োজন</a:t>
                      </a:r>
                      <a:endParaRPr lang="en-US" dirty="0"/>
                    </a:p>
                  </a:txBody>
                  <a:tcPr/>
                </a:tc>
                <a:extLst>
                  <a:ext uri="{0D108BD9-81ED-4DB2-BD59-A6C34878D82A}">
                    <a16:rowId xmlns:a16="http://schemas.microsoft.com/office/drawing/2014/main" val="4129238497"/>
                  </a:ext>
                </a:extLst>
              </a:tr>
              <a:tr h="499072">
                <a:tc>
                  <a:txBody>
                    <a:bodyPr/>
                    <a:lstStyle/>
                    <a:p>
                      <a:r>
                        <a:rPr lang="en-US" dirty="0" err="1"/>
                        <a:t>অল্প</a:t>
                      </a:r>
                      <a:r>
                        <a:rPr lang="en-US" dirty="0"/>
                        <a:t> </a:t>
                      </a:r>
                      <a:r>
                        <a:rPr lang="en-US" dirty="0" err="1"/>
                        <a:t>মুরগী</a:t>
                      </a:r>
                      <a:r>
                        <a:rPr lang="en-US" dirty="0"/>
                        <a:t> </a:t>
                      </a:r>
                      <a:r>
                        <a:rPr lang="en-US" dirty="0" err="1"/>
                        <a:t>পালঙ্কারীদের</a:t>
                      </a:r>
                      <a:r>
                        <a:rPr lang="en-US" dirty="0"/>
                        <a:t> </a:t>
                      </a:r>
                      <a:r>
                        <a:rPr lang="en-US" dirty="0" err="1"/>
                        <a:t>জন্য</a:t>
                      </a:r>
                      <a:r>
                        <a:rPr lang="en-US" dirty="0"/>
                        <a:t> </a:t>
                      </a:r>
                      <a:r>
                        <a:rPr lang="en-US" dirty="0" err="1"/>
                        <a:t>সুবিধা</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বড়</a:t>
                      </a:r>
                      <a:r>
                        <a:rPr lang="en-US" dirty="0"/>
                        <a:t> </a:t>
                      </a:r>
                      <a:r>
                        <a:rPr lang="en-US" dirty="0" err="1"/>
                        <a:t>খামারীদের</a:t>
                      </a:r>
                      <a:r>
                        <a:rPr lang="en-US" dirty="0"/>
                        <a:t> </a:t>
                      </a:r>
                      <a:r>
                        <a:rPr lang="en-US" dirty="0" err="1"/>
                        <a:t>জন্য</a:t>
                      </a:r>
                      <a:r>
                        <a:rPr lang="en-US" dirty="0"/>
                        <a:t> </a:t>
                      </a:r>
                      <a:r>
                        <a:rPr lang="en-US" dirty="0" err="1"/>
                        <a:t>সুবিধা</a:t>
                      </a:r>
                      <a:endParaRPr lang="en-US" dirty="0"/>
                    </a:p>
                  </a:txBody>
                  <a:tcPr/>
                </a:tc>
                <a:extLst>
                  <a:ext uri="{0D108BD9-81ED-4DB2-BD59-A6C34878D82A}">
                    <a16:rowId xmlns:a16="http://schemas.microsoft.com/office/drawing/2014/main" val="296190145"/>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তা</a:t>
                      </a:r>
                      <a:r>
                        <a:rPr lang="en-US" dirty="0"/>
                        <a:t> </a:t>
                      </a:r>
                      <a:r>
                        <a:rPr lang="en-US" dirty="0" err="1"/>
                        <a:t>দেয়া</a:t>
                      </a:r>
                      <a:r>
                        <a:rPr lang="en-US" dirty="0"/>
                        <a:t> </a:t>
                      </a:r>
                      <a:r>
                        <a:rPr lang="en-US" dirty="0" err="1"/>
                        <a:t>বন্ধ</a:t>
                      </a:r>
                      <a:r>
                        <a:rPr lang="en-US" dirty="0"/>
                        <a:t> </a:t>
                      </a:r>
                      <a:r>
                        <a:rPr lang="en-US" dirty="0" err="1"/>
                        <a:t>করে</a:t>
                      </a:r>
                      <a:r>
                        <a:rPr lang="en-US" dirty="0"/>
                        <a:t> </a:t>
                      </a:r>
                      <a:r>
                        <a:rPr lang="en-US" dirty="0" err="1"/>
                        <a:t>দিতে</a:t>
                      </a:r>
                      <a:r>
                        <a:rPr lang="en-US" dirty="0"/>
                        <a:t> </a:t>
                      </a:r>
                      <a:r>
                        <a:rPr lang="en-US" dirty="0" err="1"/>
                        <a:t>পারে</a:t>
                      </a:r>
                      <a:endParaRPr lang="en-US" dirty="0"/>
                    </a:p>
                  </a:txBody>
                  <a:tcPr/>
                </a:tc>
                <a:tc>
                  <a:txBody>
                    <a:bodyPr/>
                    <a:lstStyle/>
                    <a:p>
                      <a:r>
                        <a:rPr lang="en-US" dirty="0" err="1"/>
                        <a:t>ডিম</a:t>
                      </a:r>
                      <a:r>
                        <a:rPr lang="en-US" dirty="0"/>
                        <a:t> </a:t>
                      </a:r>
                      <a:r>
                        <a:rPr lang="en-US" dirty="0" err="1"/>
                        <a:t>নষ্ট</a:t>
                      </a:r>
                      <a:r>
                        <a:rPr lang="en-US" dirty="0"/>
                        <a:t> </a:t>
                      </a:r>
                      <a:r>
                        <a:rPr lang="en-US" dirty="0" err="1"/>
                        <a:t>হয়</a:t>
                      </a:r>
                      <a:r>
                        <a:rPr lang="en-US" dirty="0"/>
                        <a:t> কম, </a:t>
                      </a:r>
                      <a:r>
                        <a:rPr lang="en-US" dirty="0" err="1"/>
                        <a:t>কারণ</a:t>
                      </a:r>
                      <a:r>
                        <a:rPr lang="en-US" dirty="0"/>
                        <a:t> </a:t>
                      </a:r>
                      <a:r>
                        <a:rPr lang="en-US" dirty="0" err="1"/>
                        <a:t>নিয়ন্ত্রিত</a:t>
                      </a:r>
                      <a:endParaRPr lang="en-US" dirty="0"/>
                    </a:p>
                  </a:txBody>
                  <a:tcPr/>
                </a:tc>
                <a:extLst>
                  <a:ext uri="{0D108BD9-81ED-4DB2-BD59-A6C34878D82A}">
                    <a16:rowId xmlns:a16="http://schemas.microsoft.com/office/drawing/2014/main" val="3378931253"/>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ভেংগেও</a:t>
                      </a:r>
                      <a:r>
                        <a:rPr lang="en-US" dirty="0"/>
                        <a:t> </a:t>
                      </a:r>
                      <a:r>
                        <a:rPr lang="en-US" dirty="0" err="1"/>
                        <a:t>ফেলে</a:t>
                      </a:r>
                      <a:endParaRPr lang="en-US" dirty="0"/>
                    </a:p>
                  </a:txBody>
                  <a:tcPr/>
                </a:tc>
                <a:tc>
                  <a:txBody>
                    <a:bodyPr/>
                    <a:lstStyle/>
                    <a:p>
                      <a:r>
                        <a:rPr lang="en-US" dirty="0" err="1"/>
                        <a:t>ডীম</a:t>
                      </a:r>
                      <a:r>
                        <a:rPr lang="en-US" dirty="0"/>
                        <a:t> </a:t>
                      </a:r>
                      <a:r>
                        <a:rPr lang="en-US" dirty="0" err="1"/>
                        <a:t>ভাঙ্গা</a:t>
                      </a:r>
                      <a:r>
                        <a:rPr lang="en-US" dirty="0"/>
                        <a:t> </a:t>
                      </a:r>
                      <a:r>
                        <a:rPr lang="en-US" dirty="0" err="1"/>
                        <a:t>বা</a:t>
                      </a:r>
                      <a:r>
                        <a:rPr lang="en-US" dirty="0"/>
                        <a:t> </a:t>
                      </a:r>
                      <a:r>
                        <a:rPr lang="en-US" dirty="0" err="1"/>
                        <a:t>অনুর্বর</a:t>
                      </a:r>
                      <a:r>
                        <a:rPr lang="en-US" dirty="0"/>
                        <a:t> </a:t>
                      </a:r>
                      <a:r>
                        <a:rPr lang="en-US" dirty="0" err="1"/>
                        <a:t>ডিম</a:t>
                      </a:r>
                      <a:r>
                        <a:rPr lang="en-US" dirty="0"/>
                        <a:t> </a:t>
                      </a:r>
                      <a:r>
                        <a:rPr lang="en-US" dirty="0" err="1"/>
                        <a:t>আগেই</a:t>
                      </a:r>
                      <a:r>
                        <a:rPr lang="en-US" dirty="0"/>
                        <a:t> </a:t>
                      </a:r>
                      <a:r>
                        <a:rPr lang="en-US" dirty="0" err="1"/>
                        <a:t>সরিয়ে</a:t>
                      </a:r>
                      <a:r>
                        <a:rPr lang="en-US" dirty="0"/>
                        <a:t> </a:t>
                      </a:r>
                      <a:r>
                        <a:rPr lang="en-US" dirty="0" err="1"/>
                        <a:t>ফেলা</a:t>
                      </a:r>
                      <a:r>
                        <a:rPr lang="en-US" dirty="0"/>
                        <a:t> </a:t>
                      </a:r>
                      <a:r>
                        <a:rPr lang="en-US" dirty="0" err="1"/>
                        <a:t>যায়</a:t>
                      </a:r>
                      <a:endParaRPr lang="en-US" dirty="0"/>
                    </a:p>
                  </a:txBody>
                  <a:tcPr/>
                </a:tc>
                <a:extLst>
                  <a:ext uri="{0D108BD9-81ED-4DB2-BD59-A6C34878D82A}">
                    <a16:rowId xmlns:a16="http://schemas.microsoft.com/office/drawing/2014/main" val="1828424571"/>
                  </a:ext>
                </a:extLst>
              </a:tr>
            </a:tbl>
          </a:graphicData>
        </a:graphic>
      </p:graphicFrame>
    </p:spTree>
    <p:extLst>
      <p:ext uri="{BB962C8B-B14F-4D97-AF65-F5344CB8AC3E}">
        <p14:creationId xmlns:p14="http://schemas.microsoft.com/office/powerpoint/2010/main" val="17366584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অনুর্বর</a:t>
            </a:r>
            <a:r>
              <a:rPr lang="en-US" dirty="0"/>
              <a:t> </a:t>
            </a:r>
            <a:r>
              <a:rPr lang="en-US" dirty="0" err="1"/>
              <a:t>হওয়ার</a:t>
            </a:r>
            <a:r>
              <a:rPr lang="en-US" dirty="0"/>
              <a:t> </a:t>
            </a:r>
            <a:r>
              <a:rPr lang="en-US" dirty="0" err="1"/>
              <a:t>কারণ</a:t>
            </a:r>
            <a:endParaRPr lang="en-US" dirty="0"/>
          </a:p>
        </p:txBody>
      </p:sp>
      <p:sp>
        <p:nvSpPr>
          <p:cNvPr id="4" name="TextBox 3">
            <a:extLst>
              <a:ext uri="{FF2B5EF4-FFF2-40B4-BE49-F238E27FC236}">
                <a16:creationId xmlns:a16="http://schemas.microsoft.com/office/drawing/2014/main" id="{A3C6EDAA-4080-35D2-0D24-C2D69BDFD2C8}"/>
              </a:ext>
            </a:extLst>
          </p:cNvPr>
          <p:cNvSpPr txBox="1"/>
          <p:nvPr/>
        </p:nvSpPr>
        <p:spPr>
          <a:xfrm>
            <a:off x="334042" y="2704177"/>
            <a:ext cx="4201746"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প্রজনন</a:t>
            </a:r>
            <a:r>
              <a:rPr lang="en-US" sz="2000" dirty="0"/>
              <a:t> </a:t>
            </a:r>
            <a:r>
              <a:rPr lang="en-US" sz="2000" dirty="0" err="1"/>
              <a:t>না</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শুক্রানুর</a:t>
            </a:r>
            <a:r>
              <a:rPr lang="en-US" sz="2000" dirty="0"/>
              <a:t> </a:t>
            </a:r>
            <a:r>
              <a:rPr lang="en-US" sz="2000" dirty="0" err="1"/>
              <a:t>গুণগত</a:t>
            </a:r>
            <a:r>
              <a:rPr lang="en-US" sz="2000" dirty="0"/>
              <a:t> </a:t>
            </a:r>
            <a:r>
              <a:rPr lang="en-US" sz="2000" dirty="0" err="1"/>
              <a:t>মান</a:t>
            </a:r>
            <a:r>
              <a:rPr lang="en-US" sz="2000" dirty="0"/>
              <a:t> </a:t>
            </a:r>
            <a:r>
              <a:rPr lang="en-US" sz="2000" dirty="0" err="1"/>
              <a:t>খারাপ</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a:t>
            </a:r>
            <a:r>
              <a:rPr lang="en-US" sz="2000" dirty="0"/>
              <a:t> </a:t>
            </a:r>
            <a:r>
              <a:rPr lang="en-US" sz="2000" dirty="0" err="1"/>
              <a:t>মারা</a:t>
            </a:r>
            <a:r>
              <a:rPr lang="en-US" sz="2000" dirty="0"/>
              <a:t> </a:t>
            </a:r>
            <a:r>
              <a:rPr lang="en-US" sz="2000" dirty="0" err="1"/>
              <a:t>গেলে</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বয়স</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দেহে</a:t>
            </a:r>
            <a:r>
              <a:rPr lang="en-US" sz="2000" dirty="0"/>
              <a:t> </a:t>
            </a:r>
            <a:r>
              <a:rPr lang="en-US" sz="2000" dirty="0" err="1"/>
              <a:t>চর্বি</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বন্ধা</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সংগ্রহ</a:t>
            </a:r>
            <a:r>
              <a:rPr lang="en-US" sz="2000" dirty="0"/>
              <a:t> </a:t>
            </a:r>
            <a:r>
              <a:rPr lang="en-US" sz="2000" dirty="0" err="1"/>
              <a:t>জনিত</a:t>
            </a:r>
            <a:r>
              <a:rPr lang="en-US" sz="2000" dirty="0"/>
              <a:t> </a:t>
            </a:r>
            <a:r>
              <a:rPr lang="en-US" sz="2000" dirty="0" err="1"/>
              <a:t>ত্রুটি</a:t>
            </a:r>
            <a:r>
              <a:rPr lang="en-US" sz="2000" dirty="0"/>
              <a:t> </a:t>
            </a:r>
            <a:r>
              <a:rPr lang="en-US" sz="2000" dirty="0" err="1"/>
              <a:t>হলে</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অপরিষ্কার</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রোগাক্রান্ত</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ভিটামিন</a:t>
            </a:r>
            <a:r>
              <a:rPr lang="en-US" sz="2000" dirty="0"/>
              <a:t> ও </a:t>
            </a:r>
            <a:r>
              <a:rPr lang="en-US" sz="2000" dirty="0" err="1"/>
              <a:t>খনিজের</a:t>
            </a:r>
            <a:r>
              <a:rPr lang="en-US" sz="2000" dirty="0"/>
              <a:t> </a:t>
            </a:r>
            <a:r>
              <a:rPr lang="en-US" sz="2000" dirty="0" err="1"/>
              <a:t>ঘাটতি</a:t>
            </a:r>
            <a:r>
              <a:rPr lang="en-US" sz="2000" dirty="0"/>
              <a:t> </a:t>
            </a:r>
            <a:r>
              <a:rPr lang="en-US" sz="2000" dirty="0" err="1"/>
              <a:t>থাকলে</a:t>
            </a:r>
            <a:r>
              <a:rPr lang="en-US" sz="2000" dirty="0"/>
              <a:t> </a:t>
            </a:r>
            <a:endParaRPr lang="bn-IN" sz="2000" dirty="0"/>
          </a:p>
        </p:txBody>
      </p:sp>
      <p:pic>
        <p:nvPicPr>
          <p:cNvPr id="7170" name="Picture 2" descr="5 Differences Between Hens and Roosters - Modern Farmer">
            <a:extLst>
              <a:ext uri="{FF2B5EF4-FFF2-40B4-BE49-F238E27FC236}">
                <a16:creationId xmlns:a16="http://schemas.microsoft.com/office/drawing/2014/main" id="{25FA3AFF-77DA-6262-2C0C-271328C7E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287" y="2181884"/>
            <a:ext cx="6318137" cy="418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060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মুরগী</a:t>
            </a:r>
            <a:r>
              <a:rPr lang="en-US" dirty="0"/>
              <a:t> </a:t>
            </a:r>
            <a:r>
              <a:rPr lang="en-US" dirty="0" err="1"/>
              <a:t>পালন</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136320823"/>
              </p:ext>
            </p:extLst>
          </p:nvPr>
        </p:nvGraphicFramePr>
        <p:xfrm>
          <a:off x="165980" y="2326741"/>
          <a:ext cx="11715184" cy="4094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7775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pic>
        <p:nvPicPr>
          <p:cNvPr id="1026" name="Picture 2" descr="Chickens, Chickens Everywhere! - by Greg Patent">
            <a:extLst>
              <a:ext uri="{FF2B5EF4-FFF2-40B4-BE49-F238E27FC236}">
                <a16:creationId xmlns:a16="http://schemas.microsoft.com/office/drawing/2014/main" id="{517F2862-ABD5-45AF-B9B3-E40CCA765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739" y="2374255"/>
            <a:ext cx="5285999" cy="35693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icken In Field Images – Browse 108,238 Stock Photos, Vectors, and Video |  Adobe Stock">
            <a:extLst>
              <a:ext uri="{FF2B5EF4-FFF2-40B4-BE49-F238E27FC236}">
                <a16:creationId xmlns:a16="http://schemas.microsoft.com/office/drawing/2014/main" id="{9D8A5B4F-6C22-4048-9D9F-5B8C9DDED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000" y="2374255"/>
            <a:ext cx="5285999" cy="356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5547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অল্প সংখ্যক মুরগী এ পদ্ধতিতে চাষ করা যায়</a:t>
            </a:r>
          </a:p>
          <a:p>
            <a:pPr marL="457200" indent="-457200">
              <a:buFont typeface="Wingdings" panose="05000000000000000000" pitchFamily="2" charset="2"/>
              <a:buChar char="Ø"/>
            </a:pPr>
            <a:r>
              <a:rPr lang="bn-IN" sz="2000" dirty="0"/>
              <a:t>দেশী মুরগী এ পদ্ধতিতে লাভজনক হয়</a:t>
            </a:r>
          </a:p>
          <a:p>
            <a:pPr marL="457200" indent="-457200">
              <a:buFont typeface="Wingdings" panose="05000000000000000000" pitchFamily="2" charset="2"/>
              <a:buChar char="Ø"/>
            </a:pPr>
            <a:r>
              <a:rPr lang="bn-IN" sz="2000" dirty="0"/>
              <a:t>রাতে বাশ/ টিন দিয়ে বানানো করে থাকে, সারাদিন ঘুরে বেড়ায়</a:t>
            </a:r>
          </a:p>
          <a:p>
            <a:pPr marL="457200" indent="-457200">
              <a:buFont typeface="Wingdings" panose="05000000000000000000" pitchFamily="2" charset="2"/>
              <a:buChar char="Ø"/>
            </a:pPr>
            <a:r>
              <a:rPr lang="bn-IN" sz="2000" dirty="0"/>
              <a:t>প্রতিটি মুরগীর জন্য ১ বর্গফুট জায়গা প্রয়োজন</a:t>
            </a:r>
          </a:p>
          <a:p>
            <a:pPr marL="457200" indent="-457200">
              <a:buFont typeface="Wingdings" panose="05000000000000000000" pitchFamily="2" charset="2"/>
              <a:buChar char="Ø"/>
            </a:pPr>
            <a:r>
              <a:rPr lang="bn-IN" sz="2000" dirty="0"/>
              <a:t>বাইরে থেকে খাদ্য দিতে হয় না</a:t>
            </a:r>
          </a:p>
          <a:p>
            <a:pPr marL="457200" indent="-457200">
              <a:buFont typeface="Wingdings" panose="05000000000000000000" pitchFamily="2" charset="2"/>
              <a:buChar char="Ø"/>
            </a:pPr>
            <a:r>
              <a:rPr lang="bn-IN" sz="2000" dirty="0"/>
              <a:t>দুই তিন হাজার মুরগীও পালন করা যায় অনেক জমি থাকলে</a:t>
            </a:r>
          </a:p>
          <a:p>
            <a:pPr marL="457200" indent="-457200">
              <a:buFont typeface="Wingdings" panose="05000000000000000000" pitchFamily="2" charset="2"/>
              <a:buChar char="Ø"/>
            </a:pPr>
            <a:r>
              <a:rPr lang="bn-IN" sz="2000" dirty="0"/>
              <a:t>মুরগীর দৌড়াদৌড়ির কারনে স্বাস্থ্য ভালো থাকে। মাংসপেশী মজবুত হয়। </a:t>
            </a:r>
          </a:p>
          <a:p>
            <a:pPr marL="457200" indent="-457200">
              <a:buFont typeface="Wingdings" panose="05000000000000000000" pitchFamily="2" charset="2"/>
              <a:buChar char="Ø"/>
            </a:pPr>
            <a:r>
              <a:rPr lang="bn-IN" sz="2000" dirty="0"/>
              <a:t>সন্ধ্যার আগে , ঝড় বৃষ্টির আগে আপনা আপনিই গৃহে অবস্থান করে। </a:t>
            </a:r>
          </a:p>
          <a:p>
            <a:pPr marL="457200" indent="-457200">
              <a:buFont typeface="Wingdings" panose="05000000000000000000" pitchFamily="2" charset="2"/>
              <a:buChar char="Ø"/>
            </a:pPr>
            <a:r>
              <a:rPr lang="bn-IN" sz="2000" dirty="0"/>
              <a:t>সুর্যকিরণ ও ভিটামিন মুরগীর দেহে রোগ প্রতিরোধ ক্ষমতা করে তোলে ফলে কম রোগে আক্রান্ত হয়</a:t>
            </a:r>
          </a:p>
          <a:p>
            <a:pPr marL="457200" indent="-457200">
              <a:buFont typeface="Wingdings" panose="05000000000000000000" pitchFamily="2" charset="2"/>
              <a:buChar char="Ø"/>
            </a:pPr>
            <a:endParaRPr lang="bn-IN" sz="2000" dirty="0"/>
          </a:p>
          <a:p>
            <a:r>
              <a:rPr lang="bn-IN" sz="2000" dirty="0"/>
              <a:t>অসুবিধাঃ বিদেশী মুরগী পালন করা যায় না, ব্যাবসায়িক ভিত্তিতে পালন করা যায় না, মুরগীর পারা ডীম খুজে পাওয়া যায় না, মুরগী চুরি, শেয়াল কুকুরে খাওয়ার ভয় থাকে, ছোয়াচে রোগ হলে নিয়ন্ত্রন কঠিন হয়। </a:t>
            </a:r>
          </a:p>
        </p:txBody>
      </p:sp>
    </p:spTree>
    <p:extLst>
      <p:ext uri="{BB962C8B-B14F-4D97-AF65-F5344CB8AC3E}">
        <p14:creationId xmlns:p14="http://schemas.microsoft.com/office/powerpoint/2010/main" val="38052780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pic>
        <p:nvPicPr>
          <p:cNvPr id="2050" name="Picture 2" descr="Free-range Chicken Farming ( Episode 59)│Harvesting hundreds of eggs &amp;  Feeding 800 native chickens">
            <a:extLst>
              <a:ext uri="{FF2B5EF4-FFF2-40B4-BE49-F238E27FC236}">
                <a16:creationId xmlns:a16="http://schemas.microsoft.com/office/drawing/2014/main" id="{57F65577-1970-40DD-9D69-164E16430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634" y="2553532"/>
            <a:ext cx="5707118" cy="36349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ll a Backyard Goat or Chicken Affect My Home Insurance? | Allstate">
            <a:extLst>
              <a:ext uri="{FF2B5EF4-FFF2-40B4-BE49-F238E27FC236}">
                <a16:creationId xmlns:a16="http://schemas.microsoft.com/office/drawing/2014/main" id="{1A9328FB-78F6-44C3-8A3F-8DE0B38EE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48" y="2550854"/>
            <a:ext cx="5391807" cy="3637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12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জাল দিয়ে ঘেরাও করা জায়গায় বিচরণ করতে দেয়া হয়</a:t>
            </a:r>
          </a:p>
          <a:p>
            <a:pPr marL="457200" indent="-457200">
              <a:buFont typeface="Wingdings" panose="05000000000000000000" pitchFamily="2" charset="2"/>
              <a:buChar char="Ø"/>
            </a:pPr>
            <a:r>
              <a:rPr lang="bn-IN" sz="2000" dirty="0"/>
              <a:t>দিনের বেলায় নির্দিষ্ট এরিয়ায় ঘোরাফেরা করে রাত্রে ঘরে আসে।</a:t>
            </a:r>
          </a:p>
          <a:p>
            <a:pPr marL="457200" indent="-457200">
              <a:buFont typeface="Wingdings" panose="05000000000000000000" pitchFamily="2" charset="2"/>
              <a:buChar char="Ø"/>
            </a:pPr>
            <a:r>
              <a:rPr lang="bn-IN" sz="2000" dirty="0"/>
              <a:t>প্রতি মুরগীর জন্য ৩-৪ ফুট বিচরণ ক্ষেত্র থাকা জরুরি।</a:t>
            </a:r>
          </a:p>
          <a:p>
            <a:pPr marL="457200" indent="-457200">
              <a:buFont typeface="Wingdings" panose="05000000000000000000" pitchFamily="2" charset="2"/>
              <a:buChar char="Ø"/>
            </a:pPr>
            <a:r>
              <a:rPr lang="bn-IN" sz="2000" dirty="0"/>
              <a:t>বিচরনক্ষেত্রে নূন্যতম ১৫০-২০০ ফুট জায়গা থাকা প্রয়োজন।</a:t>
            </a:r>
          </a:p>
          <a:p>
            <a:pPr marL="457200" indent="-457200">
              <a:buFont typeface="Wingdings" panose="05000000000000000000" pitchFamily="2" charset="2"/>
              <a:buChar char="Ø"/>
            </a:pPr>
            <a:r>
              <a:rPr lang="bn-IN" sz="2000" dirty="0"/>
              <a:t>অল্প জমিতে বেশী মুরগী পালন করা যায়।</a:t>
            </a:r>
          </a:p>
          <a:p>
            <a:pPr marL="457200" indent="-457200">
              <a:buFont typeface="Wingdings" panose="05000000000000000000" pitchFamily="2" charset="2"/>
              <a:buChar char="Ø"/>
            </a:pPr>
            <a:r>
              <a:rPr lang="bn-IN" sz="2000" dirty="0"/>
              <a:t>এরিয়ার ভিতর দঊড়াদৌড়ি করে ফলে স্বাস্থ্য ভালো থাকে। </a:t>
            </a:r>
          </a:p>
          <a:p>
            <a:pPr marL="457200" indent="-457200">
              <a:buFont typeface="Wingdings" panose="05000000000000000000" pitchFamily="2" charset="2"/>
              <a:buChar char="Ø"/>
            </a:pPr>
            <a:r>
              <a:rPr lang="bn-IN" sz="2000" dirty="0"/>
              <a:t>রানের মধ্যে খাদ্য ও পানিও দেয়া যায় সুবিধামত,</a:t>
            </a:r>
          </a:p>
          <a:p>
            <a:pPr marL="457200" indent="-457200">
              <a:buFont typeface="Wingdings" panose="05000000000000000000" pitchFamily="2" charset="2"/>
              <a:buChar char="Ø"/>
            </a:pPr>
            <a:r>
              <a:rPr lang="bn-IN" sz="2000" dirty="0"/>
              <a:t>শেয়াল কুকুর বা চুরি জাওয়ার ভয় কম।</a:t>
            </a:r>
          </a:p>
          <a:p>
            <a:pPr marL="457200" indent="-457200">
              <a:buFont typeface="Wingdings" panose="05000000000000000000" pitchFamily="2" charset="2"/>
              <a:buChar char="Ø"/>
            </a:pPr>
            <a:r>
              <a:rPr lang="bn-IN" sz="2000" dirty="0"/>
              <a:t>ঠিকমতো পারা ডিম খুজে পাওয়া যায়</a:t>
            </a:r>
          </a:p>
          <a:p>
            <a:endParaRPr lang="bn-IN" sz="2000" dirty="0"/>
          </a:p>
          <a:p>
            <a:r>
              <a:rPr lang="bn-IN" sz="2000" dirty="0"/>
              <a:t>অসুবিধাঃ ছাড়া পালনের চেয়ে খরচ বেশী লাগে, খাদ্য সরবরাহ করতে হয়, বৃষ্টির সময় রান শুকনো রাখা কঠিন হয়, মুরগীর বিচরণক্ষেত্রে মাটি পরবর্তীতে তুলে ফেলতে হয় এবং নতুন মাটি ভরাট করতে হয়।</a:t>
            </a:r>
          </a:p>
        </p:txBody>
      </p:sp>
    </p:spTree>
    <p:extLst>
      <p:ext uri="{BB962C8B-B14F-4D97-AF65-F5344CB8AC3E}">
        <p14:creationId xmlns:p14="http://schemas.microsoft.com/office/powerpoint/2010/main" val="286194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pic>
        <p:nvPicPr>
          <p:cNvPr id="3074" name="Picture 2" descr="Chicken | Types, Characteristics &amp; Uses | Britannica">
            <a:extLst>
              <a:ext uri="{FF2B5EF4-FFF2-40B4-BE49-F238E27FC236}">
                <a16:creationId xmlns:a16="http://schemas.microsoft.com/office/drawing/2014/main" id="{A736D493-9962-4630-90E5-5F9F1E32F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7460" y="2526336"/>
            <a:ext cx="5003501" cy="33366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7 Tips When Using Deep Litter System Of poultry Farming">
            <a:extLst>
              <a:ext uri="{FF2B5EF4-FFF2-40B4-BE49-F238E27FC236}">
                <a16:creationId xmlns:a16="http://schemas.microsoft.com/office/drawing/2014/main" id="{CBCE3A4F-3CBC-4B8A-B831-1D05A5881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80" y="2526336"/>
            <a:ext cx="5342661" cy="3339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0084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708981"/>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ঘরের বেঝেতে পুরু করে বিচালি, কাঠের গুড়া, ধানের তুস, গমের তুসের উপর পালন করা হয়।</a:t>
            </a:r>
          </a:p>
          <a:p>
            <a:pPr marL="457200" indent="-457200">
              <a:buFont typeface="Wingdings" panose="05000000000000000000" pitchFamily="2" charset="2"/>
              <a:buChar char="Ø"/>
            </a:pPr>
            <a:r>
              <a:rPr lang="bn-IN" sz="2000" dirty="0"/>
              <a:t>ঘরের মধ্যে লিটার বিছিয়ে খোলাফেলা ঘর প্রস্তুত করতে হয়</a:t>
            </a:r>
          </a:p>
          <a:p>
            <a:pPr marL="457200" indent="-457200">
              <a:buFont typeface="Wingdings" panose="05000000000000000000" pitchFamily="2" charset="2"/>
              <a:buChar char="Ø"/>
            </a:pPr>
            <a:r>
              <a:rPr lang="bn-IN" sz="2000" dirty="0"/>
              <a:t>মাচার তৈরী করে তার উপরেও লিটার বিছিয়ে দেয়া যায়</a:t>
            </a:r>
          </a:p>
          <a:p>
            <a:pPr marL="457200" indent="-457200">
              <a:buFont typeface="Wingdings" panose="05000000000000000000" pitchFamily="2" charset="2"/>
              <a:buChar char="Ø"/>
            </a:pPr>
            <a:r>
              <a:rPr lang="bn-IN" sz="2000" dirty="0"/>
              <a:t>মেঝের আকৃতি হবে ০.১৮ বর্গমিটার</a:t>
            </a:r>
          </a:p>
          <a:p>
            <a:pPr marL="457200" indent="-457200">
              <a:buFont typeface="Wingdings" panose="05000000000000000000" pitchFamily="2" charset="2"/>
              <a:buChar char="Ø"/>
            </a:pPr>
            <a:r>
              <a:rPr lang="bn-IN" sz="2000" dirty="0"/>
              <a:t>৪ টি মুরগীর জন্য একটি ৩০</a:t>
            </a:r>
            <a:r>
              <a:rPr lang="en-US" sz="2000" dirty="0"/>
              <a:t>x</a:t>
            </a:r>
            <a:r>
              <a:rPr lang="bn-IN" sz="2000" dirty="0"/>
              <a:t>৩০</a:t>
            </a:r>
            <a:r>
              <a:rPr lang="en-US" sz="2000" dirty="0"/>
              <a:t>x</a:t>
            </a:r>
            <a:r>
              <a:rPr lang="bn-IN" sz="2000" dirty="0"/>
              <a:t>৩০ ঘনসেমি কাঠের ঘর লাগবে</a:t>
            </a:r>
          </a:p>
          <a:p>
            <a:pPr marL="457200" indent="-457200">
              <a:buFont typeface="Wingdings" panose="05000000000000000000" pitchFamily="2" charset="2"/>
              <a:buChar char="Ø"/>
            </a:pPr>
            <a:r>
              <a:rPr lang="bn-IN" sz="2000" dirty="0"/>
              <a:t>লম্বা ও গোল খাবার পাত্র দিতে হয়</a:t>
            </a:r>
          </a:p>
          <a:p>
            <a:pPr marL="457200" indent="-457200">
              <a:buFont typeface="Wingdings" panose="05000000000000000000" pitchFamily="2" charset="2"/>
              <a:buChar char="Ø"/>
            </a:pPr>
            <a:r>
              <a:rPr lang="bn-IN" sz="2000" dirty="0"/>
              <a:t>ডিমপাড়া ঘরে অবশ্যই আলোর বা বাল্বের ব্যাবস্থা করতে হবে</a:t>
            </a:r>
          </a:p>
          <a:p>
            <a:pPr marL="457200" indent="-457200">
              <a:buFont typeface="Wingdings" panose="05000000000000000000" pitchFamily="2" charset="2"/>
              <a:buChar char="Ø"/>
            </a:pPr>
            <a:r>
              <a:rPr lang="bn-IN" sz="2000" dirty="0"/>
              <a:t>বিছানায় চুন দেয়া, উকুন দমন,</a:t>
            </a:r>
          </a:p>
          <a:p>
            <a:pPr marL="457200" indent="-457200">
              <a:buFont typeface="Wingdings" panose="05000000000000000000" pitchFamily="2" charset="2"/>
              <a:buChar char="Ø"/>
            </a:pPr>
            <a:r>
              <a:rPr lang="bn-IN" sz="2000" dirty="0"/>
              <a:t>মাছের জন্য খাদ্য তৈরী করা যায়</a:t>
            </a:r>
          </a:p>
          <a:p>
            <a:pPr marL="457200" indent="-457200">
              <a:buFont typeface="Wingdings" panose="05000000000000000000" pitchFamily="2" charset="2"/>
              <a:buChar char="Ø"/>
            </a:pPr>
            <a:r>
              <a:rPr lang="bn-IN" sz="2000" dirty="0"/>
              <a:t>জমির জৈবসার হিসেবে কাজ করে</a:t>
            </a:r>
          </a:p>
          <a:p>
            <a:pPr marL="457200" indent="-457200">
              <a:buFont typeface="Wingdings" panose="05000000000000000000" pitchFamily="2" charset="2"/>
              <a:buChar char="Ø"/>
            </a:pPr>
            <a:r>
              <a:rPr lang="bn-IN" sz="2000" dirty="0"/>
              <a:t>লিটার থেকে বায়োগ্যাস তৈরি হয় </a:t>
            </a:r>
          </a:p>
          <a:p>
            <a:pPr marL="457200" indent="-457200">
              <a:buFont typeface="Wingdings" panose="05000000000000000000" pitchFamily="2" charset="2"/>
              <a:buChar char="Ø"/>
            </a:pPr>
            <a:endParaRPr lang="bn-IN" sz="2000" dirty="0"/>
          </a:p>
          <a:p>
            <a:r>
              <a:rPr lang="bn-IN" sz="2000" dirty="0"/>
              <a:t>অসুবিধাঃ শ্রমিক খরচ বেশী, খাচার চেয়ে বেশী জায়গা লাগে মাচায়, আদ্র লিটার জমাট বেধে জায়, জীবানু দ্রুত বংশবিস্তার করে।</a:t>
            </a:r>
          </a:p>
        </p:txBody>
      </p:sp>
    </p:spTree>
    <p:extLst>
      <p:ext uri="{BB962C8B-B14F-4D97-AF65-F5344CB8AC3E}">
        <p14:creationId xmlns:p14="http://schemas.microsoft.com/office/powerpoint/2010/main" val="40883646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pic>
        <p:nvPicPr>
          <p:cNvPr id="4104" name="Picture 8" descr="Chicken | Types, Characteristics &amp; Uses | Britannica">
            <a:extLst>
              <a:ext uri="{FF2B5EF4-FFF2-40B4-BE49-F238E27FC236}">
                <a16:creationId xmlns:a16="http://schemas.microsoft.com/office/drawing/2014/main" id="{0979F63A-8ECE-48F0-BE00-86F3A9E79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176"/>
            <a:ext cx="5637339" cy="317100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The case for cage-free legislation">
            <a:extLst>
              <a:ext uri="{FF2B5EF4-FFF2-40B4-BE49-F238E27FC236}">
                <a16:creationId xmlns:a16="http://schemas.microsoft.com/office/drawing/2014/main" id="{C157CD55-494B-475E-9547-C139B0CC0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30" y="2597291"/>
            <a:ext cx="5493063" cy="317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0980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সীমাবদ্ধ জায়গায় , নগরে এ পদ্ধতিতে চাষ করা হয়।</a:t>
            </a:r>
          </a:p>
          <a:p>
            <a:pPr marL="457200" indent="-457200">
              <a:buFont typeface="Wingdings" panose="05000000000000000000" pitchFamily="2" charset="2"/>
              <a:buChar char="Ø"/>
            </a:pPr>
            <a:r>
              <a:rPr lang="bn-IN" sz="2000" dirty="0"/>
              <a:t>বিজ্ঞান্সম্মত ও বানিজ্যিক ব্রয়লারে এ পদ্ধতি লাভজনক</a:t>
            </a:r>
          </a:p>
          <a:p>
            <a:pPr marL="457200" indent="-457200">
              <a:buFont typeface="Wingdings" panose="05000000000000000000" pitchFamily="2" charset="2"/>
              <a:buChar char="Ø"/>
            </a:pPr>
            <a:r>
              <a:rPr lang="bn-IN" sz="2000" dirty="0"/>
              <a:t>খাচার পুর্ব পশ্চিম উত্তর দক্ষিন খোলা থাকবে বাতাস চলাচলের জন্য</a:t>
            </a:r>
          </a:p>
          <a:p>
            <a:pPr marL="457200" indent="-457200">
              <a:buFont typeface="Wingdings" panose="05000000000000000000" pitchFamily="2" charset="2"/>
              <a:buChar char="Ø"/>
            </a:pPr>
            <a:r>
              <a:rPr lang="bn-IN" sz="2000" dirty="0"/>
              <a:t>ডিপ লিটারের চেয়ে ৫ গুণ বেশী মুরগী চাষ করা হয়</a:t>
            </a:r>
          </a:p>
          <a:p>
            <a:pPr marL="457200" indent="-457200">
              <a:buFont typeface="Wingdings" panose="05000000000000000000" pitchFamily="2" charset="2"/>
              <a:buChar char="Ø"/>
            </a:pPr>
            <a:r>
              <a:rPr lang="bn-IN" sz="2000" dirty="0"/>
              <a:t>ডিম পাড়া মুরগীর জন্য বাল্বের ব্যাবস্থা করতে হয়</a:t>
            </a:r>
          </a:p>
          <a:p>
            <a:pPr marL="457200" indent="-457200">
              <a:buFont typeface="Wingdings" panose="05000000000000000000" pitchFamily="2" charset="2"/>
              <a:buChar char="Ø"/>
            </a:pPr>
            <a:r>
              <a:rPr lang="bn-IN" sz="2000" dirty="0"/>
              <a:t>রড বা তারজালির সাহাজ্যে খাচা তৈরী করতে হয়, </a:t>
            </a:r>
          </a:p>
          <a:p>
            <a:pPr marL="457200" indent="-457200">
              <a:buFont typeface="Wingdings" panose="05000000000000000000" pitchFamily="2" charset="2"/>
              <a:buChar char="Ø"/>
            </a:pPr>
            <a:r>
              <a:rPr lang="bn-IN" sz="2000" dirty="0"/>
              <a:t>খাবার পাত্র ৭.৫ সেমি উচুতে হবে</a:t>
            </a:r>
          </a:p>
          <a:p>
            <a:pPr marL="457200" indent="-457200">
              <a:buFont typeface="Wingdings" panose="05000000000000000000" pitchFamily="2" charset="2"/>
              <a:buChar char="Ø"/>
            </a:pPr>
            <a:r>
              <a:rPr lang="bn-IN" sz="2000" dirty="0"/>
              <a:t>মুরগীর খাচার বাইরে গলা ঢুকিয়ে খাবার খাবে,</a:t>
            </a:r>
          </a:p>
          <a:p>
            <a:pPr marL="457200" indent="-457200">
              <a:buFont typeface="Wingdings" panose="05000000000000000000" pitchFamily="2" charset="2"/>
              <a:buChar char="Ø"/>
            </a:pPr>
            <a:r>
              <a:rPr lang="bn-IN" sz="2000" dirty="0"/>
              <a:t>বিস্টা ও ডিম ধরার জন্য নিচে কিছু অংশ বাড়তি থাকবে</a:t>
            </a:r>
          </a:p>
          <a:p>
            <a:endParaRPr lang="bn-IN" sz="2000" dirty="0"/>
          </a:p>
          <a:p>
            <a:r>
              <a:rPr lang="bn-IN" sz="2000" dirty="0"/>
              <a:t>অসুবিধাঃ শ্রমিক খরচ বেশী, মুরগীর স্বাস্থ্য ঝুকি থাকে, জীবানু দ্রুত বংশবিস্তার করে, ভিটামিন বি ঘাটতি থাকে মুরগীর, খাচায় ঘর্ষনের কারনে পায়ে বাম্বল ফুট বা ঘা হয়।</a:t>
            </a:r>
          </a:p>
        </p:txBody>
      </p:sp>
    </p:spTree>
    <p:extLst>
      <p:ext uri="{BB962C8B-B14F-4D97-AF65-F5344CB8AC3E}">
        <p14:creationId xmlns:p14="http://schemas.microsoft.com/office/powerpoint/2010/main" val="3149555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016758"/>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যেসব</a:t>
            </a:r>
            <a:r>
              <a:rPr lang="en-US" sz="2000" dirty="0"/>
              <a:t> </a:t>
            </a:r>
            <a:r>
              <a:rPr lang="en-US" sz="2000" dirty="0" err="1"/>
              <a:t>স্থানে</a:t>
            </a:r>
            <a:r>
              <a:rPr lang="en-US" sz="2000" dirty="0"/>
              <a:t> </a:t>
            </a:r>
            <a:r>
              <a:rPr lang="en-US" sz="2000" dirty="0" err="1"/>
              <a:t>পোল্ট্রি</a:t>
            </a:r>
            <a:r>
              <a:rPr lang="en-US" sz="2000" dirty="0"/>
              <a:t> </a:t>
            </a:r>
            <a:r>
              <a:rPr lang="en-US" sz="2000" dirty="0" err="1"/>
              <a:t>পালনের</a:t>
            </a:r>
            <a:r>
              <a:rPr lang="en-US" sz="2000" dirty="0"/>
              <a:t> </a:t>
            </a:r>
            <a:r>
              <a:rPr lang="en-US" sz="2000" dirty="0" err="1"/>
              <a:t>জন্য</a:t>
            </a:r>
            <a:r>
              <a:rPr lang="en-US" sz="2000" dirty="0"/>
              <a:t> </a:t>
            </a:r>
            <a:r>
              <a:rPr lang="en-US" sz="2000" dirty="0" err="1"/>
              <a:t>নিয়মতান্রিকভাবে</a:t>
            </a:r>
            <a:r>
              <a:rPr lang="en-US" sz="2000" dirty="0"/>
              <a:t> </a:t>
            </a:r>
            <a:r>
              <a:rPr lang="en-US" sz="2000" dirty="0" err="1"/>
              <a:t>বাসস্থান</a:t>
            </a:r>
            <a:r>
              <a:rPr lang="en-US" sz="2000" dirty="0"/>
              <a:t> </a:t>
            </a:r>
            <a:r>
              <a:rPr lang="en-US" sz="2000" dirty="0" err="1"/>
              <a:t>তৈরী</a:t>
            </a:r>
            <a:r>
              <a:rPr lang="en-US" sz="2000" dirty="0"/>
              <a:t>, </a:t>
            </a:r>
            <a:r>
              <a:rPr lang="en-US" sz="2000" dirty="0" err="1"/>
              <a:t>খাদ্য</a:t>
            </a:r>
            <a:r>
              <a:rPr lang="en-US" sz="2000" dirty="0"/>
              <a:t> </a:t>
            </a:r>
            <a:r>
              <a:rPr lang="en-US" sz="2000" dirty="0" err="1"/>
              <a:t>সরবরাহ</a:t>
            </a:r>
            <a:r>
              <a:rPr lang="en-US" sz="2000" dirty="0"/>
              <a:t>, </a:t>
            </a:r>
            <a:r>
              <a:rPr lang="en-US" sz="2000" dirty="0" err="1"/>
              <a:t>চিকিৎসা</a:t>
            </a:r>
            <a:r>
              <a:rPr lang="en-US" sz="2000" dirty="0"/>
              <a:t>, </a:t>
            </a:r>
            <a:r>
              <a:rPr lang="en-US" sz="2000" dirty="0" err="1"/>
              <a:t>উৎপাদিত</a:t>
            </a:r>
            <a:r>
              <a:rPr lang="en-US" sz="2000" dirty="0"/>
              <a:t> </a:t>
            </a:r>
            <a:r>
              <a:rPr lang="en-US" sz="2000" dirty="0" err="1"/>
              <a:t>পণ্য</a:t>
            </a:r>
            <a:r>
              <a:rPr lang="en-US" sz="2000" dirty="0"/>
              <a:t> </a:t>
            </a:r>
            <a:r>
              <a:rPr lang="en-US" sz="2000" dirty="0" err="1"/>
              <a:t>বিক্রি</a:t>
            </a:r>
            <a:r>
              <a:rPr lang="en-US" sz="2000" dirty="0"/>
              <a:t> </a:t>
            </a:r>
            <a:r>
              <a:rPr lang="en-US" sz="2000" dirty="0" err="1"/>
              <a:t>প্রভৃত</a:t>
            </a:r>
            <a:r>
              <a:rPr lang="en-US" sz="2000" dirty="0"/>
              <a:t> </a:t>
            </a:r>
            <a:r>
              <a:rPr lang="en-US" sz="2000" dirty="0" err="1"/>
              <a:t>কাজ</a:t>
            </a:r>
            <a:r>
              <a:rPr lang="en-US" sz="2000" dirty="0"/>
              <a:t> </a:t>
            </a:r>
            <a:r>
              <a:rPr lang="en-US" sz="2000" dirty="0" err="1"/>
              <a:t>সম্পন্ন</a:t>
            </a:r>
            <a:r>
              <a:rPr lang="en-US" sz="2000" dirty="0"/>
              <a:t> </a:t>
            </a:r>
            <a:r>
              <a:rPr lang="en-US" sz="2000" dirty="0" err="1"/>
              <a:t>করা</a:t>
            </a:r>
            <a:r>
              <a:rPr lang="en-US" sz="2000" dirty="0"/>
              <a:t> </a:t>
            </a:r>
            <a:r>
              <a:rPr lang="en-US" sz="2000" dirty="0" err="1"/>
              <a:t>হয়</a:t>
            </a:r>
            <a:r>
              <a:rPr lang="en-US" sz="2000" dirty="0"/>
              <a:t> </a:t>
            </a:r>
            <a:r>
              <a:rPr lang="en-US" sz="2000" dirty="0" err="1"/>
              <a:t>তাকে</a:t>
            </a:r>
            <a:r>
              <a:rPr lang="en-US" sz="2000" dirty="0"/>
              <a:t> </a:t>
            </a:r>
            <a:r>
              <a:rPr lang="en-US" sz="2000" dirty="0" err="1"/>
              <a:t>পোল্ট্রি</a:t>
            </a:r>
            <a:r>
              <a:rPr lang="en-US" sz="2000" dirty="0"/>
              <a:t> </a:t>
            </a:r>
            <a:r>
              <a:rPr lang="en-US" sz="2000" dirty="0" err="1"/>
              <a:t>খামার</a:t>
            </a:r>
            <a:r>
              <a:rPr lang="en-US" sz="2000" dirty="0"/>
              <a:t> </a:t>
            </a:r>
            <a:r>
              <a:rPr lang="en-US" sz="2000" dirty="0" err="1"/>
              <a:t>বলে</a:t>
            </a:r>
            <a:endParaRPr lang="en-US" sz="2000" dirty="0"/>
          </a:p>
          <a:p>
            <a:endParaRPr lang="en-US" sz="2000" dirty="0">
              <a:solidFill>
                <a:schemeClr val="accent2"/>
              </a:solidFill>
            </a:endParaRPr>
          </a:p>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তৈরীর</a:t>
            </a:r>
            <a:r>
              <a:rPr lang="en-US" sz="2000" dirty="0">
                <a:solidFill>
                  <a:schemeClr val="accent2"/>
                </a:solidFill>
              </a:rPr>
              <a:t> </a:t>
            </a:r>
            <a:r>
              <a:rPr lang="en-US" sz="2000" dirty="0" err="1">
                <a:solidFill>
                  <a:schemeClr val="accent2"/>
                </a:solidFill>
              </a:rPr>
              <a:t>বিবেচ্য</a:t>
            </a:r>
            <a:r>
              <a:rPr lang="en-US" sz="2000" dirty="0">
                <a:solidFill>
                  <a:schemeClr val="accent2"/>
                </a:solidFill>
              </a:rPr>
              <a:t> </a:t>
            </a:r>
            <a:r>
              <a:rPr lang="en-US" sz="2000" dirty="0" err="1">
                <a:solidFill>
                  <a:schemeClr val="accent2"/>
                </a:solidFill>
              </a:rPr>
              <a:t>বিষয়</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মূল্ধন</a:t>
            </a:r>
            <a:r>
              <a:rPr lang="en-US" sz="2000" dirty="0"/>
              <a:t> </a:t>
            </a:r>
            <a:r>
              <a:rPr lang="en-US" sz="2000" dirty="0" err="1"/>
              <a:t>সংগ্রহ</a:t>
            </a:r>
            <a:endParaRPr lang="en-US" sz="2000" dirty="0"/>
          </a:p>
          <a:p>
            <a:pPr marL="342900" indent="-342900">
              <a:buFont typeface="Wingdings" panose="05000000000000000000" pitchFamily="2" charset="2"/>
              <a:buChar char="q"/>
            </a:pPr>
            <a:r>
              <a:rPr lang="en-US" sz="2000" dirty="0" err="1"/>
              <a:t>জমির</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খামারের</a:t>
            </a:r>
            <a:r>
              <a:rPr lang="en-US" sz="2000" dirty="0"/>
              <a:t> </a:t>
            </a:r>
            <a:r>
              <a:rPr lang="en-US" sz="2000" dirty="0" err="1"/>
              <a:t>অবস্থান</a:t>
            </a:r>
            <a:endParaRPr lang="en-US" sz="2000" dirty="0"/>
          </a:p>
          <a:p>
            <a:pPr marL="342900" indent="-342900">
              <a:buFont typeface="Wingdings" panose="05000000000000000000" pitchFamily="2" charset="2"/>
              <a:buChar char="q"/>
            </a:pPr>
            <a:r>
              <a:rPr lang="en-US" sz="2000" dirty="0" err="1"/>
              <a:t>যোগাযোগ</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ঘর</a:t>
            </a:r>
            <a:r>
              <a:rPr lang="en-US" sz="2000" dirty="0"/>
              <a:t> </a:t>
            </a:r>
            <a:r>
              <a:rPr lang="en-US" sz="2000" dirty="0" err="1"/>
              <a:t>নির্মাণ</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জাত</a:t>
            </a:r>
            <a:r>
              <a:rPr lang="en-US" sz="2000" dirty="0"/>
              <a:t> </a:t>
            </a:r>
            <a:r>
              <a:rPr lang="en-US" sz="2000" dirty="0" err="1"/>
              <a:t>নির্বাচন</a:t>
            </a:r>
            <a:endParaRPr lang="en-US" sz="2000" dirty="0"/>
          </a:p>
          <a:p>
            <a:pPr marL="342900" indent="-342900">
              <a:buFont typeface="Wingdings" panose="05000000000000000000" pitchFamily="2" charset="2"/>
              <a:buChar char="q"/>
            </a:pPr>
            <a:r>
              <a:rPr lang="en-US" sz="2000" dirty="0" err="1"/>
              <a:t>রোগ-ব্যাধির</a:t>
            </a:r>
            <a:r>
              <a:rPr lang="en-US" sz="2000" dirty="0"/>
              <a:t> </a:t>
            </a:r>
            <a:r>
              <a:rPr lang="en-US" sz="2000" dirty="0" err="1"/>
              <a:t>চিকিৎসা</a:t>
            </a:r>
            <a:endParaRPr lang="en-US" sz="2000" dirty="0"/>
          </a:p>
          <a:p>
            <a:pPr marL="342900" indent="-342900">
              <a:buFont typeface="Wingdings" panose="05000000000000000000" pitchFamily="2" charset="2"/>
              <a:buChar char="q"/>
            </a:pPr>
            <a:r>
              <a:rPr lang="en-US" sz="2000" dirty="0" err="1"/>
              <a:t>মুরগি</a:t>
            </a:r>
            <a:r>
              <a:rPr lang="en-US" sz="2000" dirty="0"/>
              <a:t> </a:t>
            </a:r>
            <a:r>
              <a:rPr lang="en-US" sz="2000" dirty="0" err="1"/>
              <a:t>ছাটাই</a:t>
            </a:r>
            <a:endParaRPr lang="en-US" sz="2000" dirty="0"/>
          </a:p>
          <a:p>
            <a:pPr marL="342900" indent="-342900">
              <a:buFont typeface="Wingdings" panose="05000000000000000000" pitchFamily="2" charset="2"/>
              <a:buChar char="q"/>
            </a:pPr>
            <a:r>
              <a:rPr lang="en-US" sz="2000" dirty="0" err="1"/>
              <a:t>ডিম</a:t>
            </a:r>
            <a:r>
              <a:rPr lang="en-US" sz="2000" dirty="0"/>
              <a:t> ও </a:t>
            </a:r>
            <a:r>
              <a:rPr lang="en-US" sz="2000" dirty="0" err="1"/>
              <a:t>মুরগী</a:t>
            </a:r>
            <a:r>
              <a:rPr lang="en-US" sz="2000" dirty="0"/>
              <a:t> </a:t>
            </a:r>
            <a:r>
              <a:rPr lang="en-US" sz="2000" dirty="0" err="1"/>
              <a:t>বাজারজাতকরণ</a:t>
            </a:r>
            <a:endParaRPr lang="en-US" sz="2000" dirty="0"/>
          </a:p>
          <a:p>
            <a:pPr marL="342900" indent="-342900">
              <a:buFont typeface="Wingdings" panose="05000000000000000000" pitchFamily="2" charset="2"/>
              <a:buChar char="q"/>
            </a:pPr>
            <a:r>
              <a:rPr lang="en-US" sz="2000" dirty="0" err="1"/>
              <a:t>আদর্শ</a:t>
            </a:r>
            <a:r>
              <a:rPr lang="en-US" sz="2000" dirty="0"/>
              <a:t> </a:t>
            </a:r>
            <a:r>
              <a:rPr lang="en-US" sz="2000" dirty="0" err="1"/>
              <a:t>প্রতিপালন</a:t>
            </a:r>
            <a:r>
              <a:rPr lang="en-US" sz="2000" dirty="0"/>
              <a:t> </a:t>
            </a:r>
            <a:r>
              <a:rPr lang="en-US" sz="2000" dirty="0" err="1"/>
              <a:t>পদ্ধতি</a:t>
            </a:r>
            <a:r>
              <a:rPr lang="en-US" sz="2000" dirty="0"/>
              <a:t> </a:t>
            </a:r>
            <a:r>
              <a:rPr lang="en-US" sz="2000" dirty="0" err="1"/>
              <a:t>অনুসরণ</a:t>
            </a:r>
            <a:endParaRPr lang="en-US" sz="2000" dirty="0"/>
          </a:p>
          <a:p>
            <a:endParaRPr lang="bn-IN" sz="2000" dirty="0">
              <a:solidFill>
                <a:schemeClr val="accent2"/>
              </a:solidFill>
            </a:endParaRPr>
          </a:p>
        </p:txBody>
      </p:sp>
      <p:pic>
        <p:nvPicPr>
          <p:cNvPr id="1026" name="Picture 2" descr="Housing requirements for professional poultry farms - Crodeon">
            <a:extLst>
              <a:ext uri="{FF2B5EF4-FFF2-40B4-BE49-F238E27FC236}">
                <a16:creationId xmlns:a16="http://schemas.microsoft.com/office/drawing/2014/main" id="{1C011237-C1EF-9BC1-CD7D-52D661432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381" y="3705821"/>
            <a:ext cx="3226059" cy="21485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dern chicken house design and chicken farm ventilation management | RICHI">
            <a:extLst>
              <a:ext uri="{FF2B5EF4-FFF2-40B4-BE49-F238E27FC236}">
                <a16:creationId xmlns:a16="http://schemas.microsoft.com/office/drawing/2014/main" id="{1BEBBA29-DFED-DA01-B0DC-108955B4D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1580" y="3705821"/>
            <a:ext cx="3236906" cy="2148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6235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324535"/>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খামারের</a:t>
            </a:r>
            <a:r>
              <a:rPr lang="en-US" sz="2000" dirty="0">
                <a:solidFill>
                  <a:schemeClr val="accent2"/>
                </a:solidFill>
              </a:rPr>
              <a:t> </a:t>
            </a:r>
            <a:r>
              <a:rPr lang="en-US" sz="2000" dirty="0" err="1">
                <a:solidFill>
                  <a:schemeClr val="accent2"/>
                </a:solidFill>
              </a:rPr>
              <a:t>দৈনন্দিন</a:t>
            </a:r>
            <a:r>
              <a:rPr lang="en-US" sz="2000" dirty="0">
                <a:solidFill>
                  <a:schemeClr val="accent2"/>
                </a:solidFill>
              </a:rPr>
              <a:t> </a:t>
            </a:r>
            <a:r>
              <a:rPr lang="en-US" sz="2000" dirty="0" err="1">
                <a:solidFill>
                  <a:schemeClr val="accent2"/>
                </a:solidFill>
              </a:rPr>
              <a:t>কার্যক্রম</a:t>
            </a:r>
            <a:r>
              <a:rPr lang="en-US" sz="2000" dirty="0">
                <a:solidFill>
                  <a:schemeClr val="accent2"/>
                </a:solidFill>
              </a:rPr>
              <a:t>? </a:t>
            </a:r>
          </a:p>
          <a:p>
            <a:pPr marL="342900" indent="-342900">
              <a:buFont typeface="Wingdings" panose="05000000000000000000" pitchFamily="2" charset="2"/>
              <a:buChar char="q"/>
            </a:pPr>
            <a:r>
              <a:rPr lang="en-US" sz="2000" dirty="0"/>
              <a:t>৮টার </a:t>
            </a:r>
            <a:r>
              <a:rPr lang="en-US" sz="2000" dirty="0" err="1"/>
              <a:t>মধ্যে</a:t>
            </a:r>
            <a:r>
              <a:rPr lang="en-US" sz="2000" dirty="0"/>
              <a:t> </a:t>
            </a:r>
            <a:r>
              <a:rPr lang="en-US" sz="2000" dirty="0" err="1"/>
              <a:t>ব্যাবহৃত</a:t>
            </a:r>
            <a:r>
              <a:rPr lang="en-US" sz="2000" dirty="0"/>
              <a:t> </a:t>
            </a:r>
            <a:r>
              <a:rPr lang="en-US" sz="2000" dirty="0" err="1"/>
              <a:t>পানি</a:t>
            </a:r>
            <a:r>
              <a:rPr lang="en-US" sz="2000" dirty="0"/>
              <a:t> ও </a:t>
            </a:r>
            <a:r>
              <a:rPr lang="en-US" sz="2000" dirty="0" err="1"/>
              <a:t>খাবার</a:t>
            </a:r>
            <a:r>
              <a:rPr lang="en-US" sz="2000" dirty="0"/>
              <a:t> </a:t>
            </a:r>
            <a:r>
              <a:rPr lang="en-US" sz="2000" dirty="0" err="1"/>
              <a:t>পরিষ্কার</a:t>
            </a:r>
            <a:r>
              <a:rPr lang="en-US" sz="2000" dirty="0"/>
              <a:t> </a:t>
            </a:r>
            <a:r>
              <a:rPr lang="en-US" sz="2000" dirty="0" err="1"/>
              <a:t>করে</a:t>
            </a:r>
            <a:r>
              <a:rPr lang="en-US" sz="2000" dirty="0"/>
              <a:t> </a:t>
            </a:r>
            <a:r>
              <a:rPr lang="en-US" sz="2000" dirty="0" err="1"/>
              <a:t>নতুন</a:t>
            </a:r>
            <a:r>
              <a:rPr lang="en-US" sz="2000" dirty="0"/>
              <a:t> </a:t>
            </a:r>
            <a:r>
              <a:rPr lang="en-US" sz="2000" dirty="0" err="1"/>
              <a:t>খাদ্য</a:t>
            </a:r>
            <a:r>
              <a:rPr lang="en-US" sz="2000" dirty="0"/>
              <a:t> ও </a:t>
            </a:r>
            <a:r>
              <a:rPr lang="en-US" sz="2000" dirty="0" err="1"/>
              <a:t>পানি</a:t>
            </a:r>
            <a:r>
              <a:rPr lang="en-US" sz="2000" dirty="0"/>
              <a:t> </a:t>
            </a:r>
            <a:r>
              <a:rPr lang="en-US" sz="2000" dirty="0" err="1"/>
              <a:t>সরবরাহ</a:t>
            </a:r>
            <a:endParaRPr lang="en-US" sz="2000" dirty="0"/>
          </a:p>
          <a:p>
            <a:pPr marL="342900" indent="-342900">
              <a:buFont typeface="Wingdings" panose="05000000000000000000" pitchFamily="2" charset="2"/>
              <a:buChar char="q"/>
            </a:pPr>
            <a:r>
              <a:rPr lang="en-US" sz="2000" dirty="0" err="1"/>
              <a:t>অসুস্থ</a:t>
            </a:r>
            <a:r>
              <a:rPr lang="en-US" sz="2000" dirty="0"/>
              <a:t> </a:t>
            </a:r>
            <a:r>
              <a:rPr lang="en-US" sz="2000" dirty="0" err="1"/>
              <a:t>মনে</a:t>
            </a:r>
            <a:r>
              <a:rPr lang="en-US" sz="2000" dirty="0"/>
              <a:t> </a:t>
            </a:r>
            <a:r>
              <a:rPr lang="en-US" sz="2000" dirty="0" err="1"/>
              <a:t>হলে</a:t>
            </a:r>
            <a:r>
              <a:rPr lang="en-US" sz="2000" dirty="0"/>
              <a:t> </a:t>
            </a:r>
            <a:r>
              <a:rPr lang="en-US" sz="2000" dirty="0" err="1"/>
              <a:t>তাৎক্ষনিক</a:t>
            </a:r>
            <a:r>
              <a:rPr lang="en-US" sz="2000" dirty="0"/>
              <a:t> </a:t>
            </a:r>
            <a:r>
              <a:rPr lang="en-US" sz="2000" dirty="0" err="1"/>
              <a:t>অপসারণ</a:t>
            </a:r>
            <a:endParaRPr lang="en-US" sz="2000" dirty="0"/>
          </a:p>
          <a:p>
            <a:pPr marL="342900" indent="-342900">
              <a:buFont typeface="Wingdings" panose="05000000000000000000" pitchFamily="2" charset="2"/>
              <a:buChar char="q"/>
            </a:pPr>
            <a:r>
              <a:rPr lang="en-US" sz="2000" dirty="0" err="1"/>
              <a:t>দিনে</a:t>
            </a:r>
            <a:r>
              <a:rPr lang="en-US" sz="2000" dirty="0"/>
              <a:t> </a:t>
            </a:r>
            <a:r>
              <a:rPr lang="en-US" sz="2000" dirty="0" err="1"/>
              <a:t>কমপক্ষে</a:t>
            </a:r>
            <a:r>
              <a:rPr lang="en-US" sz="2000" dirty="0"/>
              <a:t> ২ </a:t>
            </a:r>
            <a:r>
              <a:rPr lang="en-US" sz="2000" dirty="0" err="1"/>
              <a:t>বার</a:t>
            </a:r>
            <a:r>
              <a:rPr lang="en-US" sz="2000" dirty="0"/>
              <a:t> </a:t>
            </a:r>
            <a:r>
              <a:rPr lang="en-US" sz="2000" dirty="0" err="1"/>
              <a:t>ডিম</a:t>
            </a:r>
            <a:r>
              <a:rPr lang="en-US" sz="2000" dirty="0"/>
              <a:t> </a:t>
            </a:r>
            <a:r>
              <a:rPr lang="en-US" sz="2000" dirty="0" err="1"/>
              <a:t>সংগ্রহ</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জীবানুনাশক</a:t>
            </a:r>
            <a:r>
              <a:rPr lang="en-US" sz="2000" dirty="0"/>
              <a:t> </a:t>
            </a:r>
            <a:r>
              <a:rPr lang="en-US" sz="2000" dirty="0" err="1"/>
              <a:t>দ্বারা</a:t>
            </a:r>
            <a:r>
              <a:rPr lang="en-US" sz="2000" dirty="0"/>
              <a:t> </a:t>
            </a:r>
            <a:r>
              <a:rPr lang="en-US" sz="2000" dirty="0" err="1"/>
              <a:t>ঘর</a:t>
            </a:r>
            <a:r>
              <a:rPr lang="en-US" sz="2000" dirty="0"/>
              <a:t> </a:t>
            </a:r>
            <a:r>
              <a:rPr lang="en-US" sz="2000" dirty="0" err="1"/>
              <a:t>পরিষ্কার</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টিকা</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প্রতিদিনের</a:t>
            </a:r>
            <a:r>
              <a:rPr lang="en-US" sz="2000" dirty="0"/>
              <a:t> </a:t>
            </a:r>
            <a:r>
              <a:rPr lang="en-US" sz="2000" dirty="0" err="1"/>
              <a:t>মাংস</a:t>
            </a:r>
            <a:r>
              <a:rPr lang="en-US" sz="2000" dirty="0"/>
              <a:t> ও </a:t>
            </a:r>
            <a:r>
              <a:rPr lang="en-US" sz="2000" dirty="0" err="1"/>
              <a:t>ডিম</a:t>
            </a:r>
            <a:r>
              <a:rPr lang="en-US" sz="2000" dirty="0"/>
              <a:t> </a:t>
            </a:r>
            <a:r>
              <a:rPr lang="en-US" sz="2000" dirty="0" err="1"/>
              <a:t>বিক্রির</a:t>
            </a:r>
            <a:r>
              <a:rPr lang="en-US" sz="2000" dirty="0"/>
              <a:t> </a:t>
            </a:r>
            <a:r>
              <a:rPr lang="en-US" sz="2000" dirty="0" err="1"/>
              <a:t>হিসাব</a:t>
            </a:r>
            <a:r>
              <a:rPr lang="en-US" sz="2000" dirty="0"/>
              <a:t> </a:t>
            </a:r>
            <a:r>
              <a:rPr lang="en-US" sz="2000" dirty="0" err="1"/>
              <a:t>রাখা</a:t>
            </a:r>
            <a:endParaRPr lang="en-US" sz="2000" dirty="0"/>
          </a:p>
          <a:p>
            <a:pPr marL="342900" indent="-342900">
              <a:buFont typeface="Wingdings" panose="05000000000000000000" pitchFamily="2" charset="2"/>
              <a:buChar char="q"/>
            </a:pPr>
            <a:r>
              <a:rPr lang="en-US" sz="2000" dirty="0" err="1"/>
              <a:t>মাঝে</a:t>
            </a:r>
            <a:r>
              <a:rPr lang="en-US" sz="2000" dirty="0"/>
              <a:t> </a:t>
            </a:r>
            <a:r>
              <a:rPr lang="en-US" sz="2000" dirty="0" err="1"/>
              <a:t>মাঝে</a:t>
            </a:r>
            <a:r>
              <a:rPr lang="en-US" sz="2000" dirty="0"/>
              <a:t> </a:t>
            </a:r>
            <a:r>
              <a:rPr lang="en-US" sz="2000" dirty="0" err="1"/>
              <a:t>মুরগির</a:t>
            </a:r>
            <a:r>
              <a:rPr lang="en-US" sz="2000" dirty="0"/>
              <a:t> </a:t>
            </a:r>
            <a:r>
              <a:rPr lang="en-US" sz="2000" dirty="0" err="1"/>
              <a:t>লিটার</a:t>
            </a:r>
            <a:r>
              <a:rPr lang="en-US" sz="2000" dirty="0"/>
              <a:t> </a:t>
            </a:r>
            <a:r>
              <a:rPr lang="en-US" sz="2000" dirty="0" err="1"/>
              <a:t>উলোট</a:t>
            </a:r>
            <a:r>
              <a:rPr lang="en-US" sz="2000" dirty="0"/>
              <a:t> </a:t>
            </a:r>
            <a:r>
              <a:rPr lang="en-US" sz="2000" dirty="0" err="1"/>
              <a:t>পালট</a:t>
            </a:r>
            <a:r>
              <a:rPr lang="en-US" sz="2000" dirty="0"/>
              <a:t> </a:t>
            </a:r>
            <a:r>
              <a:rPr lang="en-US" sz="2000" dirty="0" err="1"/>
              <a:t>করে</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খাচায়</a:t>
            </a:r>
            <a:r>
              <a:rPr lang="en-US" sz="2000" dirty="0"/>
              <a:t> </a:t>
            </a:r>
            <a:r>
              <a:rPr lang="en-US" sz="2000" dirty="0" err="1"/>
              <a:t>পোল্ট্রি</a:t>
            </a:r>
            <a:r>
              <a:rPr lang="en-US" sz="2000" dirty="0"/>
              <a:t> </a:t>
            </a:r>
            <a:r>
              <a:rPr lang="en-US" sz="2000" dirty="0" err="1"/>
              <a:t>পালন</a:t>
            </a:r>
            <a:r>
              <a:rPr lang="en-US" sz="2000" dirty="0"/>
              <a:t> </a:t>
            </a:r>
            <a:r>
              <a:rPr lang="en-US" sz="2000" dirty="0" err="1"/>
              <a:t>করলে</a:t>
            </a:r>
            <a:r>
              <a:rPr lang="en-US" sz="2000" dirty="0"/>
              <a:t> </a:t>
            </a:r>
            <a:r>
              <a:rPr lang="en-US" sz="2000" dirty="0" err="1"/>
              <a:t>নিচ</a:t>
            </a:r>
            <a:r>
              <a:rPr lang="en-US" sz="2000" dirty="0"/>
              <a:t> </a:t>
            </a:r>
            <a:r>
              <a:rPr lang="en-US" sz="2000" dirty="0" err="1"/>
              <a:t>থেকে</a:t>
            </a:r>
            <a:r>
              <a:rPr lang="en-US" sz="2000" dirty="0"/>
              <a:t> </a:t>
            </a:r>
            <a:r>
              <a:rPr lang="en-US" sz="2000" dirty="0" err="1"/>
              <a:t>ময়লা</a:t>
            </a:r>
            <a:r>
              <a:rPr lang="en-US" sz="2000" dirty="0"/>
              <a:t> </a:t>
            </a:r>
            <a:r>
              <a:rPr lang="en-US" sz="2000" dirty="0" err="1"/>
              <a:t>অপসারণ</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ঠুকরাঠুকরির</a:t>
            </a:r>
            <a:r>
              <a:rPr lang="en-US" sz="2000" dirty="0"/>
              <a:t> </a:t>
            </a:r>
            <a:r>
              <a:rPr lang="en-US" sz="2000" dirty="0" err="1"/>
              <a:t>হাত</a:t>
            </a:r>
            <a:r>
              <a:rPr lang="en-US" sz="2000" dirty="0"/>
              <a:t> </a:t>
            </a:r>
            <a:r>
              <a:rPr lang="en-US" sz="2000" dirty="0" err="1"/>
              <a:t>থেকে</a:t>
            </a:r>
            <a:r>
              <a:rPr lang="en-US" sz="2000" dirty="0"/>
              <a:t> </a:t>
            </a:r>
            <a:r>
              <a:rPr lang="en-US" sz="2000" dirty="0" err="1"/>
              <a:t>বাচতে</a:t>
            </a:r>
            <a:r>
              <a:rPr lang="en-US" sz="2000" dirty="0"/>
              <a:t> </a:t>
            </a:r>
            <a:r>
              <a:rPr lang="en-US" sz="2000" dirty="0" err="1"/>
              <a:t>নিয়মিত</a:t>
            </a:r>
            <a:r>
              <a:rPr lang="en-US" sz="2000" dirty="0"/>
              <a:t> </a:t>
            </a:r>
            <a:r>
              <a:rPr lang="en-US" sz="2000" dirty="0" err="1"/>
              <a:t>মুরগীর</a:t>
            </a:r>
            <a:r>
              <a:rPr lang="en-US" sz="2000" dirty="0"/>
              <a:t> </a:t>
            </a:r>
            <a:r>
              <a:rPr lang="en-US" sz="2000" dirty="0" err="1"/>
              <a:t>ঠোট</a:t>
            </a:r>
            <a:r>
              <a:rPr lang="en-US" sz="2000" dirty="0"/>
              <a:t> </a:t>
            </a:r>
            <a:r>
              <a:rPr lang="en-US" sz="2000" dirty="0" err="1"/>
              <a:t>কাটা</a:t>
            </a:r>
            <a:r>
              <a:rPr lang="en-US" sz="2000" dirty="0"/>
              <a:t>  ও </a:t>
            </a:r>
            <a:r>
              <a:rPr lang="en-US" sz="2000" dirty="0" err="1"/>
              <a:t>পুরাতন</a:t>
            </a:r>
            <a:r>
              <a:rPr lang="en-US" sz="2000" dirty="0"/>
              <a:t> </a:t>
            </a:r>
            <a:r>
              <a:rPr lang="en-US" sz="2000" dirty="0" err="1"/>
              <a:t>মুরগী</a:t>
            </a:r>
            <a:r>
              <a:rPr lang="en-US" sz="2000" dirty="0"/>
              <a:t> </a:t>
            </a:r>
            <a:r>
              <a:rPr lang="en-US" sz="2000" dirty="0" err="1"/>
              <a:t>সরানো</a:t>
            </a:r>
            <a:endParaRPr lang="en-US" sz="2000" dirty="0"/>
          </a:p>
          <a:p>
            <a:pPr marL="342900" indent="-342900">
              <a:buFont typeface="Wingdings" panose="05000000000000000000" pitchFamily="2" charset="2"/>
              <a:buChar char="q"/>
            </a:pPr>
            <a:endParaRPr lang="en-US" sz="2000" dirty="0"/>
          </a:p>
          <a:p>
            <a:r>
              <a:rPr lang="en-US" sz="2000" dirty="0" err="1">
                <a:solidFill>
                  <a:schemeClr val="accent2"/>
                </a:solidFill>
              </a:rPr>
              <a:t>পোল্ট্রির</a:t>
            </a:r>
            <a:r>
              <a:rPr lang="en-US" sz="2000" dirty="0">
                <a:solidFill>
                  <a:schemeClr val="accent2"/>
                </a:solidFill>
              </a:rPr>
              <a:t> </a:t>
            </a:r>
            <a:r>
              <a:rPr lang="en-US" sz="2000" dirty="0" err="1">
                <a:solidFill>
                  <a:schemeClr val="accent2"/>
                </a:solidFill>
              </a:rPr>
              <a:t>খরচ</a:t>
            </a:r>
            <a:r>
              <a:rPr lang="en-US" sz="2000" dirty="0">
                <a:solidFill>
                  <a:schemeClr val="accent2"/>
                </a:solidFill>
              </a:rPr>
              <a:t> </a:t>
            </a:r>
          </a:p>
          <a:p>
            <a:r>
              <a:rPr lang="en-US" sz="2000" dirty="0" err="1"/>
              <a:t>স্থায়ী</a:t>
            </a:r>
            <a:r>
              <a:rPr lang="en-US" sz="2000" dirty="0"/>
              <a:t> </a:t>
            </a:r>
            <a:r>
              <a:rPr lang="en-US" sz="2000" dirty="0" err="1"/>
              <a:t>খরচঃ</a:t>
            </a:r>
            <a:r>
              <a:rPr lang="en-US" sz="2000" dirty="0"/>
              <a:t> </a:t>
            </a:r>
            <a:r>
              <a:rPr lang="en-US" sz="2000" dirty="0" err="1"/>
              <a:t>ঘরবাড়ি</a:t>
            </a:r>
            <a:r>
              <a:rPr lang="en-US" sz="2000" dirty="0"/>
              <a:t> ও </a:t>
            </a:r>
            <a:r>
              <a:rPr lang="en-US" sz="2000" dirty="0" err="1"/>
              <a:t>সরঞ্জাম</a:t>
            </a:r>
            <a:r>
              <a:rPr lang="en-US" sz="2000" dirty="0"/>
              <a:t> </a:t>
            </a:r>
            <a:r>
              <a:rPr lang="en-US" sz="2000" dirty="0" err="1"/>
              <a:t>কেনাকাটা</a:t>
            </a:r>
            <a:endParaRPr lang="en-US" sz="2000" dirty="0"/>
          </a:p>
          <a:p>
            <a:r>
              <a:rPr lang="en-US" sz="2000" dirty="0" err="1"/>
              <a:t>আবর্তক</a:t>
            </a:r>
            <a:r>
              <a:rPr lang="en-US" sz="2000" dirty="0"/>
              <a:t> / </a:t>
            </a:r>
            <a:r>
              <a:rPr lang="en-US" sz="2000" dirty="0" err="1"/>
              <a:t>চলতি</a:t>
            </a:r>
            <a:r>
              <a:rPr lang="en-US" sz="2000" dirty="0"/>
              <a:t> </a:t>
            </a:r>
            <a:r>
              <a:rPr lang="en-US" sz="2000" dirty="0" err="1"/>
              <a:t>খরচঃ</a:t>
            </a:r>
            <a:r>
              <a:rPr lang="en-US" sz="2000" dirty="0"/>
              <a:t> </a:t>
            </a:r>
            <a:r>
              <a:rPr lang="en-US" sz="2000" dirty="0" err="1"/>
              <a:t>খাবার</a:t>
            </a:r>
            <a:r>
              <a:rPr lang="en-US" sz="2000" dirty="0"/>
              <a:t> ও </a:t>
            </a:r>
            <a:r>
              <a:rPr lang="en-US" sz="2000" dirty="0" err="1"/>
              <a:t>ব্যাবস্থাপনায়</a:t>
            </a:r>
            <a:r>
              <a:rPr lang="en-US" sz="2000" dirty="0"/>
              <a:t> </a:t>
            </a:r>
            <a:r>
              <a:rPr lang="en-US" sz="2000" dirty="0" err="1"/>
              <a:t>ব্যয়</a:t>
            </a:r>
            <a:endParaRPr lang="en-US" sz="2000" dirty="0"/>
          </a:p>
          <a:p>
            <a:endParaRPr lang="en-US" sz="2000" dirty="0">
              <a:solidFill>
                <a:schemeClr val="accent2"/>
              </a:solidFill>
            </a:endParaRPr>
          </a:p>
          <a:p>
            <a:pPr marL="342900" indent="-342900">
              <a:buFont typeface="Wingdings" panose="05000000000000000000" pitchFamily="2" charset="2"/>
              <a:buChar char="q"/>
            </a:pPr>
            <a:endParaRPr lang="en-US" sz="2000" dirty="0"/>
          </a:p>
          <a:p>
            <a:endParaRPr lang="bn-IN" sz="2000" dirty="0">
              <a:solidFill>
                <a:schemeClr val="accent2"/>
              </a:solidFill>
            </a:endParaRPr>
          </a:p>
        </p:txBody>
      </p:sp>
    </p:spTree>
    <p:extLst>
      <p:ext uri="{BB962C8B-B14F-4D97-AF65-F5344CB8AC3E}">
        <p14:creationId xmlns:p14="http://schemas.microsoft.com/office/powerpoint/2010/main" val="1120544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খামারের</a:t>
            </a:r>
            <a:r>
              <a:rPr lang="en-US" sz="4400" dirty="0"/>
              <a:t> </a:t>
            </a:r>
            <a:r>
              <a:rPr lang="en-US" sz="4400" dirty="0" err="1"/>
              <a:t>পরিকল্পনা</a:t>
            </a:r>
            <a:endParaRPr lang="en-US" dirty="0"/>
          </a:p>
        </p:txBody>
      </p:sp>
      <p:graphicFrame>
        <p:nvGraphicFramePr>
          <p:cNvPr id="4" name="Diagram 3">
            <a:extLst>
              <a:ext uri="{FF2B5EF4-FFF2-40B4-BE49-F238E27FC236}">
                <a16:creationId xmlns:a16="http://schemas.microsoft.com/office/drawing/2014/main" id="{676B293C-B827-5B16-7B91-061AE9C00506}"/>
              </a:ext>
            </a:extLst>
          </p:cNvPr>
          <p:cNvGraphicFramePr/>
          <p:nvPr>
            <p:extLst>
              <p:ext uri="{D42A27DB-BD31-4B8C-83A1-F6EECF244321}">
                <p14:modId xmlns:p14="http://schemas.microsoft.com/office/powerpoint/2010/main" val="3276787396"/>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68781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লেয়ার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3847207"/>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উন্নজাতের</a:t>
            </a:r>
            <a:r>
              <a:rPr lang="en-US" sz="3200" dirty="0"/>
              <a:t> </a:t>
            </a:r>
            <a:r>
              <a:rPr lang="en-US" sz="3200" dirty="0" err="1"/>
              <a:t>বাচ্চা</a:t>
            </a:r>
            <a:r>
              <a:rPr lang="en-US" sz="3200" dirty="0"/>
              <a:t> </a:t>
            </a:r>
            <a:r>
              <a:rPr lang="en-US" sz="3200" dirty="0" err="1"/>
              <a:t>প্রাপ্তি</a:t>
            </a:r>
            <a:endParaRPr lang="en-US" sz="3200" dirty="0"/>
          </a:p>
          <a:p>
            <a:pPr marL="457200" indent="-457200">
              <a:buFont typeface="Wingdings" panose="05000000000000000000" pitchFamily="2" charset="2"/>
              <a:buChar char="Ø"/>
            </a:pPr>
            <a:r>
              <a:rPr lang="en-US" sz="3200" dirty="0" err="1"/>
              <a:t>খাদ্য</a:t>
            </a:r>
            <a:r>
              <a:rPr lang="en-US" sz="3200" dirty="0"/>
              <a:t> ও </a:t>
            </a:r>
            <a:r>
              <a:rPr lang="en-US" sz="3200" dirty="0" err="1"/>
              <a:t>পানি</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a:t>
            </a:r>
            <a:r>
              <a:rPr lang="en-US" sz="3200" dirty="0"/>
              <a:t> ও </a:t>
            </a:r>
            <a:r>
              <a:rPr lang="en-US" sz="3200" dirty="0" err="1"/>
              <a:t>আলো</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রোগ</a:t>
            </a:r>
            <a:r>
              <a:rPr lang="en-US" sz="3200" dirty="0"/>
              <a:t> </a:t>
            </a:r>
            <a:r>
              <a:rPr lang="en-US" sz="3200" dirty="0" err="1"/>
              <a:t>প্রতিরোধ</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ডিম</a:t>
            </a:r>
            <a:r>
              <a:rPr lang="en-US" sz="3200" dirty="0"/>
              <a:t> </a:t>
            </a:r>
            <a:r>
              <a:rPr lang="en-US" sz="3200" dirty="0" err="1"/>
              <a:t>পাড়ার</a:t>
            </a:r>
            <a:r>
              <a:rPr lang="en-US" sz="3200" dirty="0"/>
              <a:t> </a:t>
            </a:r>
            <a:r>
              <a:rPr lang="en-US" sz="3200" dirty="0" err="1"/>
              <a:t>বাক্স</a:t>
            </a:r>
            <a:r>
              <a:rPr lang="en-US" sz="3200" dirty="0"/>
              <a:t> ও </a:t>
            </a:r>
            <a:r>
              <a:rPr lang="en-US" sz="3200" dirty="0" err="1"/>
              <a:t>সংগ্রহ</a:t>
            </a:r>
            <a:endParaRPr lang="bn-IN" sz="3200" dirty="0"/>
          </a:p>
        </p:txBody>
      </p:sp>
      <p:pic>
        <p:nvPicPr>
          <p:cNvPr id="2050" name="Picture 2" descr="Poultry farming - Wikipedia">
            <a:extLst>
              <a:ext uri="{FF2B5EF4-FFF2-40B4-BE49-F238E27FC236}">
                <a16:creationId xmlns:a16="http://schemas.microsoft.com/office/drawing/2014/main" id="{074FA643-80B3-2767-93B2-B9E2A28DE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3413" y="1889254"/>
            <a:ext cx="3318588" cy="498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4789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ব্রয়লার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339650"/>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ব্রুডার</a:t>
            </a:r>
            <a:r>
              <a:rPr lang="en-US" sz="3200" dirty="0"/>
              <a:t> </a:t>
            </a:r>
            <a:r>
              <a:rPr lang="en-US" sz="3200" dirty="0" err="1"/>
              <a:t>হাউজ</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লিটার</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বাচ্চা</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তাপমাত্রা</a:t>
            </a:r>
            <a:r>
              <a:rPr lang="en-US" sz="3200" dirty="0"/>
              <a:t> </a:t>
            </a:r>
            <a:r>
              <a:rPr lang="en-US" sz="3200" dirty="0" err="1"/>
              <a:t>নিয়ন্ত্রন</a:t>
            </a:r>
            <a:endParaRPr lang="en-US" sz="3200" dirty="0"/>
          </a:p>
          <a:p>
            <a:pPr marL="457200" indent="-457200">
              <a:buFont typeface="Wingdings" panose="05000000000000000000" pitchFamily="2" charset="2"/>
              <a:buChar char="Ø"/>
            </a:pPr>
            <a:r>
              <a:rPr lang="en-US" sz="3200" dirty="0" err="1"/>
              <a:t>বাচ্চার</a:t>
            </a:r>
            <a:r>
              <a:rPr lang="en-US" sz="3200" dirty="0"/>
              <a:t> </a:t>
            </a:r>
            <a:r>
              <a:rPr lang="en-US" sz="3200" dirty="0" err="1"/>
              <a:t>খাদ্য</a:t>
            </a:r>
            <a:r>
              <a:rPr lang="en-US" sz="3200" dirty="0"/>
              <a:t> ও </a:t>
            </a:r>
            <a:r>
              <a:rPr lang="en-US" sz="3200" dirty="0" err="1"/>
              <a:t>বাড়ন্ত</a:t>
            </a:r>
            <a:r>
              <a:rPr lang="en-US" sz="3200" dirty="0"/>
              <a:t> </a:t>
            </a:r>
            <a:r>
              <a:rPr lang="en-US" sz="3200" dirty="0" err="1"/>
              <a:t>ব্রয়লারের</a:t>
            </a:r>
            <a:r>
              <a:rPr lang="en-US" sz="3200" dirty="0"/>
              <a:t> </a:t>
            </a:r>
            <a:r>
              <a:rPr lang="en-US" sz="3200" dirty="0" err="1"/>
              <a:t>খাদ্য</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টিকা</a:t>
            </a:r>
            <a:r>
              <a:rPr lang="en-US" sz="3200" dirty="0"/>
              <a:t> </a:t>
            </a:r>
            <a:r>
              <a:rPr lang="en-US" sz="3200" dirty="0" err="1"/>
              <a:t>দান</a:t>
            </a:r>
            <a:endParaRPr lang="en-US" sz="3200" dirty="0"/>
          </a:p>
        </p:txBody>
      </p:sp>
      <p:pic>
        <p:nvPicPr>
          <p:cNvPr id="3074" name="Picture 2" descr="China Poultry Farm Design Pan Feed System For Broiler And Laying Hens  Manufacturers and Suppliers - Factory Wholesale - Goldenest Machinery">
            <a:extLst>
              <a:ext uri="{FF2B5EF4-FFF2-40B4-BE49-F238E27FC236}">
                <a16:creationId xmlns:a16="http://schemas.microsoft.com/office/drawing/2014/main" id="{87647380-653F-911E-7257-E67DBCC9B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002" y="1826002"/>
            <a:ext cx="5031998" cy="503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77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খাদ্য</a:t>
            </a:r>
            <a:r>
              <a:rPr lang="en-US" sz="4400" dirty="0"/>
              <a:t>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1877437"/>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দেহের</a:t>
            </a:r>
            <a:r>
              <a:rPr lang="en-US" sz="3200" dirty="0"/>
              <a:t> </a:t>
            </a:r>
            <a:r>
              <a:rPr lang="en-US" sz="3200" dirty="0" err="1"/>
              <a:t>বৃদ্ধি</a:t>
            </a:r>
            <a:r>
              <a:rPr lang="en-US" sz="3200" dirty="0"/>
              <a:t>, </a:t>
            </a:r>
            <a:r>
              <a:rPr lang="en-US" sz="3200" dirty="0" err="1"/>
              <a:t>ভরণপোষণ</a:t>
            </a:r>
            <a:r>
              <a:rPr lang="en-US" sz="3200" dirty="0"/>
              <a:t> ও </a:t>
            </a:r>
            <a:r>
              <a:rPr lang="en-US" sz="3200" dirty="0" err="1"/>
              <a:t>উৎপাদনের</a:t>
            </a:r>
            <a:r>
              <a:rPr lang="en-US" sz="3200" dirty="0"/>
              <a:t> </a:t>
            </a:r>
            <a:r>
              <a:rPr lang="en-US" sz="3200" dirty="0" err="1"/>
              <a:t>জন্য</a:t>
            </a:r>
            <a:r>
              <a:rPr lang="en-US" sz="3200" dirty="0"/>
              <a:t> </a:t>
            </a:r>
            <a:r>
              <a:rPr lang="en-US" sz="3200" dirty="0" err="1"/>
              <a:t>খাদ্য</a:t>
            </a:r>
            <a:r>
              <a:rPr lang="en-US" sz="3200" dirty="0"/>
              <a:t> </a:t>
            </a:r>
            <a:r>
              <a:rPr lang="en-US" sz="3200" dirty="0" err="1"/>
              <a:t>গ্রহণ</a:t>
            </a:r>
            <a:r>
              <a:rPr lang="en-US" sz="3200" dirty="0"/>
              <a:t> </a:t>
            </a:r>
            <a:r>
              <a:rPr lang="en-US" sz="3200" dirty="0" err="1"/>
              <a:t>করা</a:t>
            </a:r>
            <a:r>
              <a:rPr lang="en-US" sz="3200" dirty="0"/>
              <a:t> </a:t>
            </a:r>
            <a:r>
              <a:rPr lang="en-US" sz="3200" dirty="0" err="1"/>
              <a:t>আবশ্যক</a:t>
            </a:r>
            <a:r>
              <a:rPr lang="en-US" sz="3200" dirty="0"/>
              <a:t> । </a:t>
            </a:r>
            <a:r>
              <a:rPr lang="en-US" sz="3200" dirty="0" err="1"/>
              <a:t>মুরগীর</a:t>
            </a:r>
            <a:r>
              <a:rPr lang="en-US" sz="3200" dirty="0"/>
              <a:t> </a:t>
            </a:r>
            <a:r>
              <a:rPr lang="en-US" sz="3200" dirty="0" err="1"/>
              <a:t>খামার</a:t>
            </a:r>
            <a:r>
              <a:rPr lang="en-US" sz="3200" dirty="0"/>
              <a:t> </a:t>
            </a:r>
            <a:r>
              <a:rPr lang="en-US" sz="3200" dirty="0" err="1"/>
              <a:t>পরিচালনায়</a:t>
            </a:r>
            <a:r>
              <a:rPr lang="en-US" sz="3200" dirty="0"/>
              <a:t> </a:t>
            </a:r>
            <a:r>
              <a:rPr lang="en-US" sz="3200" dirty="0" err="1"/>
              <a:t>যে</a:t>
            </a:r>
            <a:r>
              <a:rPr lang="en-US" sz="3200" dirty="0"/>
              <a:t> </a:t>
            </a:r>
            <a:r>
              <a:rPr lang="en-US" sz="3200" dirty="0" err="1"/>
              <a:t>খরচ</a:t>
            </a:r>
            <a:r>
              <a:rPr lang="en-US" sz="3200" dirty="0"/>
              <a:t> </a:t>
            </a:r>
            <a:r>
              <a:rPr lang="en-US" sz="3200" dirty="0" err="1"/>
              <a:t>হয়</a:t>
            </a:r>
            <a:r>
              <a:rPr lang="en-US" sz="3200" dirty="0"/>
              <a:t> </a:t>
            </a:r>
            <a:r>
              <a:rPr lang="en-US" sz="3200" dirty="0" err="1"/>
              <a:t>তার</a:t>
            </a:r>
            <a:r>
              <a:rPr lang="en-US" sz="3200" dirty="0"/>
              <a:t> ৭০ </a:t>
            </a:r>
            <a:r>
              <a:rPr lang="en-US" sz="3200" dirty="0" err="1"/>
              <a:t>ভাগই</a:t>
            </a:r>
            <a:r>
              <a:rPr lang="en-US" sz="3200" dirty="0"/>
              <a:t> </a:t>
            </a:r>
            <a:r>
              <a:rPr lang="en-US" sz="3200" dirty="0" err="1"/>
              <a:t>খরচ</a:t>
            </a:r>
            <a:r>
              <a:rPr lang="en-US" sz="3200" dirty="0"/>
              <a:t> </a:t>
            </a:r>
            <a:r>
              <a:rPr lang="en-US" sz="3200" dirty="0" err="1"/>
              <a:t>হয়</a:t>
            </a:r>
            <a:r>
              <a:rPr lang="en-US" sz="3200" dirty="0"/>
              <a:t> </a:t>
            </a:r>
            <a:r>
              <a:rPr lang="en-US" sz="3200" dirty="0" err="1"/>
              <a:t>মুরগীর</a:t>
            </a:r>
            <a:r>
              <a:rPr lang="en-US" sz="3200" dirty="0"/>
              <a:t> </a:t>
            </a:r>
            <a:r>
              <a:rPr lang="en-US" sz="3200" dirty="0" err="1"/>
              <a:t>খাদ্য</a:t>
            </a:r>
            <a:r>
              <a:rPr lang="en-US" sz="3200" dirty="0"/>
              <a:t> </a:t>
            </a:r>
            <a:r>
              <a:rPr lang="en-US" sz="3200" dirty="0" err="1"/>
              <a:t>ক্রয়</a:t>
            </a:r>
            <a:r>
              <a:rPr lang="en-US" sz="3200" dirty="0"/>
              <a:t> </a:t>
            </a:r>
            <a:r>
              <a:rPr lang="en-US" sz="3200" dirty="0" err="1"/>
              <a:t>খাতে</a:t>
            </a:r>
            <a:r>
              <a:rPr lang="en-US" sz="3200" dirty="0"/>
              <a:t>।</a:t>
            </a:r>
          </a:p>
        </p:txBody>
      </p:sp>
      <p:pic>
        <p:nvPicPr>
          <p:cNvPr id="1026" name="Picture 2" descr="Chick Care on Day One | Freedom Ranger ...">
            <a:extLst>
              <a:ext uri="{FF2B5EF4-FFF2-40B4-BE49-F238E27FC236}">
                <a16:creationId xmlns:a16="http://schemas.microsoft.com/office/drawing/2014/main" id="{A9302A60-1EFB-86EB-24F8-680A004AB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737" y="4451577"/>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ood Baby Chicks Can &amp; Cannot Eat ...">
            <a:extLst>
              <a:ext uri="{FF2B5EF4-FFF2-40B4-BE49-F238E27FC236}">
                <a16:creationId xmlns:a16="http://schemas.microsoft.com/office/drawing/2014/main" id="{A6E325B1-9B53-8072-FFB3-A4E17B368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7591" y="4451577"/>
            <a:ext cx="302895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rong chick start ...">
            <a:extLst>
              <a:ext uri="{FF2B5EF4-FFF2-40B4-BE49-F238E27FC236}">
                <a16:creationId xmlns:a16="http://schemas.microsoft.com/office/drawing/2014/main" id="{38F90B84-5566-44B1-887F-BC8EB7EE6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8639" y="445157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3309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খাদ্য</a:t>
            </a:r>
            <a:r>
              <a:rPr lang="en-US" sz="4400" dirty="0"/>
              <a:t> </a:t>
            </a:r>
            <a:r>
              <a:rPr lang="en-US" sz="4400" dirty="0" err="1"/>
              <a:t>উপাদান</a:t>
            </a:r>
            <a:r>
              <a:rPr lang="en-US" sz="4400" dirty="0"/>
              <a:t> </a:t>
            </a:r>
            <a:r>
              <a:rPr lang="en-US" sz="4400" dirty="0" err="1"/>
              <a:t>সমূহের</a:t>
            </a:r>
            <a:r>
              <a:rPr lang="en-US" sz="4400" dirty="0"/>
              <a:t> </a:t>
            </a:r>
            <a:r>
              <a:rPr lang="en-US" sz="4400" dirty="0" err="1"/>
              <a:t>উৎস</a:t>
            </a:r>
            <a:r>
              <a:rPr lang="en-US" sz="4400" dirty="0"/>
              <a:t> </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1982610"/>
            <a:ext cx="11500606" cy="4801314"/>
          </a:xfrm>
          <a:prstGeom prst="rect">
            <a:avLst/>
          </a:prstGeom>
          <a:noFill/>
        </p:spPr>
        <p:txBody>
          <a:bodyPr wrap="square" rtlCol="0">
            <a:spAutoFit/>
          </a:bodyPr>
          <a:lstStyle/>
          <a:p>
            <a:r>
              <a:rPr lang="bn-IN" dirty="0">
                <a:solidFill>
                  <a:schemeClr val="accent2"/>
                </a:solidFill>
              </a:rPr>
              <a:t> </a:t>
            </a:r>
          </a:p>
          <a:p>
            <a:pPr marL="457200" indent="-457200">
              <a:buFont typeface="Wingdings" panose="05000000000000000000" pitchFamily="2" charset="2"/>
              <a:buChar char="Ø"/>
            </a:pPr>
            <a:r>
              <a:rPr lang="en-US" dirty="0" err="1">
                <a:solidFill>
                  <a:srgbClr val="FFFF00"/>
                </a:solidFill>
              </a:rPr>
              <a:t>শর্করাঃ</a:t>
            </a:r>
            <a:r>
              <a:rPr lang="en-US" dirty="0"/>
              <a:t> </a:t>
            </a:r>
            <a:r>
              <a:rPr lang="en-US" dirty="0" err="1"/>
              <a:t>দেহের</a:t>
            </a:r>
            <a:r>
              <a:rPr lang="en-US" dirty="0"/>
              <a:t> </a:t>
            </a:r>
            <a:r>
              <a:rPr lang="en-US" dirty="0" err="1"/>
              <a:t>তাপ</a:t>
            </a:r>
            <a:r>
              <a:rPr lang="en-US" dirty="0"/>
              <a:t> ও </a:t>
            </a:r>
            <a:r>
              <a:rPr lang="en-US" dirty="0" err="1"/>
              <a:t>শক্তি</a:t>
            </a:r>
            <a:r>
              <a:rPr lang="en-US" dirty="0"/>
              <a:t> </a:t>
            </a:r>
            <a:r>
              <a:rPr lang="en-US" dirty="0" err="1"/>
              <a:t>উৎপাদন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গম</a:t>
            </a:r>
            <a:r>
              <a:rPr lang="en-US" dirty="0"/>
              <a:t>, </a:t>
            </a:r>
            <a:r>
              <a:rPr lang="en-US" dirty="0" err="1"/>
              <a:t>ভুট্টা</a:t>
            </a:r>
            <a:r>
              <a:rPr lang="en-US" dirty="0"/>
              <a:t>, </a:t>
            </a:r>
            <a:r>
              <a:rPr lang="en-US" dirty="0" err="1"/>
              <a:t>ভূষি</a:t>
            </a:r>
            <a:r>
              <a:rPr lang="en-US" dirty="0"/>
              <a:t>, </a:t>
            </a:r>
            <a:r>
              <a:rPr lang="en-US" dirty="0" err="1"/>
              <a:t>চাল</a:t>
            </a:r>
            <a:r>
              <a:rPr lang="en-US" dirty="0"/>
              <a:t>, </a:t>
            </a:r>
            <a:r>
              <a:rPr lang="en-US" dirty="0" err="1"/>
              <a:t>চালের</a:t>
            </a:r>
            <a:r>
              <a:rPr lang="en-US" dirty="0"/>
              <a:t> </a:t>
            </a:r>
            <a:r>
              <a:rPr lang="en-US" dirty="0" err="1"/>
              <a:t>কূড়া</a:t>
            </a:r>
            <a:r>
              <a:rPr lang="en-US" dirty="0"/>
              <a:t>, </a:t>
            </a:r>
            <a:r>
              <a:rPr lang="en-US" dirty="0" err="1"/>
              <a:t>ধান</a:t>
            </a:r>
            <a:r>
              <a:rPr lang="en-US" dirty="0"/>
              <a:t> </a:t>
            </a:r>
            <a:r>
              <a:rPr lang="en-US" dirty="0" err="1"/>
              <a:t>ইত্যাদি</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আমিষঃ</a:t>
            </a:r>
            <a:r>
              <a:rPr lang="en-US" dirty="0">
                <a:solidFill>
                  <a:srgbClr val="FFFF00"/>
                </a:solidFill>
              </a:rPr>
              <a:t> </a:t>
            </a:r>
            <a:r>
              <a:rPr lang="en-US" dirty="0" err="1"/>
              <a:t>দেহের</a:t>
            </a:r>
            <a:r>
              <a:rPr lang="en-US" dirty="0"/>
              <a:t> </a:t>
            </a:r>
            <a:r>
              <a:rPr lang="en-US" dirty="0" err="1"/>
              <a:t>ক্ষয়পূরণ</a:t>
            </a:r>
            <a:r>
              <a:rPr lang="en-US" dirty="0"/>
              <a:t> ও </a:t>
            </a:r>
            <a:r>
              <a:rPr lang="en-US" dirty="0" err="1"/>
              <a:t>বৃদ্ধিসাধন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ডাল</a:t>
            </a:r>
            <a:r>
              <a:rPr lang="en-US" dirty="0"/>
              <a:t>, </a:t>
            </a:r>
            <a:r>
              <a:rPr lang="en-US" dirty="0" err="1"/>
              <a:t>শুটকী</a:t>
            </a:r>
            <a:r>
              <a:rPr lang="en-US" dirty="0"/>
              <a:t> </a:t>
            </a:r>
            <a:r>
              <a:rPr lang="en-US" dirty="0" err="1"/>
              <a:t>মাছের</a:t>
            </a:r>
            <a:r>
              <a:rPr lang="en-US" dirty="0"/>
              <a:t> </a:t>
            </a:r>
            <a:r>
              <a:rPr lang="en-US" dirty="0" err="1"/>
              <a:t>গুড়া</a:t>
            </a:r>
            <a:r>
              <a:rPr lang="en-US" dirty="0"/>
              <a:t>, </a:t>
            </a:r>
            <a:r>
              <a:rPr lang="en-US" dirty="0" err="1"/>
              <a:t>রক্তের</a:t>
            </a:r>
            <a:r>
              <a:rPr lang="en-US" dirty="0"/>
              <a:t> </a:t>
            </a:r>
            <a:r>
              <a:rPr lang="en-US" dirty="0" err="1"/>
              <a:t>গুড়া</a:t>
            </a:r>
            <a:r>
              <a:rPr lang="en-US" dirty="0"/>
              <a:t> (</a:t>
            </a:r>
            <a:r>
              <a:rPr lang="en-US" dirty="0" err="1"/>
              <a:t>ব্লাডমিল</a:t>
            </a:r>
            <a:r>
              <a:rPr lang="en-US" dirty="0"/>
              <a:t>), </a:t>
            </a:r>
            <a:r>
              <a:rPr lang="en-US" dirty="0" err="1"/>
              <a:t>নাড়িভূড়ি</a:t>
            </a:r>
            <a:r>
              <a:rPr lang="en-US" dirty="0"/>
              <a:t> </a:t>
            </a:r>
            <a:r>
              <a:rPr lang="en-US" dirty="0" err="1"/>
              <a:t>প্রভৃতি</a:t>
            </a:r>
            <a:endParaRPr lang="en-US" dirty="0"/>
          </a:p>
          <a:p>
            <a:pPr lvl="1"/>
            <a:r>
              <a:rPr lang="en-US" dirty="0"/>
              <a:t> </a:t>
            </a:r>
          </a:p>
          <a:p>
            <a:pPr marL="457200" indent="-457200">
              <a:buFont typeface="Wingdings" panose="05000000000000000000" pitchFamily="2" charset="2"/>
              <a:buChar char="Ø"/>
            </a:pPr>
            <a:r>
              <a:rPr lang="en-US" dirty="0" err="1">
                <a:solidFill>
                  <a:srgbClr val="FFFF00"/>
                </a:solidFill>
              </a:rPr>
              <a:t>স্নেহঃ</a:t>
            </a:r>
            <a:r>
              <a:rPr lang="en-US" dirty="0"/>
              <a:t> </a:t>
            </a:r>
            <a:r>
              <a:rPr lang="en-US" dirty="0" err="1"/>
              <a:t>দেহে</a:t>
            </a:r>
            <a:r>
              <a:rPr lang="en-US" dirty="0"/>
              <a:t> </a:t>
            </a:r>
            <a:r>
              <a:rPr lang="en-US" dirty="0" err="1"/>
              <a:t>তাপ</a:t>
            </a:r>
            <a:r>
              <a:rPr lang="en-US" dirty="0"/>
              <a:t> ও </a:t>
            </a:r>
            <a:r>
              <a:rPr lang="en-US" dirty="0" err="1"/>
              <a:t>শক্তি</a:t>
            </a:r>
            <a:r>
              <a:rPr lang="en-US" dirty="0"/>
              <a:t> ও </a:t>
            </a:r>
            <a:r>
              <a:rPr lang="en-US" dirty="0" err="1"/>
              <a:t>মাংসে</a:t>
            </a:r>
            <a:r>
              <a:rPr lang="en-US" dirty="0"/>
              <a:t> ও </a:t>
            </a:r>
            <a:r>
              <a:rPr lang="en-US" dirty="0" err="1"/>
              <a:t>ডিমে</a:t>
            </a:r>
            <a:r>
              <a:rPr lang="en-US" dirty="0"/>
              <a:t> </a:t>
            </a:r>
            <a:r>
              <a:rPr lang="en-US" dirty="0" err="1"/>
              <a:t>চর্বি</a:t>
            </a:r>
            <a:r>
              <a:rPr lang="en-US" dirty="0"/>
              <a:t> </a:t>
            </a:r>
            <a:r>
              <a:rPr lang="en-US" dirty="0" err="1"/>
              <a:t>উৎপন্ন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ভোজ্য</a:t>
            </a:r>
            <a:r>
              <a:rPr lang="en-US" dirty="0"/>
              <a:t> </a:t>
            </a:r>
            <a:r>
              <a:rPr lang="en-US" dirty="0" err="1"/>
              <a:t>তেল</a:t>
            </a:r>
            <a:r>
              <a:rPr lang="en-US" dirty="0"/>
              <a:t>, </a:t>
            </a:r>
            <a:r>
              <a:rPr lang="en-US" dirty="0" err="1"/>
              <a:t>সরিষা</a:t>
            </a:r>
            <a:r>
              <a:rPr lang="en-US" dirty="0"/>
              <a:t>, </a:t>
            </a:r>
            <a:r>
              <a:rPr lang="en-US" dirty="0" err="1"/>
              <a:t>সয়াবিনের</a:t>
            </a:r>
            <a:r>
              <a:rPr lang="en-US" dirty="0"/>
              <a:t> </a:t>
            </a:r>
            <a:r>
              <a:rPr lang="en-US" dirty="0" err="1"/>
              <a:t>খৈল</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ভিটামিনঃ</a:t>
            </a:r>
            <a:r>
              <a:rPr lang="en-US" dirty="0"/>
              <a:t> </a:t>
            </a:r>
            <a:r>
              <a:rPr lang="en-US" dirty="0" err="1"/>
              <a:t>রোগ</a:t>
            </a:r>
            <a:r>
              <a:rPr lang="en-US" dirty="0"/>
              <a:t> </a:t>
            </a:r>
            <a:r>
              <a:rPr lang="en-US" dirty="0" err="1"/>
              <a:t>পরতিরোধ</a:t>
            </a:r>
            <a:r>
              <a:rPr lang="en-US" dirty="0"/>
              <a:t> </a:t>
            </a:r>
            <a:r>
              <a:rPr lang="en-US" dirty="0" err="1"/>
              <a:t>ক্ষমতা</a:t>
            </a:r>
            <a:r>
              <a:rPr lang="en-US" dirty="0"/>
              <a:t> </a:t>
            </a:r>
            <a:r>
              <a:rPr lang="en-US" dirty="0" err="1"/>
              <a:t>বাড়ায়</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শাকসবজি</a:t>
            </a:r>
            <a:r>
              <a:rPr lang="en-US" dirty="0"/>
              <a:t>, </a:t>
            </a:r>
            <a:r>
              <a:rPr lang="en-US" dirty="0" err="1"/>
              <a:t>হলুদ</a:t>
            </a:r>
            <a:r>
              <a:rPr lang="en-US" dirty="0"/>
              <a:t> </a:t>
            </a:r>
            <a:r>
              <a:rPr lang="en-US" dirty="0" err="1"/>
              <a:t>ভুট্টা</a:t>
            </a:r>
            <a:r>
              <a:rPr lang="en-US" dirty="0"/>
              <a:t>, </a:t>
            </a:r>
            <a:r>
              <a:rPr lang="en-US" dirty="0" err="1"/>
              <a:t>চালের</a:t>
            </a:r>
            <a:r>
              <a:rPr lang="en-US" dirty="0"/>
              <a:t> </a:t>
            </a:r>
            <a:r>
              <a:rPr lang="en-US" dirty="0" err="1"/>
              <a:t>কুড়া</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খনিজ</a:t>
            </a:r>
            <a:r>
              <a:rPr lang="en-US" dirty="0">
                <a:solidFill>
                  <a:srgbClr val="FFFF00"/>
                </a:solidFill>
              </a:rPr>
              <a:t> </a:t>
            </a:r>
            <a:r>
              <a:rPr lang="en-US" dirty="0" err="1">
                <a:solidFill>
                  <a:srgbClr val="FFFF00"/>
                </a:solidFill>
              </a:rPr>
              <a:t>পদার্থঃ</a:t>
            </a:r>
            <a:r>
              <a:rPr lang="en-US" dirty="0">
                <a:solidFill>
                  <a:srgbClr val="FFFF00"/>
                </a:solidFill>
              </a:rPr>
              <a:t> </a:t>
            </a:r>
            <a:r>
              <a:rPr lang="en-US" dirty="0" err="1"/>
              <a:t>হাড়</a:t>
            </a:r>
            <a:r>
              <a:rPr lang="en-US" dirty="0"/>
              <a:t> ও </a:t>
            </a:r>
            <a:r>
              <a:rPr lang="en-US" dirty="0" err="1"/>
              <a:t>ডিমের</a:t>
            </a:r>
            <a:r>
              <a:rPr lang="en-US" dirty="0"/>
              <a:t> </a:t>
            </a:r>
            <a:r>
              <a:rPr lang="en-US" dirty="0" err="1"/>
              <a:t>খোসা</a:t>
            </a:r>
            <a:r>
              <a:rPr lang="en-US" dirty="0"/>
              <a:t> </a:t>
            </a:r>
            <a:r>
              <a:rPr lang="en-US" dirty="0" err="1"/>
              <a:t>তৈরী</a:t>
            </a:r>
            <a:r>
              <a:rPr lang="en-US" dirty="0"/>
              <a:t> ও </a:t>
            </a:r>
            <a:r>
              <a:rPr lang="en-US" dirty="0" err="1"/>
              <a:t>রোগ</a:t>
            </a:r>
            <a:r>
              <a:rPr lang="en-US" dirty="0"/>
              <a:t> </a:t>
            </a:r>
            <a:r>
              <a:rPr lang="en-US" dirty="0" err="1"/>
              <a:t>প্রতিরোধে</a:t>
            </a:r>
            <a:r>
              <a:rPr lang="en-US" dirty="0"/>
              <a:t> </a:t>
            </a:r>
            <a:r>
              <a:rPr lang="en-US" dirty="0" err="1"/>
              <a:t>সাহায্য</a:t>
            </a:r>
            <a:r>
              <a:rPr lang="en-US" dirty="0"/>
              <a:t> </a:t>
            </a:r>
            <a:r>
              <a:rPr lang="en-US" dirty="0" err="1"/>
              <a:t>করে</a:t>
            </a:r>
            <a:endParaRPr lang="en-US" dirty="0"/>
          </a:p>
          <a:p>
            <a:pPr marL="914400" lvl="1" indent="-457200">
              <a:buFont typeface="Wingdings" panose="05000000000000000000" pitchFamily="2" charset="2"/>
              <a:buChar char="Ø"/>
            </a:pPr>
            <a:r>
              <a:rPr lang="en-US" dirty="0" err="1"/>
              <a:t>উৎসঃ</a:t>
            </a:r>
            <a:r>
              <a:rPr lang="en-US" dirty="0"/>
              <a:t> </a:t>
            </a:r>
            <a:r>
              <a:rPr lang="en-US" dirty="0" err="1"/>
              <a:t>মাছ</a:t>
            </a:r>
            <a:r>
              <a:rPr lang="en-US" dirty="0"/>
              <a:t> ও </a:t>
            </a:r>
            <a:r>
              <a:rPr lang="en-US" dirty="0" err="1"/>
              <a:t>মাংসের</a:t>
            </a:r>
            <a:r>
              <a:rPr lang="en-US" dirty="0"/>
              <a:t> </a:t>
            </a:r>
            <a:r>
              <a:rPr lang="en-US" dirty="0" err="1"/>
              <a:t>উচ্ছিস্টাংশ</a:t>
            </a:r>
            <a:r>
              <a:rPr lang="en-US" dirty="0"/>
              <a:t>, </a:t>
            </a:r>
            <a:r>
              <a:rPr lang="en-US" dirty="0" err="1"/>
              <a:t>শুটকি</a:t>
            </a:r>
            <a:r>
              <a:rPr lang="en-US" dirty="0"/>
              <a:t> </a:t>
            </a:r>
            <a:r>
              <a:rPr lang="en-US" dirty="0" err="1"/>
              <a:t>মাছের</a:t>
            </a:r>
            <a:r>
              <a:rPr lang="en-US" dirty="0"/>
              <a:t> </a:t>
            </a:r>
            <a:r>
              <a:rPr lang="en-US" dirty="0" err="1"/>
              <a:t>গুড়া</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পানিঃ</a:t>
            </a:r>
            <a:r>
              <a:rPr lang="en-US" dirty="0"/>
              <a:t> </a:t>
            </a:r>
            <a:r>
              <a:rPr lang="en-US" dirty="0" err="1"/>
              <a:t>খাদ্য</a:t>
            </a:r>
            <a:r>
              <a:rPr lang="en-US" dirty="0"/>
              <a:t> </a:t>
            </a:r>
            <a:r>
              <a:rPr lang="en-US" dirty="0" err="1"/>
              <a:t>হজম</a:t>
            </a:r>
            <a:r>
              <a:rPr lang="en-US" dirty="0"/>
              <a:t> ও </a:t>
            </a:r>
            <a:r>
              <a:rPr lang="en-US" dirty="0" err="1"/>
              <a:t>কোষ</a:t>
            </a:r>
            <a:r>
              <a:rPr lang="en-US" dirty="0"/>
              <a:t> গঠন।</a:t>
            </a:r>
          </a:p>
        </p:txBody>
      </p:sp>
    </p:spTree>
    <p:extLst>
      <p:ext uri="{BB962C8B-B14F-4D97-AF65-F5344CB8AC3E}">
        <p14:creationId xmlns:p14="http://schemas.microsoft.com/office/powerpoint/2010/main" val="7688578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রেশনের</a:t>
            </a:r>
            <a:r>
              <a:rPr lang="en-US" sz="4400" dirty="0"/>
              <a:t> </a:t>
            </a:r>
            <a:r>
              <a:rPr lang="en-US" sz="4400" dirty="0" err="1"/>
              <a:t>শ্রেণীবিভাগ</a:t>
            </a:r>
            <a:endParaRPr lang="en-US" dirty="0"/>
          </a:p>
        </p:txBody>
      </p:sp>
      <p:graphicFrame>
        <p:nvGraphicFramePr>
          <p:cNvPr id="4" name="Diagram 3">
            <a:extLst>
              <a:ext uri="{FF2B5EF4-FFF2-40B4-BE49-F238E27FC236}">
                <a16:creationId xmlns:a16="http://schemas.microsoft.com/office/drawing/2014/main" id="{7072AC08-24FA-ECE5-45C1-2FCBD20E5350}"/>
              </a:ext>
            </a:extLst>
          </p:cNvPr>
          <p:cNvGraphicFramePr/>
          <p:nvPr>
            <p:extLst>
              <p:ext uri="{D42A27DB-BD31-4B8C-83A1-F6EECF244321}">
                <p14:modId xmlns:p14="http://schemas.microsoft.com/office/powerpoint/2010/main" val="174210501"/>
              </p:ext>
            </p:extLst>
          </p:nvPr>
        </p:nvGraphicFramePr>
        <p:xfrm>
          <a:off x="475860" y="2183364"/>
          <a:ext cx="11131421" cy="4364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88039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সুষম</a:t>
            </a:r>
            <a:r>
              <a:rPr lang="en-US" sz="4400" dirty="0"/>
              <a:t> </a:t>
            </a:r>
            <a:r>
              <a:rPr lang="en-US" sz="4400" dirty="0" err="1"/>
              <a:t>খাদ্য</a:t>
            </a:r>
            <a:endParaRPr lang="en-US" dirty="0"/>
          </a:p>
        </p:txBody>
      </p:sp>
      <p:graphicFrame>
        <p:nvGraphicFramePr>
          <p:cNvPr id="3" name="Table 2">
            <a:extLst>
              <a:ext uri="{FF2B5EF4-FFF2-40B4-BE49-F238E27FC236}">
                <a16:creationId xmlns:a16="http://schemas.microsoft.com/office/drawing/2014/main" id="{5B78A16E-FE08-8D40-3950-3A0E8DC617CE}"/>
              </a:ext>
            </a:extLst>
          </p:cNvPr>
          <p:cNvGraphicFramePr>
            <a:graphicFrameLocks noGrp="1"/>
          </p:cNvGraphicFramePr>
          <p:nvPr>
            <p:extLst>
              <p:ext uri="{D42A27DB-BD31-4B8C-83A1-F6EECF244321}">
                <p14:modId xmlns:p14="http://schemas.microsoft.com/office/powerpoint/2010/main" val="2590742229"/>
              </p:ext>
            </p:extLst>
          </p:nvPr>
        </p:nvGraphicFramePr>
        <p:xfrm>
          <a:off x="1023931" y="2158823"/>
          <a:ext cx="10144138" cy="4389120"/>
        </p:xfrm>
        <a:graphic>
          <a:graphicData uri="http://schemas.openxmlformats.org/drawingml/2006/table">
            <a:tbl>
              <a:tblPr firstRow="1" bandRow="1">
                <a:tableStyleId>{7DF18680-E054-41AD-8BC1-D1AEF772440D}</a:tableStyleId>
              </a:tblPr>
              <a:tblGrid>
                <a:gridCol w="5072069">
                  <a:extLst>
                    <a:ext uri="{9D8B030D-6E8A-4147-A177-3AD203B41FA5}">
                      <a16:colId xmlns:a16="http://schemas.microsoft.com/office/drawing/2014/main" val="387265730"/>
                    </a:ext>
                  </a:extLst>
                </a:gridCol>
                <a:gridCol w="5072069">
                  <a:extLst>
                    <a:ext uri="{9D8B030D-6E8A-4147-A177-3AD203B41FA5}">
                      <a16:colId xmlns:a16="http://schemas.microsoft.com/office/drawing/2014/main" val="1726471030"/>
                    </a:ext>
                  </a:extLst>
                </a:gridCol>
              </a:tblGrid>
              <a:tr h="355940">
                <a:tc>
                  <a:txBody>
                    <a:bodyPr/>
                    <a:lstStyle/>
                    <a:p>
                      <a:r>
                        <a:rPr lang="en-US" dirty="0" err="1"/>
                        <a:t>খাদ্য</a:t>
                      </a:r>
                      <a:r>
                        <a:rPr lang="en-US" dirty="0"/>
                        <a:t> </a:t>
                      </a:r>
                      <a:r>
                        <a:rPr lang="en-US" dirty="0" err="1"/>
                        <a:t>উপাদান</a:t>
                      </a:r>
                      <a:endParaRPr lang="en-US" dirty="0"/>
                    </a:p>
                  </a:txBody>
                  <a:tcPr/>
                </a:tc>
                <a:tc>
                  <a:txBody>
                    <a:bodyPr/>
                    <a:lstStyle/>
                    <a:p>
                      <a:r>
                        <a:rPr lang="en-US" dirty="0" err="1"/>
                        <a:t>পরিমাণ</a:t>
                      </a:r>
                      <a:endParaRPr lang="en-US" dirty="0"/>
                    </a:p>
                  </a:txBody>
                  <a:tcPr/>
                </a:tc>
                <a:extLst>
                  <a:ext uri="{0D108BD9-81ED-4DB2-BD59-A6C34878D82A}">
                    <a16:rowId xmlns:a16="http://schemas.microsoft.com/office/drawing/2014/main" val="3827307725"/>
                  </a:ext>
                </a:extLst>
              </a:tr>
              <a:tr h="355940">
                <a:tc>
                  <a:txBody>
                    <a:bodyPr/>
                    <a:lstStyle/>
                    <a:p>
                      <a:r>
                        <a:rPr lang="en-US" dirty="0"/>
                        <a:t>১। </a:t>
                      </a:r>
                      <a:r>
                        <a:rPr lang="en-US" dirty="0" err="1"/>
                        <a:t>গম</a:t>
                      </a:r>
                      <a:r>
                        <a:rPr lang="en-US" dirty="0"/>
                        <a:t> ও </a:t>
                      </a:r>
                      <a:r>
                        <a:rPr lang="en-US" dirty="0" err="1"/>
                        <a:t>ভুট্টা</a:t>
                      </a:r>
                      <a:r>
                        <a:rPr lang="en-US" dirty="0"/>
                        <a:t> </a:t>
                      </a:r>
                      <a:r>
                        <a:rPr lang="en-US" dirty="0" err="1"/>
                        <a:t>ভাঙ্গা</a:t>
                      </a:r>
                      <a:endParaRPr lang="en-US" dirty="0"/>
                    </a:p>
                  </a:txBody>
                  <a:tcPr/>
                </a:tc>
                <a:tc>
                  <a:txBody>
                    <a:bodyPr/>
                    <a:lstStyle/>
                    <a:p>
                      <a:r>
                        <a:rPr lang="en-US" dirty="0"/>
                        <a:t>৪.৭- ৪.৯ </a:t>
                      </a:r>
                      <a:r>
                        <a:rPr lang="en-US" dirty="0" err="1"/>
                        <a:t>কেজি</a:t>
                      </a:r>
                      <a:endParaRPr lang="en-US" dirty="0"/>
                    </a:p>
                  </a:txBody>
                  <a:tcPr/>
                </a:tc>
                <a:extLst>
                  <a:ext uri="{0D108BD9-81ED-4DB2-BD59-A6C34878D82A}">
                    <a16:rowId xmlns:a16="http://schemas.microsoft.com/office/drawing/2014/main" val="3983173692"/>
                  </a:ext>
                </a:extLst>
              </a:tr>
              <a:tr h="355940">
                <a:tc>
                  <a:txBody>
                    <a:bodyPr/>
                    <a:lstStyle/>
                    <a:p>
                      <a:r>
                        <a:rPr lang="en-US" dirty="0"/>
                        <a:t>২। </a:t>
                      </a:r>
                      <a:r>
                        <a:rPr lang="en-US" dirty="0" err="1"/>
                        <a:t>চালের</a:t>
                      </a:r>
                      <a:r>
                        <a:rPr lang="en-US" dirty="0"/>
                        <a:t> </a:t>
                      </a:r>
                      <a:r>
                        <a:rPr lang="en-US" dirty="0" err="1"/>
                        <a:t>কুড়া</a:t>
                      </a:r>
                      <a:endParaRPr lang="en-US" dirty="0"/>
                    </a:p>
                  </a:txBody>
                  <a:tcPr/>
                </a:tc>
                <a:tc>
                  <a:txBody>
                    <a:bodyPr/>
                    <a:lstStyle/>
                    <a:p>
                      <a:r>
                        <a:rPr lang="en-US" dirty="0"/>
                        <a:t>১.৬- ১.৮ </a:t>
                      </a:r>
                      <a:r>
                        <a:rPr lang="en-US" dirty="0" err="1"/>
                        <a:t>কেজি</a:t>
                      </a:r>
                      <a:endParaRPr lang="en-US" dirty="0"/>
                    </a:p>
                  </a:txBody>
                  <a:tcPr/>
                </a:tc>
                <a:extLst>
                  <a:ext uri="{0D108BD9-81ED-4DB2-BD59-A6C34878D82A}">
                    <a16:rowId xmlns:a16="http://schemas.microsoft.com/office/drawing/2014/main" val="2734677449"/>
                  </a:ext>
                </a:extLst>
              </a:tr>
              <a:tr h="355940">
                <a:tc>
                  <a:txBody>
                    <a:bodyPr/>
                    <a:lstStyle/>
                    <a:p>
                      <a:r>
                        <a:rPr lang="en-US" dirty="0"/>
                        <a:t>৩। </a:t>
                      </a:r>
                      <a:r>
                        <a:rPr lang="en-US" dirty="0" err="1"/>
                        <a:t>তিলের</a:t>
                      </a:r>
                      <a:r>
                        <a:rPr lang="en-US" dirty="0"/>
                        <a:t> </a:t>
                      </a:r>
                      <a:r>
                        <a:rPr lang="en-US" dirty="0" err="1"/>
                        <a:t>খৈল</a:t>
                      </a:r>
                      <a:r>
                        <a:rPr lang="en-US" dirty="0"/>
                        <a:t> </a:t>
                      </a:r>
                    </a:p>
                  </a:txBody>
                  <a:tcPr/>
                </a:tc>
                <a:tc>
                  <a:txBody>
                    <a:bodyPr/>
                    <a:lstStyle/>
                    <a:p>
                      <a:r>
                        <a:rPr lang="en-US" dirty="0"/>
                        <a:t>১.২ </a:t>
                      </a:r>
                      <a:r>
                        <a:rPr lang="en-US" dirty="0" err="1"/>
                        <a:t>কেজি</a:t>
                      </a:r>
                      <a:endParaRPr lang="en-US" dirty="0"/>
                    </a:p>
                  </a:txBody>
                  <a:tcPr/>
                </a:tc>
                <a:extLst>
                  <a:ext uri="{0D108BD9-81ED-4DB2-BD59-A6C34878D82A}">
                    <a16:rowId xmlns:a16="http://schemas.microsoft.com/office/drawing/2014/main" val="1349663844"/>
                  </a:ext>
                </a:extLst>
              </a:tr>
              <a:tr h="355940">
                <a:tc>
                  <a:txBody>
                    <a:bodyPr/>
                    <a:lstStyle/>
                    <a:p>
                      <a:r>
                        <a:rPr lang="en-US" dirty="0"/>
                        <a:t>৪। </a:t>
                      </a:r>
                      <a:r>
                        <a:rPr lang="en-US" dirty="0" err="1"/>
                        <a:t>চিনা</a:t>
                      </a:r>
                      <a:r>
                        <a:rPr lang="en-US" dirty="0"/>
                        <a:t> </a:t>
                      </a:r>
                      <a:r>
                        <a:rPr lang="en-US" dirty="0" err="1"/>
                        <a:t>বাদামের</a:t>
                      </a:r>
                      <a:r>
                        <a:rPr lang="en-US" dirty="0"/>
                        <a:t> </a:t>
                      </a:r>
                      <a:r>
                        <a:rPr lang="en-US" dirty="0" err="1"/>
                        <a:t>খৈল</a:t>
                      </a:r>
                      <a:r>
                        <a:rPr lang="en-US" dirty="0"/>
                        <a:t>/ </a:t>
                      </a:r>
                      <a:r>
                        <a:rPr lang="en-US" dirty="0" err="1"/>
                        <a:t>সয়াবিন</a:t>
                      </a:r>
                      <a:endParaRPr lang="en-US" dirty="0"/>
                    </a:p>
                  </a:txBody>
                  <a:tcPr/>
                </a:tc>
                <a:tc>
                  <a:txBody>
                    <a:bodyPr/>
                    <a:lstStyle/>
                    <a:p>
                      <a:r>
                        <a:rPr lang="en-US" dirty="0"/>
                        <a:t>২০০ – ৩০০ </a:t>
                      </a:r>
                      <a:r>
                        <a:rPr lang="en-US" dirty="0" err="1"/>
                        <a:t>গ্রাম</a:t>
                      </a:r>
                      <a:endParaRPr lang="en-US" dirty="0"/>
                    </a:p>
                  </a:txBody>
                  <a:tcPr/>
                </a:tc>
                <a:extLst>
                  <a:ext uri="{0D108BD9-81ED-4DB2-BD59-A6C34878D82A}">
                    <a16:rowId xmlns:a16="http://schemas.microsoft.com/office/drawing/2014/main" val="1883400512"/>
                  </a:ext>
                </a:extLst>
              </a:tr>
              <a:tr h="355940">
                <a:tc>
                  <a:txBody>
                    <a:bodyPr/>
                    <a:lstStyle/>
                    <a:p>
                      <a:r>
                        <a:rPr lang="en-US" dirty="0"/>
                        <a:t>৫। </a:t>
                      </a:r>
                      <a:r>
                        <a:rPr lang="en-US" dirty="0" err="1"/>
                        <a:t>শুটকি</a:t>
                      </a:r>
                      <a:r>
                        <a:rPr lang="en-US" dirty="0"/>
                        <a:t> </a:t>
                      </a:r>
                      <a:r>
                        <a:rPr lang="en-US" dirty="0" err="1"/>
                        <a:t>মাছের</a:t>
                      </a:r>
                      <a:r>
                        <a:rPr lang="en-US" dirty="0"/>
                        <a:t> </a:t>
                      </a:r>
                      <a:r>
                        <a:rPr lang="en-US" dirty="0" err="1"/>
                        <a:t>গুড়া</a:t>
                      </a:r>
                      <a:r>
                        <a:rPr lang="en-US" dirty="0"/>
                        <a:t> </a:t>
                      </a:r>
                    </a:p>
                  </a:txBody>
                  <a:tcPr/>
                </a:tc>
                <a:tc>
                  <a:txBody>
                    <a:bodyPr/>
                    <a:lstStyle/>
                    <a:p>
                      <a:r>
                        <a:rPr lang="en-US" dirty="0"/>
                        <a:t>১.৫ – ১.৯ </a:t>
                      </a:r>
                      <a:r>
                        <a:rPr lang="en-US" dirty="0" err="1"/>
                        <a:t>কেজি</a:t>
                      </a:r>
                      <a:endParaRPr lang="en-US" dirty="0"/>
                    </a:p>
                  </a:txBody>
                  <a:tcPr/>
                </a:tc>
                <a:extLst>
                  <a:ext uri="{0D108BD9-81ED-4DB2-BD59-A6C34878D82A}">
                    <a16:rowId xmlns:a16="http://schemas.microsoft.com/office/drawing/2014/main" val="1269272488"/>
                  </a:ext>
                </a:extLst>
              </a:tr>
              <a:tr h="355940">
                <a:tc>
                  <a:txBody>
                    <a:bodyPr/>
                    <a:lstStyle/>
                    <a:p>
                      <a:r>
                        <a:rPr lang="en-US" dirty="0"/>
                        <a:t>৬। </a:t>
                      </a:r>
                      <a:r>
                        <a:rPr lang="en-US" dirty="0" err="1"/>
                        <a:t>ঝিনুকের</a:t>
                      </a:r>
                      <a:r>
                        <a:rPr lang="en-US" dirty="0"/>
                        <a:t> </a:t>
                      </a:r>
                      <a:r>
                        <a:rPr lang="en-US" dirty="0" err="1"/>
                        <a:t>গুড়া</a:t>
                      </a:r>
                      <a:r>
                        <a:rPr lang="en-US" dirty="0"/>
                        <a:t> </a:t>
                      </a:r>
                    </a:p>
                  </a:txBody>
                  <a:tcPr/>
                </a:tc>
                <a:tc>
                  <a:txBody>
                    <a:bodyPr/>
                    <a:lstStyle/>
                    <a:p>
                      <a:r>
                        <a:rPr lang="en-US" dirty="0"/>
                        <a:t>১২৫ – ১৫০ </a:t>
                      </a:r>
                      <a:r>
                        <a:rPr lang="en-US" dirty="0" err="1"/>
                        <a:t>গ্রাম</a:t>
                      </a:r>
                      <a:endParaRPr lang="en-US" dirty="0"/>
                    </a:p>
                  </a:txBody>
                  <a:tcPr/>
                </a:tc>
                <a:extLst>
                  <a:ext uri="{0D108BD9-81ED-4DB2-BD59-A6C34878D82A}">
                    <a16:rowId xmlns:a16="http://schemas.microsoft.com/office/drawing/2014/main" val="2684173006"/>
                  </a:ext>
                </a:extLst>
              </a:tr>
              <a:tr h="355940">
                <a:tc>
                  <a:txBody>
                    <a:bodyPr/>
                    <a:lstStyle/>
                    <a:p>
                      <a:r>
                        <a:rPr lang="en-US" dirty="0"/>
                        <a:t>৭। </a:t>
                      </a:r>
                      <a:r>
                        <a:rPr lang="en-US" dirty="0" err="1"/>
                        <a:t>লবণ</a:t>
                      </a:r>
                      <a:endParaRPr lang="en-US" dirty="0"/>
                    </a:p>
                  </a:txBody>
                  <a:tcPr/>
                </a:tc>
                <a:tc>
                  <a:txBody>
                    <a:bodyPr/>
                    <a:lstStyle/>
                    <a:p>
                      <a:r>
                        <a:rPr lang="en-US" dirty="0"/>
                        <a:t>২৫ – ৫০ </a:t>
                      </a:r>
                      <a:r>
                        <a:rPr lang="en-US" dirty="0" err="1"/>
                        <a:t>গ্রাম</a:t>
                      </a:r>
                      <a:endParaRPr lang="en-US" dirty="0"/>
                    </a:p>
                  </a:txBody>
                  <a:tcPr/>
                </a:tc>
                <a:extLst>
                  <a:ext uri="{0D108BD9-81ED-4DB2-BD59-A6C34878D82A}">
                    <a16:rowId xmlns:a16="http://schemas.microsoft.com/office/drawing/2014/main" val="3558046099"/>
                  </a:ext>
                </a:extLst>
              </a:tr>
              <a:tr h="355940">
                <a:tc>
                  <a:txBody>
                    <a:bodyPr/>
                    <a:lstStyle/>
                    <a:p>
                      <a:r>
                        <a:rPr lang="en-US" dirty="0"/>
                        <a:t>৮। </a:t>
                      </a:r>
                      <a:r>
                        <a:rPr lang="en-US" dirty="0" err="1"/>
                        <a:t>ভিটামিন</a:t>
                      </a:r>
                      <a:r>
                        <a:rPr lang="en-US" dirty="0"/>
                        <a:t> ও </a:t>
                      </a:r>
                      <a:r>
                        <a:rPr lang="en-US" dirty="0" err="1"/>
                        <a:t>খনিজ</a:t>
                      </a:r>
                      <a:endParaRPr lang="en-US" dirty="0"/>
                    </a:p>
                  </a:txBody>
                  <a:tcPr/>
                </a:tc>
                <a:tc>
                  <a:txBody>
                    <a:bodyPr/>
                    <a:lstStyle/>
                    <a:p>
                      <a:r>
                        <a:rPr lang="en-US" dirty="0"/>
                        <a:t>২৫ </a:t>
                      </a:r>
                      <a:r>
                        <a:rPr lang="en-US" dirty="0" err="1"/>
                        <a:t>গ্রাম</a:t>
                      </a:r>
                      <a:endParaRPr lang="en-US" dirty="0"/>
                    </a:p>
                  </a:txBody>
                  <a:tcPr/>
                </a:tc>
                <a:extLst>
                  <a:ext uri="{0D108BD9-81ED-4DB2-BD59-A6C34878D82A}">
                    <a16:rowId xmlns:a16="http://schemas.microsoft.com/office/drawing/2014/main" val="1771322340"/>
                  </a:ext>
                </a:extLst>
              </a:tr>
              <a:tr h="355940">
                <a:tc>
                  <a:txBody>
                    <a:bodyPr/>
                    <a:lstStyle/>
                    <a:p>
                      <a:r>
                        <a:rPr lang="en-US" dirty="0"/>
                        <a:t>৯। </a:t>
                      </a:r>
                      <a:r>
                        <a:rPr lang="en-US" dirty="0" err="1"/>
                        <a:t>হাড়ের</a:t>
                      </a:r>
                      <a:r>
                        <a:rPr lang="en-US" dirty="0"/>
                        <a:t> </a:t>
                      </a:r>
                      <a:r>
                        <a:rPr lang="en-US" dirty="0" err="1"/>
                        <a:t>গুড়া</a:t>
                      </a:r>
                      <a:r>
                        <a:rPr lang="en-US" dirty="0"/>
                        <a:t> </a:t>
                      </a:r>
                    </a:p>
                  </a:txBody>
                  <a:tcPr/>
                </a:tc>
                <a:tc>
                  <a:txBody>
                    <a:bodyPr/>
                    <a:lstStyle/>
                    <a:p>
                      <a:r>
                        <a:rPr lang="en-US" dirty="0"/>
                        <a:t>১০০ </a:t>
                      </a:r>
                      <a:r>
                        <a:rPr lang="en-US" dirty="0" err="1"/>
                        <a:t>গ্রাম</a:t>
                      </a:r>
                      <a:endParaRPr lang="en-US" dirty="0"/>
                    </a:p>
                  </a:txBody>
                  <a:tcPr/>
                </a:tc>
                <a:extLst>
                  <a:ext uri="{0D108BD9-81ED-4DB2-BD59-A6C34878D82A}">
                    <a16:rowId xmlns:a16="http://schemas.microsoft.com/office/drawing/2014/main" val="3917242572"/>
                  </a:ext>
                </a:extLst>
              </a:tr>
              <a:tr h="355940">
                <a:tc>
                  <a:txBody>
                    <a:bodyPr/>
                    <a:lstStyle/>
                    <a:p>
                      <a:r>
                        <a:rPr lang="en-US" dirty="0" err="1"/>
                        <a:t>মোট</a:t>
                      </a:r>
                      <a:endParaRPr lang="en-US" dirty="0"/>
                    </a:p>
                  </a:txBody>
                  <a:tcPr/>
                </a:tc>
                <a:tc>
                  <a:txBody>
                    <a:bodyPr/>
                    <a:lstStyle/>
                    <a:p>
                      <a:r>
                        <a:rPr lang="en-US" dirty="0" err="1"/>
                        <a:t>প্রায়</a:t>
                      </a:r>
                      <a:r>
                        <a:rPr lang="en-US" dirty="0"/>
                        <a:t> ১০ </a:t>
                      </a:r>
                      <a:r>
                        <a:rPr lang="en-US" dirty="0" err="1"/>
                        <a:t>কেজি</a:t>
                      </a:r>
                      <a:endParaRPr lang="en-US" dirty="0"/>
                    </a:p>
                  </a:txBody>
                  <a:tcPr/>
                </a:tc>
                <a:extLst>
                  <a:ext uri="{0D108BD9-81ED-4DB2-BD59-A6C34878D82A}">
                    <a16:rowId xmlns:a16="http://schemas.microsoft.com/office/drawing/2014/main" val="37187038"/>
                  </a:ext>
                </a:extLst>
              </a:tr>
              <a:tr h="355940">
                <a:tc>
                  <a:txBody>
                    <a:bodyPr/>
                    <a:lstStyle/>
                    <a:p>
                      <a:endParaRPr lang="en-US"/>
                    </a:p>
                  </a:txBody>
                  <a:tcPr/>
                </a:tc>
                <a:tc>
                  <a:txBody>
                    <a:bodyPr/>
                    <a:lstStyle/>
                    <a:p>
                      <a:endParaRPr lang="en-US" dirty="0"/>
                    </a:p>
                  </a:txBody>
                  <a:tcPr/>
                </a:tc>
                <a:extLst>
                  <a:ext uri="{0D108BD9-81ED-4DB2-BD59-A6C34878D82A}">
                    <a16:rowId xmlns:a16="http://schemas.microsoft.com/office/drawing/2014/main" val="3025730175"/>
                  </a:ext>
                </a:extLst>
              </a:tr>
            </a:tbl>
          </a:graphicData>
        </a:graphic>
      </p:graphicFrame>
    </p:spTree>
    <p:extLst>
      <p:ext uri="{BB962C8B-B14F-4D97-AF65-F5344CB8AC3E}">
        <p14:creationId xmlns:p14="http://schemas.microsoft.com/office/powerpoint/2010/main" val="27331967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সুষম</a:t>
            </a:r>
            <a:r>
              <a:rPr lang="en-US" sz="4400" dirty="0"/>
              <a:t> </a:t>
            </a:r>
            <a:r>
              <a:rPr lang="en-US" sz="4400" dirty="0" err="1"/>
              <a:t>খাদ্যের</a:t>
            </a:r>
            <a:r>
              <a:rPr lang="en-US" sz="4400" dirty="0"/>
              <a:t> </a:t>
            </a:r>
            <a:r>
              <a:rPr lang="en-US" sz="4400" dirty="0" err="1"/>
              <a:t>গুরুত্ব</a:t>
            </a:r>
            <a:endParaRPr lang="en-US" dirty="0"/>
          </a:p>
        </p:txBody>
      </p:sp>
      <p:sp>
        <p:nvSpPr>
          <p:cNvPr id="4" name="TextBox 3">
            <a:extLst>
              <a:ext uri="{FF2B5EF4-FFF2-40B4-BE49-F238E27FC236}">
                <a16:creationId xmlns:a16="http://schemas.microsoft.com/office/drawing/2014/main" id="{9BCAB277-A0FA-4BCA-7C22-DAAB298C3AFB}"/>
              </a:ext>
            </a:extLst>
          </p:cNvPr>
          <p:cNvSpPr txBox="1"/>
          <p:nvPr/>
        </p:nvSpPr>
        <p:spPr>
          <a:xfrm>
            <a:off x="197408" y="2094577"/>
            <a:ext cx="11500606" cy="3354765"/>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খাদ্যের</a:t>
            </a:r>
            <a:r>
              <a:rPr lang="en-US" sz="3200" dirty="0"/>
              <a:t> </a:t>
            </a:r>
            <a:r>
              <a:rPr lang="en-US" sz="3200" dirty="0" err="1"/>
              <a:t>আমিষের</a:t>
            </a:r>
            <a:r>
              <a:rPr lang="en-US" sz="3200" dirty="0"/>
              <a:t> </a:t>
            </a:r>
            <a:r>
              <a:rPr lang="en-US" sz="3200" dirty="0" err="1"/>
              <a:t>ঘাটতি</a:t>
            </a:r>
            <a:r>
              <a:rPr lang="en-US" sz="3200" dirty="0"/>
              <a:t> </a:t>
            </a:r>
            <a:r>
              <a:rPr lang="en-US" sz="3200" dirty="0" err="1"/>
              <a:t>থাকে</a:t>
            </a:r>
            <a:r>
              <a:rPr lang="en-US" sz="3200" dirty="0"/>
              <a:t> </a:t>
            </a:r>
            <a:r>
              <a:rPr lang="en-US" sz="3200" dirty="0" err="1"/>
              <a:t>না</a:t>
            </a:r>
            <a:endParaRPr lang="en-US" sz="3200" dirty="0"/>
          </a:p>
          <a:p>
            <a:pPr marL="457200" indent="-457200">
              <a:buFont typeface="Wingdings" panose="05000000000000000000" pitchFamily="2" charset="2"/>
              <a:buChar char="Ø"/>
            </a:pPr>
            <a:r>
              <a:rPr lang="en-US" sz="3200" dirty="0" err="1"/>
              <a:t>খাবারে</a:t>
            </a:r>
            <a:r>
              <a:rPr lang="en-US" sz="3200" dirty="0"/>
              <a:t> </a:t>
            </a:r>
            <a:r>
              <a:rPr lang="en-US" sz="3200" dirty="0" err="1"/>
              <a:t>লাভ</a:t>
            </a:r>
            <a:r>
              <a:rPr lang="en-US" sz="3200" dirty="0"/>
              <a:t> </a:t>
            </a:r>
            <a:r>
              <a:rPr lang="en-US" sz="3200" dirty="0" err="1"/>
              <a:t>বেশী</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অপুষ্টিজনিত</a:t>
            </a:r>
            <a:r>
              <a:rPr lang="en-US" sz="3200" dirty="0"/>
              <a:t> </a:t>
            </a:r>
            <a:r>
              <a:rPr lang="en-US" sz="3200" dirty="0" err="1"/>
              <a:t>রোগ</a:t>
            </a:r>
            <a:r>
              <a:rPr lang="en-US" sz="3200" dirty="0"/>
              <a:t> কম </a:t>
            </a:r>
            <a:r>
              <a:rPr lang="en-US" sz="3200" dirty="0" err="1"/>
              <a:t>হয়</a:t>
            </a:r>
            <a:endParaRPr lang="en-US" sz="3200" dirty="0"/>
          </a:p>
          <a:p>
            <a:pPr marL="457200" indent="-457200">
              <a:buFont typeface="Wingdings" panose="05000000000000000000" pitchFamily="2" charset="2"/>
              <a:buChar char="Ø"/>
            </a:pPr>
            <a:r>
              <a:rPr lang="en-US" sz="3200" dirty="0" err="1"/>
              <a:t>ডিম</a:t>
            </a:r>
            <a:r>
              <a:rPr lang="en-US" sz="3200" dirty="0"/>
              <a:t> ও </a:t>
            </a:r>
            <a:r>
              <a:rPr lang="en-US" sz="3200" dirty="0" err="1"/>
              <a:t>মাংসের</a:t>
            </a:r>
            <a:r>
              <a:rPr lang="en-US" sz="3200" dirty="0"/>
              <a:t> </a:t>
            </a:r>
            <a:r>
              <a:rPr lang="en-US" sz="3200" dirty="0" err="1"/>
              <a:t>গুণগত</a:t>
            </a:r>
            <a:r>
              <a:rPr lang="en-US" sz="3200" dirty="0"/>
              <a:t> </a:t>
            </a:r>
            <a:r>
              <a:rPr lang="en-US" sz="3200" dirty="0" err="1"/>
              <a:t>মান</a:t>
            </a:r>
            <a:r>
              <a:rPr lang="en-US" sz="3200" dirty="0"/>
              <a:t> </a:t>
            </a:r>
            <a:r>
              <a:rPr lang="en-US" sz="3200" dirty="0" err="1"/>
              <a:t>উন্নয়ন</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শ্রমিক</a:t>
            </a:r>
            <a:r>
              <a:rPr lang="en-US" sz="3200" dirty="0"/>
              <a:t> ও </a:t>
            </a:r>
            <a:r>
              <a:rPr lang="en-US" sz="3200" dirty="0" err="1"/>
              <a:t>সম্পদের</a:t>
            </a:r>
            <a:r>
              <a:rPr lang="en-US" sz="3200" dirty="0"/>
              <a:t> </a:t>
            </a:r>
            <a:r>
              <a:rPr lang="en-US" sz="3200" dirty="0" err="1"/>
              <a:t>সুষ্ঠ</a:t>
            </a:r>
            <a:r>
              <a:rPr lang="en-US" sz="3200" dirty="0"/>
              <a:t> </a:t>
            </a:r>
            <a:r>
              <a:rPr lang="en-US" sz="3200" dirty="0" err="1"/>
              <a:t>ব্যাবহার</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উৎপাদন</a:t>
            </a:r>
            <a:r>
              <a:rPr lang="en-US" sz="3200" dirty="0"/>
              <a:t> </a:t>
            </a:r>
            <a:r>
              <a:rPr lang="en-US" sz="3200" dirty="0" err="1"/>
              <a:t>বৃদ্ধি</a:t>
            </a:r>
            <a:r>
              <a:rPr lang="en-US" sz="3200" dirty="0"/>
              <a:t> </a:t>
            </a:r>
            <a:r>
              <a:rPr lang="en-US" sz="3200" dirty="0" err="1"/>
              <a:t>পায়</a:t>
            </a:r>
            <a:endParaRPr lang="bn-IN" sz="3200" dirty="0"/>
          </a:p>
        </p:txBody>
      </p:sp>
    </p:spTree>
    <p:extLst>
      <p:ext uri="{BB962C8B-B14F-4D97-AF65-F5344CB8AC3E}">
        <p14:creationId xmlns:p14="http://schemas.microsoft.com/office/powerpoint/2010/main" val="3160148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রোগ</a:t>
            </a:r>
            <a:r>
              <a:rPr lang="en-US" sz="4400" dirty="0"/>
              <a:t> </a:t>
            </a:r>
            <a:r>
              <a:rPr lang="en-US" sz="4400" dirty="0" err="1"/>
              <a:t>ব্যাবস্থাপনা</a:t>
            </a:r>
            <a:endParaRPr lang="en-US" dirty="0"/>
          </a:p>
        </p:txBody>
      </p:sp>
      <p:graphicFrame>
        <p:nvGraphicFramePr>
          <p:cNvPr id="3" name="Diagram 2">
            <a:extLst>
              <a:ext uri="{FF2B5EF4-FFF2-40B4-BE49-F238E27FC236}">
                <a16:creationId xmlns:a16="http://schemas.microsoft.com/office/drawing/2014/main" id="{AE2673CD-A9B8-24FA-198D-27BCE90953FC}"/>
              </a:ext>
            </a:extLst>
          </p:cNvPr>
          <p:cNvGraphicFramePr/>
          <p:nvPr>
            <p:extLst>
              <p:ext uri="{D42A27DB-BD31-4B8C-83A1-F6EECF244321}">
                <p14:modId xmlns:p14="http://schemas.microsoft.com/office/powerpoint/2010/main" val="2320646355"/>
              </p:ext>
            </p:extLst>
          </p:nvPr>
        </p:nvGraphicFramePr>
        <p:xfrm>
          <a:off x="475860" y="2183364"/>
          <a:ext cx="11131421" cy="4364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57294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রানীক্ষেত</a:t>
            </a:r>
            <a:r>
              <a:rPr lang="en-US" sz="4400" dirty="0"/>
              <a:t> </a:t>
            </a:r>
            <a:r>
              <a:rPr lang="en-US" sz="4400" dirty="0" err="1"/>
              <a:t>রোগ</a:t>
            </a:r>
            <a:r>
              <a:rPr lang="en-US" sz="4400" dirty="0"/>
              <a:t> (New Castle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555093"/>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New Caste Disease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a:t>
            </a:r>
            <a:r>
              <a:rPr lang="en-US" dirty="0"/>
              <a:t> </a:t>
            </a:r>
            <a:r>
              <a:rPr lang="en-US" dirty="0" err="1"/>
              <a:t>নিরিবিলি</a:t>
            </a:r>
            <a:r>
              <a:rPr lang="en-US" dirty="0"/>
              <a:t> </a:t>
            </a:r>
            <a:r>
              <a:rPr lang="en-US" dirty="0" err="1"/>
              <a:t>স্থানে</a:t>
            </a:r>
            <a:r>
              <a:rPr lang="en-US" dirty="0"/>
              <a:t> </a:t>
            </a:r>
            <a:r>
              <a:rPr lang="en-US" dirty="0" err="1"/>
              <a:t>ঝিমায়</a:t>
            </a:r>
            <a:endParaRPr lang="en-US" dirty="0"/>
          </a:p>
          <a:p>
            <a:pPr marL="914400" lvl="1" indent="-457200">
              <a:buFont typeface="Wingdings" panose="05000000000000000000" pitchFamily="2" charset="2"/>
              <a:buChar char="Ø"/>
            </a:pPr>
            <a:r>
              <a:rPr lang="en-US" dirty="0" err="1"/>
              <a:t>সাদা</a:t>
            </a:r>
            <a:r>
              <a:rPr lang="en-US" dirty="0"/>
              <a:t> </a:t>
            </a:r>
            <a:r>
              <a:rPr lang="en-US" dirty="0" err="1"/>
              <a:t>চুনের</a:t>
            </a:r>
            <a:r>
              <a:rPr lang="en-US" dirty="0"/>
              <a:t> মত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শ্বাসনালী</a:t>
            </a:r>
            <a:r>
              <a:rPr lang="en-US" dirty="0"/>
              <a:t> </a:t>
            </a:r>
            <a:r>
              <a:rPr lang="en-US" dirty="0" err="1"/>
              <a:t>আক্রান্তের</a:t>
            </a:r>
            <a:r>
              <a:rPr lang="en-US" dirty="0"/>
              <a:t> </a:t>
            </a:r>
            <a:r>
              <a:rPr lang="en-US" dirty="0" err="1"/>
              <a:t>ফলে</a:t>
            </a:r>
            <a:r>
              <a:rPr lang="en-US" dirty="0"/>
              <a:t> </a:t>
            </a:r>
            <a:r>
              <a:rPr lang="en-US" dirty="0" err="1"/>
              <a:t>শ্বাসকষ্ট</a:t>
            </a:r>
            <a:r>
              <a:rPr lang="en-US" dirty="0"/>
              <a:t> </a:t>
            </a:r>
            <a:r>
              <a:rPr lang="en-US" dirty="0" err="1"/>
              <a:t>হয়</a:t>
            </a:r>
            <a:endParaRPr lang="en-US" dirty="0"/>
          </a:p>
          <a:p>
            <a:pPr marL="914400" lvl="1" indent="-457200">
              <a:buFont typeface="Wingdings" panose="05000000000000000000" pitchFamily="2" charset="2"/>
              <a:buChar char="Ø"/>
            </a:pPr>
            <a:r>
              <a:rPr lang="en-US" dirty="0" err="1"/>
              <a:t>নাক</a:t>
            </a:r>
            <a:r>
              <a:rPr lang="en-US" dirty="0"/>
              <a:t> </a:t>
            </a:r>
            <a:r>
              <a:rPr lang="en-US" dirty="0" err="1"/>
              <a:t>দিয়ে</a:t>
            </a:r>
            <a:r>
              <a:rPr lang="en-US" dirty="0"/>
              <a:t> </a:t>
            </a:r>
            <a:r>
              <a:rPr lang="en-US" dirty="0" err="1"/>
              <a:t>শ্লেষ্মা</a:t>
            </a:r>
            <a:r>
              <a:rPr lang="en-US" dirty="0"/>
              <a:t> </a:t>
            </a:r>
            <a:r>
              <a:rPr lang="en-US" dirty="0" err="1"/>
              <a:t>ঝরে</a:t>
            </a:r>
            <a:endParaRPr lang="en-US" dirty="0"/>
          </a:p>
          <a:p>
            <a:pPr marL="914400" lvl="1" indent="-457200">
              <a:buFont typeface="Wingdings" panose="05000000000000000000" pitchFamily="2" charset="2"/>
              <a:buChar char="Ø"/>
            </a:pPr>
            <a:r>
              <a:rPr lang="en-US" dirty="0" err="1"/>
              <a:t>চোখ</a:t>
            </a:r>
            <a:r>
              <a:rPr lang="en-US" dirty="0"/>
              <a:t> </a:t>
            </a:r>
            <a:r>
              <a:rPr lang="en-US" dirty="0" err="1"/>
              <a:t>ফুলে</a:t>
            </a:r>
            <a:r>
              <a:rPr lang="en-US" dirty="0"/>
              <a:t> </a:t>
            </a:r>
            <a:r>
              <a:rPr lang="en-US" dirty="0" err="1"/>
              <a:t>উঠে</a:t>
            </a:r>
            <a:endParaRPr lang="en-US" dirty="0"/>
          </a:p>
          <a:p>
            <a:pPr marL="914400" lvl="1" indent="-457200">
              <a:buFont typeface="Wingdings" panose="05000000000000000000" pitchFamily="2" charset="2"/>
              <a:buChar char="Ø"/>
            </a:pPr>
            <a:r>
              <a:rPr lang="en-US" dirty="0" err="1"/>
              <a:t>ঘাড়</a:t>
            </a:r>
            <a:r>
              <a:rPr lang="en-US" dirty="0"/>
              <a:t> </a:t>
            </a:r>
            <a:r>
              <a:rPr lang="en-US" dirty="0" err="1"/>
              <a:t>বাকা</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মুরগী</a:t>
            </a:r>
            <a:r>
              <a:rPr lang="en-US" dirty="0"/>
              <a:t> </a:t>
            </a:r>
            <a:r>
              <a:rPr lang="en-US" dirty="0" err="1"/>
              <a:t>হঠাত</a:t>
            </a:r>
            <a:r>
              <a:rPr lang="en-US" dirty="0"/>
              <a:t> </a:t>
            </a:r>
            <a:r>
              <a:rPr lang="en-US" dirty="0" err="1"/>
              <a:t>করে</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সুস্থ</a:t>
            </a:r>
            <a:r>
              <a:rPr lang="en-US" dirty="0"/>
              <a:t> </a:t>
            </a:r>
            <a:r>
              <a:rPr lang="en-US" dirty="0" err="1"/>
              <a:t>মুরগী</a:t>
            </a:r>
            <a:r>
              <a:rPr lang="en-US" dirty="0"/>
              <a:t> </a:t>
            </a:r>
            <a:r>
              <a:rPr lang="en-US" dirty="0" err="1"/>
              <a:t>থেকে</a:t>
            </a:r>
            <a:r>
              <a:rPr lang="en-US" dirty="0"/>
              <a:t> </a:t>
            </a:r>
            <a:r>
              <a:rPr lang="en-US" dirty="0" err="1"/>
              <a:t>অসুস্থ্য</a:t>
            </a:r>
            <a:r>
              <a:rPr lang="en-US" dirty="0"/>
              <a:t> </a:t>
            </a:r>
            <a:r>
              <a:rPr lang="en-US" dirty="0" err="1"/>
              <a:t>মুরগী</a:t>
            </a:r>
            <a:r>
              <a:rPr lang="en-US" dirty="0"/>
              <a:t> </a:t>
            </a:r>
            <a:r>
              <a:rPr lang="en-US" dirty="0" err="1"/>
              <a:t>পৃথক</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ও </a:t>
            </a:r>
            <a:r>
              <a:rPr lang="en-US" dirty="0" err="1"/>
              <a:t>তার</a:t>
            </a:r>
            <a:r>
              <a:rPr lang="en-US" dirty="0"/>
              <a:t> </a:t>
            </a:r>
            <a:r>
              <a:rPr lang="en-US" dirty="0" err="1"/>
              <a:t>মলত্যাগ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solidFill>
                  <a:schemeClr val="accent2">
                    <a:lumMod val="60000"/>
                    <a:lumOff val="40000"/>
                  </a:schemeClr>
                </a:solidFill>
              </a:rPr>
              <a:t>বাচ্চা</a:t>
            </a:r>
            <a:r>
              <a:rPr lang="en-US" dirty="0">
                <a:solidFill>
                  <a:schemeClr val="accent2">
                    <a:lumMod val="60000"/>
                    <a:lumOff val="40000"/>
                  </a:schemeClr>
                </a:solidFill>
              </a:rPr>
              <a:t> </a:t>
            </a:r>
            <a:r>
              <a:rPr lang="en-US" dirty="0" err="1">
                <a:solidFill>
                  <a:schemeClr val="accent2">
                    <a:lumMod val="60000"/>
                    <a:lumOff val="40000"/>
                  </a:schemeClr>
                </a:solidFill>
              </a:rPr>
              <a:t>মুরগীকে</a:t>
            </a:r>
            <a:r>
              <a:rPr lang="en-US" dirty="0">
                <a:solidFill>
                  <a:schemeClr val="accent2">
                    <a:lumMod val="60000"/>
                    <a:lumOff val="40000"/>
                  </a:schemeClr>
                </a:solidFill>
              </a:rPr>
              <a:t> BCRDV ও </a:t>
            </a:r>
            <a:r>
              <a:rPr lang="en-US" dirty="0" err="1">
                <a:solidFill>
                  <a:schemeClr val="accent2">
                    <a:lumMod val="60000"/>
                    <a:lumOff val="40000"/>
                  </a:schemeClr>
                </a:solidFill>
              </a:rPr>
              <a:t>বড়</a:t>
            </a:r>
            <a:r>
              <a:rPr lang="en-US" dirty="0">
                <a:solidFill>
                  <a:schemeClr val="accent2">
                    <a:lumMod val="60000"/>
                    <a:lumOff val="40000"/>
                  </a:schemeClr>
                </a:solidFill>
              </a:rPr>
              <a:t> </a:t>
            </a:r>
            <a:r>
              <a:rPr lang="en-US" dirty="0" err="1">
                <a:solidFill>
                  <a:schemeClr val="accent2">
                    <a:lumMod val="60000"/>
                    <a:lumOff val="40000"/>
                  </a:schemeClr>
                </a:solidFill>
              </a:rPr>
              <a:t>মুরগীকে</a:t>
            </a:r>
            <a:r>
              <a:rPr lang="en-US" dirty="0">
                <a:solidFill>
                  <a:schemeClr val="accent2">
                    <a:lumMod val="60000"/>
                    <a:lumOff val="40000"/>
                  </a:schemeClr>
                </a:solidFill>
              </a:rPr>
              <a:t> RDV </a:t>
            </a:r>
            <a:r>
              <a:rPr lang="en-US" dirty="0" err="1">
                <a:solidFill>
                  <a:schemeClr val="accent2">
                    <a:lumMod val="60000"/>
                    <a:lumOff val="40000"/>
                  </a:schemeClr>
                </a:solidFill>
              </a:rPr>
              <a:t>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solidFill>
                <a:schemeClr val="accent2">
                  <a:lumMod val="60000"/>
                  <a:lumOff val="40000"/>
                </a:schemeClr>
              </a:solidFill>
            </a:endParaRPr>
          </a:p>
        </p:txBody>
      </p:sp>
      <p:pic>
        <p:nvPicPr>
          <p:cNvPr id="2050" name="Picture 2" descr="Ranikhet Disease (RD) in Layers and ...">
            <a:extLst>
              <a:ext uri="{FF2B5EF4-FFF2-40B4-BE49-F238E27FC236}">
                <a16:creationId xmlns:a16="http://schemas.microsoft.com/office/drawing/2014/main" id="{908E64F5-77AF-FBE5-49A2-A91D72A0C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4432" y="2227685"/>
            <a:ext cx="222885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anikhet Disease">
            <a:extLst>
              <a:ext uri="{FF2B5EF4-FFF2-40B4-BE49-F238E27FC236}">
                <a16:creationId xmlns:a16="http://schemas.microsoft.com/office/drawing/2014/main" id="{A12C20EF-6558-5FAB-D0F9-BD2CDEE57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434" y="4372123"/>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ewcastle/Ranikhet Disease Management ...">
            <a:extLst>
              <a:ext uri="{FF2B5EF4-FFF2-40B4-BE49-F238E27FC236}">
                <a16:creationId xmlns:a16="http://schemas.microsoft.com/office/drawing/2014/main" id="{FE019E05-57D3-45D6-D33B-A069A87AF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7184" y="2227685"/>
            <a:ext cx="3077408"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4090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বার্ড</a:t>
            </a:r>
            <a:r>
              <a:rPr lang="en-US" sz="4400" dirty="0"/>
              <a:t> </a:t>
            </a:r>
            <a:r>
              <a:rPr lang="en-US" sz="4400" dirty="0" err="1"/>
              <a:t>ফ্ল</a:t>
            </a:r>
            <a:r>
              <a:rPr lang="en-US" sz="4400" dirty="0"/>
              <a:t> </a:t>
            </a:r>
            <a:r>
              <a:rPr lang="en-US" sz="4400" dirty="0" err="1"/>
              <a:t>রোগ</a:t>
            </a:r>
            <a:r>
              <a:rPr lang="en-US" sz="4400" dirty="0"/>
              <a:t> (Bird Flue)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278094"/>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Avian Influenza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থাকে</a:t>
            </a:r>
            <a:endParaRPr lang="en-US" dirty="0"/>
          </a:p>
          <a:p>
            <a:pPr marL="914400" lvl="1" indent="-457200">
              <a:buFont typeface="Wingdings" panose="05000000000000000000" pitchFamily="2" charset="2"/>
              <a:buChar char="Ø"/>
            </a:pPr>
            <a:r>
              <a:rPr lang="en-US" dirty="0" err="1"/>
              <a:t>চোখ</a:t>
            </a:r>
            <a:r>
              <a:rPr lang="en-US" dirty="0"/>
              <a:t> </a:t>
            </a:r>
            <a:r>
              <a:rPr lang="en-US" dirty="0" err="1"/>
              <a:t>লাল</a:t>
            </a:r>
            <a:r>
              <a:rPr lang="en-US" dirty="0"/>
              <a:t> </a:t>
            </a:r>
            <a:r>
              <a:rPr lang="en-US" dirty="0" err="1"/>
              <a:t>হয়ে</a:t>
            </a:r>
            <a:r>
              <a:rPr lang="en-US" dirty="0"/>
              <a:t> </a:t>
            </a:r>
            <a:r>
              <a:rPr lang="en-US" dirty="0" err="1"/>
              <a:t>যায়</a:t>
            </a:r>
            <a:r>
              <a:rPr lang="en-US" dirty="0"/>
              <a:t>, </a:t>
            </a:r>
            <a:r>
              <a:rPr lang="en-US" dirty="0" err="1"/>
              <a:t>চারদিকে</a:t>
            </a:r>
            <a:r>
              <a:rPr lang="en-US" dirty="0"/>
              <a:t> </a:t>
            </a:r>
            <a:r>
              <a:rPr lang="en-US" dirty="0" err="1"/>
              <a:t>ফুলে</a:t>
            </a:r>
            <a:r>
              <a:rPr lang="en-US" dirty="0"/>
              <a:t> </a:t>
            </a:r>
            <a:r>
              <a:rPr lang="en-US" dirty="0" err="1"/>
              <a:t>যায়</a:t>
            </a:r>
            <a:r>
              <a:rPr lang="en-US" dirty="0"/>
              <a:t>, </a:t>
            </a:r>
            <a:r>
              <a:rPr lang="en-US" dirty="0" err="1"/>
              <a:t>চোখ</a:t>
            </a:r>
            <a:r>
              <a:rPr lang="en-US" dirty="0"/>
              <a:t> </a:t>
            </a:r>
            <a:r>
              <a:rPr lang="en-US" dirty="0" err="1"/>
              <a:t>বন্ধ</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মাথা</a:t>
            </a:r>
            <a:r>
              <a:rPr lang="en-US" dirty="0"/>
              <a:t>, </a:t>
            </a:r>
            <a:r>
              <a:rPr lang="en-US" dirty="0" err="1"/>
              <a:t>মাথার</a:t>
            </a:r>
            <a:r>
              <a:rPr lang="en-US" dirty="0"/>
              <a:t> </a:t>
            </a:r>
            <a:r>
              <a:rPr lang="en-US" dirty="0" err="1"/>
              <a:t>ঝুটি</a:t>
            </a:r>
            <a:r>
              <a:rPr lang="en-US" dirty="0"/>
              <a:t>, </a:t>
            </a:r>
            <a:r>
              <a:rPr lang="en-US" dirty="0" err="1"/>
              <a:t>কানের</a:t>
            </a:r>
            <a:r>
              <a:rPr lang="en-US" dirty="0"/>
              <a:t> </a:t>
            </a:r>
            <a:r>
              <a:rPr lang="en-US" dirty="0" err="1"/>
              <a:t>লতিতে</a:t>
            </a:r>
            <a:r>
              <a:rPr lang="en-US" dirty="0"/>
              <a:t> </a:t>
            </a:r>
            <a:r>
              <a:rPr lang="en-US" dirty="0" err="1"/>
              <a:t>পানি</a:t>
            </a:r>
            <a:r>
              <a:rPr lang="en-US" dirty="0"/>
              <a:t> </a:t>
            </a:r>
            <a:r>
              <a:rPr lang="en-US" dirty="0" err="1"/>
              <a:t>জমে</a:t>
            </a:r>
            <a:r>
              <a:rPr lang="en-US" dirty="0"/>
              <a:t> </a:t>
            </a:r>
            <a:r>
              <a:rPr lang="en-US" dirty="0" err="1"/>
              <a:t>ফুলে</a:t>
            </a:r>
            <a:r>
              <a:rPr lang="en-US" dirty="0"/>
              <a:t> </a:t>
            </a:r>
            <a:r>
              <a:rPr lang="en-US" dirty="0" err="1"/>
              <a:t>উঠে</a:t>
            </a:r>
            <a:endParaRPr lang="en-US" dirty="0"/>
          </a:p>
          <a:p>
            <a:pPr marL="914400" lvl="1" indent="-457200">
              <a:buFont typeface="Wingdings" panose="05000000000000000000" pitchFamily="2" charset="2"/>
              <a:buChar char="Ø"/>
            </a:pPr>
            <a:r>
              <a:rPr lang="en-US" dirty="0" err="1"/>
              <a:t>নাক</a:t>
            </a:r>
            <a:r>
              <a:rPr lang="en-US" dirty="0"/>
              <a:t> ও </a:t>
            </a:r>
            <a:r>
              <a:rPr lang="en-US" dirty="0" err="1"/>
              <a:t>মুখ</a:t>
            </a:r>
            <a:r>
              <a:rPr lang="en-US" dirty="0"/>
              <a:t> </a:t>
            </a:r>
            <a:r>
              <a:rPr lang="en-US" dirty="0" err="1"/>
              <a:t>দিয়ে</a:t>
            </a:r>
            <a:r>
              <a:rPr lang="en-US" dirty="0"/>
              <a:t> </a:t>
            </a:r>
            <a:r>
              <a:rPr lang="en-US" dirty="0" err="1"/>
              <a:t>পানি</a:t>
            </a:r>
            <a:r>
              <a:rPr lang="en-US" dirty="0"/>
              <a:t> </a:t>
            </a:r>
            <a:r>
              <a:rPr lang="en-US" dirty="0" err="1"/>
              <a:t>ঝরে</a:t>
            </a:r>
            <a:endParaRPr lang="en-US" dirty="0"/>
          </a:p>
          <a:p>
            <a:pPr marL="914400" lvl="1" indent="-457200">
              <a:buFont typeface="Wingdings" panose="05000000000000000000" pitchFamily="2" charset="2"/>
              <a:buChar char="Ø"/>
            </a:pPr>
            <a:r>
              <a:rPr lang="en-US" dirty="0" err="1"/>
              <a:t>পায়ের</a:t>
            </a:r>
            <a:r>
              <a:rPr lang="en-US" dirty="0"/>
              <a:t> </a:t>
            </a:r>
            <a:r>
              <a:rPr lang="en-US" dirty="0" err="1"/>
              <a:t>পাতায়</a:t>
            </a:r>
            <a:r>
              <a:rPr lang="en-US" dirty="0"/>
              <a:t> </a:t>
            </a:r>
            <a:r>
              <a:rPr lang="en-US" dirty="0" err="1"/>
              <a:t>রক্ত</a:t>
            </a:r>
            <a:r>
              <a:rPr lang="en-US" dirty="0"/>
              <a:t> </a:t>
            </a:r>
            <a:r>
              <a:rPr lang="en-US" dirty="0" err="1"/>
              <a:t>জমে</a:t>
            </a:r>
            <a:r>
              <a:rPr lang="en-US" dirty="0"/>
              <a:t> </a:t>
            </a:r>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স্বাস্থ্যসম্মত</a:t>
            </a:r>
            <a:r>
              <a:rPr lang="en-US" dirty="0"/>
              <a:t> </a:t>
            </a:r>
            <a:r>
              <a:rPr lang="en-US" dirty="0" err="1"/>
              <a:t>পালন</a:t>
            </a:r>
            <a:r>
              <a:rPr lang="en-US" dirty="0"/>
              <a:t> </a:t>
            </a:r>
            <a:r>
              <a:rPr lang="en-US" dirty="0" err="1"/>
              <a:t>ব্যাবস্থা</a:t>
            </a:r>
            <a:r>
              <a:rPr lang="en-US" dirty="0"/>
              <a:t> </a:t>
            </a:r>
            <a:r>
              <a:rPr lang="en-US" dirty="0" err="1"/>
              <a:t>মেনে</a:t>
            </a:r>
            <a:r>
              <a:rPr lang="en-US" dirty="0"/>
              <a:t> </a:t>
            </a:r>
            <a:r>
              <a:rPr lang="en-US" dirty="0" err="1"/>
              <a:t>চলা</a:t>
            </a:r>
            <a:endParaRPr lang="en-US" dirty="0"/>
          </a:p>
          <a:p>
            <a:pPr marL="914400" lvl="1" indent="-457200">
              <a:buFont typeface="Wingdings" panose="05000000000000000000" pitchFamily="2" charset="2"/>
              <a:buChar char="Ø"/>
            </a:pPr>
            <a:r>
              <a:rPr lang="en-US" dirty="0" err="1"/>
              <a:t>জঈব</a:t>
            </a:r>
            <a:r>
              <a:rPr lang="en-US" dirty="0"/>
              <a:t> </a:t>
            </a:r>
            <a:r>
              <a:rPr lang="en-US" dirty="0" err="1"/>
              <a:t>প্রতিরোধ</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সময়মত</a:t>
            </a:r>
            <a:r>
              <a:rPr lang="en-US" dirty="0"/>
              <a:t> Bird Flue Vaccine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3074" name="Picture 2" descr="Avian Influenza in Poultry | The ...">
            <a:extLst>
              <a:ext uri="{FF2B5EF4-FFF2-40B4-BE49-F238E27FC236}">
                <a16:creationId xmlns:a16="http://schemas.microsoft.com/office/drawing/2014/main" id="{6E94C375-F883-C093-A06C-5CEBF7D85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9585" y="2057072"/>
            <a:ext cx="1945523" cy="25055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icken Flu: Over 816 Royalty-Free ...">
            <a:extLst>
              <a:ext uri="{FF2B5EF4-FFF2-40B4-BE49-F238E27FC236}">
                <a16:creationId xmlns:a16="http://schemas.microsoft.com/office/drawing/2014/main" id="{4EDF2F69-CC27-97B8-91D4-870926DB8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922" y="4814393"/>
            <a:ext cx="263842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vian Flu in Birds? - My Pet Chicken">
            <a:extLst>
              <a:ext uri="{FF2B5EF4-FFF2-40B4-BE49-F238E27FC236}">
                <a16:creationId xmlns:a16="http://schemas.microsoft.com/office/drawing/2014/main" id="{235B5186-10B3-E1A3-5CF5-4EEE4D8F9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7799" y="2023640"/>
            <a:ext cx="2539029" cy="253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3807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গামবারো</a:t>
            </a:r>
            <a:r>
              <a:rPr lang="en-US" sz="4400" dirty="0"/>
              <a:t> </a:t>
            </a:r>
            <a:r>
              <a:rPr lang="en-US" sz="4400" dirty="0" err="1"/>
              <a:t>রোগ</a:t>
            </a:r>
            <a:r>
              <a:rPr lang="en-US" sz="4400" dirty="0"/>
              <a:t> (</a:t>
            </a:r>
            <a:r>
              <a:rPr lang="en-US" sz="4400" dirty="0" err="1"/>
              <a:t>Gumboro</a:t>
            </a:r>
            <a:r>
              <a:rPr lang="en-US" sz="4400" dirty="0"/>
              <a:t>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5109091"/>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err="1"/>
              <a:t>Birna</a:t>
            </a:r>
            <a:r>
              <a:rPr lang="en-US" dirty="0"/>
              <a:t>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হয়</a:t>
            </a:r>
            <a:endParaRPr lang="en-US" dirty="0"/>
          </a:p>
          <a:p>
            <a:pPr marL="914400" lvl="1" indent="-457200">
              <a:buFont typeface="Wingdings" panose="05000000000000000000" pitchFamily="2" charset="2"/>
              <a:buChar char="Ø"/>
            </a:pPr>
            <a:r>
              <a:rPr lang="en-US" dirty="0" err="1"/>
              <a:t>দুর্ঘন্ধযুক্ত</a:t>
            </a:r>
            <a:r>
              <a:rPr lang="en-US" dirty="0"/>
              <a:t>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শরীরের</a:t>
            </a:r>
            <a:r>
              <a:rPr lang="en-US" dirty="0"/>
              <a:t> </a:t>
            </a:r>
            <a:r>
              <a:rPr lang="en-US" dirty="0" err="1"/>
              <a:t>তাপমাত্রা</a:t>
            </a:r>
            <a:r>
              <a:rPr lang="en-US" dirty="0"/>
              <a:t> </a:t>
            </a:r>
            <a:r>
              <a:rPr lang="en-US" dirty="0" err="1"/>
              <a:t>অনেক</a:t>
            </a:r>
            <a:r>
              <a:rPr lang="en-US" dirty="0"/>
              <a:t> </a:t>
            </a:r>
            <a:r>
              <a:rPr lang="en-US" dirty="0" err="1"/>
              <a:t>বেড়ে</a:t>
            </a:r>
            <a:r>
              <a:rPr lang="en-US" dirty="0"/>
              <a:t> </a:t>
            </a:r>
            <a:r>
              <a:rPr lang="en-US" dirty="0" err="1"/>
              <a:t>যায়</a:t>
            </a:r>
            <a:endParaRPr lang="en-US" dirty="0"/>
          </a:p>
          <a:p>
            <a:pPr marL="914400" lvl="1" indent="-457200">
              <a:buFont typeface="Wingdings" panose="05000000000000000000" pitchFamily="2" charset="2"/>
              <a:buChar char="Ø"/>
            </a:pPr>
            <a:r>
              <a:rPr lang="en-US" dirty="0" err="1"/>
              <a:t>বাচ্চাগুলা</a:t>
            </a:r>
            <a:r>
              <a:rPr lang="en-US" dirty="0"/>
              <a:t> </a:t>
            </a:r>
            <a:r>
              <a:rPr lang="en-US" dirty="0" err="1"/>
              <a:t>ঘরের</a:t>
            </a:r>
            <a:r>
              <a:rPr lang="en-US" dirty="0"/>
              <a:t> </a:t>
            </a:r>
            <a:r>
              <a:rPr lang="en-US" dirty="0" err="1"/>
              <a:t>কোনে</a:t>
            </a:r>
            <a:r>
              <a:rPr lang="en-US" dirty="0"/>
              <a:t> </a:t>
            </a:r>
            <a:r>
              <a:rPr lang="en-US" dirty="0" err="1"/>
              <a:t>একসাথে</a:t>
            </a:r>
            <a:r>
              <a:rPr lang="en-US" dirty="0"/>
              <a:t> </a:t>
            </a:r>
            <a:r>
              <a:rPr lang="en-US" dirty="0" err="1"/>
              <a:t>ঝিমায়</a:t>
            </a:r>
            <a:endParaRPr lang="en-US" dirty="0"/>
          </a:p>
          <a:p>
            <a:pPr marL="914400" lvl="1" indent="-457200">
              <a:buFont typeface="Wingdings" panose="05000000000000000000" pitchFamily="2" charset="2"/>
              <a:buChar char="Ø"/>
            </a:pPr>
            <a:r>
              <a:rPr lang="en-US" dirty="0" err="1"/>
              <a:t>পায়ের</a:t>
            </a:r>
            <a:r>
              <a:rPr lang="en-US" dirty="0"/>
              <a:t> </a:t>
            </a:r>
            <a:r>
              <a:rPr lang="en-US" dirty="0" err="1"/>
              <a:t>গিট</a:t>
            </a:r>
            <a:r>
              <a:rPr lang="en-US" dirty="0"/>
              <a:t> </a:t>
            </a:r>
            <a:r>
              <a:rPr lang="en-US" dirty="0" err="1"/>
              <a:t>ফুলে</a:t>
            </a:r>
            <a:r>
              <a:rPr lang="en-US" dirty="0"/>
              <a:t> </a:t>
            </a:r>
            <a:r>
              <a:rPr lang="en-US" dirty="0" err="1"/>
              <a:t>যায়</a:t>
            </a:r>
            <a:endParaRPr lang="en-US" dirty="0"/>
          </a:p>
          <a:p>
            <a:pPr marL="914400" lvl="1" indent="-457200">
              <a:buFont typeface="Wingdings" panose="05000000000000000000" pitchFamily="2" charset="2"/>
              <a:buChar char="Ø"/>
            </a:pPr>
            <a:r>
              <a:rPr lang="en-US" dirty="0" err="1"/>
              <a:t>পানিতৃস্না</a:t>
            </a:r>
            <a:r>
              <a:rPr lang="en-US" dirty="0"/>
              <a:t> </a:t>
            </a:r>
            <a:r>
              <a:rPr lang="en-US" dirty="0" err="1"/>
              <a:t>বাড়ে</a:t>
            </a:r>
            <a:r>
              <a:rPr lang="en-US" dirty="0"/>
              <a:t>, </a:t>
            </a:r>
            <a:r>
              <a:rPr lang="en-US" dirty="0" err="1"/>
              <a:t>অরুচি</a:t>
            </a:r>
            <a:r>
              <a:rPr lang="en-US" dirty="0"/>
              <a:t> </a:t>
            </a:r>
            <a:r>
              <a:rPr lang="en-US" dirty="0" err="1"/>
              <a:t>হয়</a:t>
            </a:r>
            <a:endParaRPr lang="en-US" dirty="0"/>
          </a:p>
          <a:p>
            <a:pPr marL="914400" lvl="1" indent="-457200">
              <a:buFont typeface="Wingdings" panose="05000000000000000000" pitchFamily="2" charset="2"/>
              <a:buChar char="Ø"/>
            </a:pPr>
            <a:r>
              <a:rPr lang="en-US" dirty="0" err="1"/>
              <a:t>পায়ুপথ</a:t>
            </a:r>
            <a:r>
              <a:rPr lang="en-US" dirty="0"/>
              <a:t> </a:t>
            </a:r>
            <a:r>
              <a:rPr lang="en-US" dirty="0" err="1"/>
              <a:t>সবসময়</a:t>
            </a:r>
            <a:r>
              <a:rPr lang="en-US" dirty="0"/>
              <a:t> </a:t>
            </a:r>
            <a:r>
              <a:rPr lang="en-US" dirty="0" err="1"/>
              <a:t>ভেজা</a:t>
            </a:r>
            <a:r>
              <a:rPr lang="en-US" dirty="0"/>
              <a:t> </a:t>
            </a:r>
            <a:r>
              <a:rPr lang="en-US" dirty="0" err="1"/>
              <a:t>থাকে</a:t>
            </a:r>
            <a:endParaRPr lang="en-US" dirty="0"/>
          </a:p>
          <a:p>
            <a:pPr marL="914400" lvl="1" indent="-457200">
              <a:buFont typeface="Wingdings" panose="05000000000000000000" pitchFamily="2" charset="2"/>
              <a:buChar char="Ø"/>
            </a:pPr>
            <a:r>
              <a:rPr lang="en-US" dirty="0" err="1"/>
              <a:t>পানিশুন্যতায়</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t>সময়মত</a:t>
            </a:r>
            <a:r>
              <a:rPr lang="en-US" dirty="0"/>
              <a:t>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4098" name="Picture 2" descr="Infectious Bursal Disease (Gumboro) in ...">
            <a:extLst>
              <a:ext uri="{FF2B5EF4-FFF2-40B4-BE49-F238E27FC236}">
                <a16:creationId xmlns:a16="http://schemas.microsoft.com/office/drawing/2014/main" id="{42D376E4-B3D6-D3BA-2D37-5BFE7DDC2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4715" y="2678566"/>
            <a:ext cx="2590800" cy="17621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ntrol Gumboro disease in poultry farms">
            <a:extLst>
              <a:ext uri="{FF2B5EF4-FFF2-40B4-BE49-F238E27FC236}">
                <a16:creationId xmlns:a16="http://schemas.microsoft.com/office/drawing/2014/main" id="{A0A79A37-9405-EA74-D79B-373E118F6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4715" y="4569388"/>
            <a:ext cx="264795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nfectious Bursal Disease ...">
            <a:extLst>
              <a:ext uri="{FF2B5EF4-FFF2-40B4-BE49-F238E27FC236}">
                <a16:creationId xmlns:a16="http://schemas.microsoft.com/office/drawing/2014/main" id="{7F1D4C0A-7EDC-DC64-1F37-7E31CB192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6398" y="267856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6607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বসন্ত</a:t>
            </a:r>
            <a:r>
              <a:rPr lang="en-US" sz="4400" dirty="0"/>
              <a:t> </a:t>
            </a:r>
            <a:r>
              <a:rPr lang="en-US" sz="4400" dirty="0" err="1"/>
              <a:t>রোগ</a:t>
            </a:r>
            <a:r>
              <a:rPr lang="en-US" sz="4400" dirty="0"/>
              <a:t> (Chicken Pox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278094"/>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Fowl Pox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মাথার</a:t>
            </a:r>
            <a:r>
              <a:rPr lang="en-US" dirty="0"/>
              <a:t> </a:t>
            </a:r>
            <a:r>
              <a:rPr lang="en-US" dirty="0" err="1"/>
              <a:t>ঝুটির</a:t>
            </a:r>
            <a:r>
              <a:rPr lang="en-US" dirty="0"/>
              <a:t> </a:t>
            </a:r>
            <a:r>
              <a:rPr lang="en-US" dirty="0" err="1"/>
              <a:t>কাছে</a:t>
            </a:r>
            <a:r>
              <a:rPr lang="en-US" dirty="0"/>
              <a:t> </a:t>
            </a:r>
            <a:r>
              <a:rPr lang="en-US" dirty="0" err="1"/>
              <a:t>গুটি</a:t>
            </a:r>
            <a:r>
              <a:rPr lang="en-US" dirty="0"/>
              <a:t> </a:t>
            </a:r>
            <a:r>
              <a:rPr lang="en-US" dirty="0" err="1"/>
              <a:t>গুটি</a:t>
            </a:r>
            <a:r>
              <a:rPr lang="en-US" dirty="0"/>
              <a:t> </a:t>
            </a:r>
            <a:r>
              <a:rPr lang="en-US" dirty="0" err="1"/>
              <a:t>হয়</a:t>
            </a:r>
            <a:endParaRPr lang="en-US" dirty="0"/>
          </a:p>
          <a:p>
            <a:pPr marL="914400" lvl="1" indent="-457200">
              <a:buFont typeface="Wingdings" panose="05000000000000000000" pitchFamily="2" charset="2"/>
              <a:buChar char="Ø"/>
            </a:pPr>
            <a:r>
              <a:rPr lang="en-US" dirty="0" err="1"/>
              <a:t>চোখের</a:t>
            </a:r>
            <a:r>
              <a:rPr lang="en-US" dirty="0"/>
              <a:t> </a:t>
            </a:r>
            <a:r>
              <a:rPr lang="en-US" dirty="0" err="1"/>
              <a:t>পাশে</a:t>
            </a:r>
            <a:r>
              <a:rPr lang="en-US" dirty="0"/>
              <a:t> </a:t>
            </a:r>
            <a:r>
              <a:rPr lang="en-US" dirty="0" err="1"/>
              <a:t>গুটি</a:t>
            </a:r>
            <a:r>
              <a:rPr lang="en-US" dirty="0"/>
              <a:t> </a:t>
            </a:r>
            <a:r>
              <a:rPr lang="en-US" dirty="0" err="1"/>
              <a:t>হওয়ায়</a:t>
            </a:r>
            <a:r>
              <a:rPr lang="en-US" dirty="0"/>
              <a:t>, </a:t>
            </a:r>
            <a:r>
              <a:rPr lang="en-US" dirty="0" err="1"/>
              <a:t>চোখ</a:t>
            </a:r>
            <a:r>
              <a:rPr lang="en-US" dirty="0"/>
              <a:t> </a:t>
            </a:r>
            <a:r>
              <a:rPr lang="en-US" dirty="0" err="1"/>
              <a:t>বন্ধ</a:t>
            </a:r>
            <a:r>
              <a:rPr lang="en-US" dirty="0"/>
              <a:t> </a:t>
            </a:r>
            <a:r>
              <a:rPr lang="en-US" dirty="0" err="1"/>
              <a:t>হবার</a:t>
            </a:r>
            <a:r>
              <a:rPr lang="en-US" dirty="0"/>
              <a:t> </a:t>
            </a:r>
            <a:r>
              <a:rPr lang="en-US" dirty="0" err="1"/>
              <a:t>উপক্রম</a:t>
            </a:r>
            <a:r>
              <a:rPr lang="en-US" dirty="0"/>
              <a:t> </a:t>
            </a:r>
            <a:r>
              <a:rPr lang="en-US" dirty="0" err="1"/>
              <a:t>হয়</a:t>
            </a:r>
            <a:endParaRPr lang="en-US" dirty="0"/>
          </a:p>
          <a:p>
            <a:pPr marL="914400" lvl="1" indent="-457200">
              <a:buFont typeface="Wingdings" panose="05000000000000000000" pitchFamily="2" charset="2"/>
              <a:buChar char="Ø"/>
            </a:pPr>
            <a:r>
              <a:rPr lang="en-US" dirty="0" err="1"/>
              <a:t>গুটি</a:t>
            </a:r>
            <a:r>
              <a:rPr lang="en-US" dirty="0"/>
              <a:t> </a:t>
            </a:r>
            <a:r>
              <a:rPr lang="en-US" dirty="0" err="1"/>
              <a:t>লাল</a:t>
            </a:r>
            <a:r>
              <a:rPr lang="en-US" dirty="0"/>
              <a:t> </a:t>
            </a:r>
            <a:r>
              <a:rPr lang="en-US" dirty="0" err="1"/>
              <a:t>থেকে</a:t>
            </a:r>
            <a:r>
              <a:rPr lang="en-US" dirty="0"/>
              <a:t> </a:t>
            </a:r>
            <a:r>
              <a:rPr lang="en-US" dirty="0" err="1"/>
              <a:t>কালো</a:t>
            </a:r>
            <a:r>
              <a:rPr lang="en-US" dirty="0"/>
              <a:t> </a:t>
            </a:r>
            <a:r>
              <a:rPr lang="en-US" dirty="0" err="1"/>
              <a:t>বর্ণ</a:t>
            </a:r>
            <a:r>
              <a:rPr lang="en-US" dirty="0"/>
              <a:t> </a:t>
            </a:r>
            <a:r>
              <a:rPr lang="en-US" dirty="0" err="1"/>
              <a:t>ধারণ</a:t>
            </a:r>
            <a:r>
              <a:rPr lang="en-US" dirty="0"/>
              <a:t> </a:t>
            </a:r>
            <a:r>
              <a:rPr lang="en-US" dirty="0" err="1"/>
              <a:t>করে</a:t>
            </a:r>
            <a:endParaRPr lang="en-US" dirty="0"/>
          </a:p>
          <a:p>
            <a:pPr marL="914400" lvl="1" indent="-457200">
              <a:buFont typeface="Wingdings" panose="05000000000000000000" pitchFamily="2" charset="2"/>
              <a:buChar char="Ø"/>
            </a:pPr>
            <a:r>
              <a:rPr lang="en-US" dirty="0" err="1"/>
              <a:t>চোখ</a:t>
            </a:r>
            <a:r>
              <a:rPr lang="en-US" dirty="0"/>
              <a:t> ও </a:t>
            </a:r>
            <a:r>
              <a:rPr lang="en-US" dirty="0" err="1"/>
              <a:t>নাক</a:t>
            </a:r>
            <a:r>
              <a:rPr lang="en-US" dirty="0"/>
              <a:t> </a:t>
            </a:r>
            <a:r>
              <a:rPr lang="en-US" dirty="0" err="1"/>
              <a:t>দিয়ে</a:t>
            </a:r>
            <a:r>
              <a:rPr lang="en-US" dirty="0"/>
              <a:t> </a:t>
            </a:r>
            <a:r>
              <a:rPr lang="en-US" dirty="0" err="1"/>
              <a:t>তরল</a:t>
            </a:r>
            <a:r>
              <a:rPr lang="en-US" dirty="0"/>
              <a:t> </a:t>
            </a:r>
            <a:r>
              <a:rPr lang="en-US" dirty="0" err="1"/>
              <a:t>লালা</a:t>
            </a:r>
            <a:r>
              <a:rPr lang="en-US" dirty="0"/>
              <a:t> </a:t>
            </a:r>
            <a:r>
              <a:rPr lang="en-US" dirty="0" err="1"/>
              <a:t>নিসৃত</a:t>
            </a:r>
            <a:r>
              <a:rPr lang="en-US" dirty="0"/>
              <a:t> </a:t>
            </a:r>
            <a:r>
              <a:rPr lang="en-US" dirty="0" err="1"/>
              <a:t>হয়</a:t>
            </a:r>
            <a:endParaRPr lang="en-US" dirty="0"/>
          </a:p>
          <a:p>
            <a:pPr marL="914400" lvl="1" indent="-457200">
              <a:buFont typeface="Wingdings" panose="05000000000000000000" pitchFamily="2" charset="2"/>
              <a:buChar char="Ø"/>
            </a:pPr>
            <a:r>
              <a:rPr lang="en-US" dirty="0" err="1"/>
              <a:t>শ্বাসকষ্ট</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t>সময়মত</a:t>
            </a:r>
            <a:r>
              <a:rPr lang="en-US" dirty="0"/>
              <a:t>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5122" name="Picture 2" descr="Fowlpox in Poultry - Laying Hens">
            <a:extLst>
              <a:ext uri="{FF2B5EF4-FFF2-40B4-BE49-F238E27FC236}">
                <a16:creationId xmlns:a16="http://schemas.microsoft.com/office/drawing/2014/main" id="{E25398E6-148D-5B21-7872-FCE1C92C7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8594" y="2262479"/>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owl Pox - Bukoola Vet">
            <a:extLst>
              <a:ext uri="{FF2B5EF4-FFF2-40B4-BE49-F238E27FC236}">
                <a16:creationId xmlns:a16="http://schemas.microsoft.com/office/drawing/2014/main" id="{02964BB6-DC06-77F3-41DB-84E97972A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317" y="2262479"/>
            <a:ext cx="25812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 Guide to Fowl Pox in Chickens ...">
            <a:extLst>
              <a:ext uri="{FF2B5EF4-FFF2-40B4-BE49-F238E27FC236}">
                <a16:creationId xmlns:a16="http://schemas.microsoft.com/office/drawing/2014/main" id="{1534F0AC-33C6-7CEF-35C9-84356933EF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2081" y="4233624"/>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4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রক্ত</a:t>
            </a:r>
            <a:r>
              <a:rPr lang="en-US" sz="4400" dirty="0"/>
              <a:t> </a:t>
            </a:r>
            <a:r>
              <a:rPr lang="en-US" sz="4400" dirty="0" err="1"/>
              <a:t>আমাশয়</a:t>
            </a:r>
            <a:r>
              <a:rPr lang="en-US" sz="4400" dirty="0"/>
              <a:t> </a:t>
            </a:r>
            <a:r>
              <a:rPr lang="en-US" sz="4400" dirty="0" err="1"/>
              <a:t>রোগ</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344709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err="1"/>
              <a:t>Protozoya</a:t>
            </a:r>
            <a:r>
              <a:rPr lang="en-US" dirty="0"/>
              <a:t> (</a:t>
            </a:r>
            <a:r>
              <a:rPr lang="en-US" i="1" dirty="0"/>
              <a:t>Eimeria </a:t>
            </a:r>
            <a:r>
              <a:rPr lang="en-US" i="1" dirty="0" err="1"/>
              <a:t>tenella</a:t>
            </a:r>
            <a:r>
              <a:rPr lang="en-US" dirty="0"/>
              <a:t>)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হয়ে</a:t>
            </a:r>
            <a:r>
              <a:rPr lang="en-US" dirty="0"/>
              <a:t> </a:t>
            </a:r>
            <a:r>
              <a:rPr lang="en-US" dirty="0" err="1"/>
              <a:t>ঝুলে</a:t>
            </a:r>
            <a:r>
              <a:rPr lang="en-US" dirty="0"/>
              <a:t> </a:t>
            </a:r>
            <a:r>
              <a:rPr lang="en-US" dirty="0" err="1"/>
              <a:t>পরে</a:t>
            </a:r>
            <a:endParaRPr lang="en-US" dirty="0"/>
          </a:p>
          <a:p>
            <a:pPr marL="914400" lvl="1" indent="-457200">
              <a:buFont typeface="Wingdings" panose="05000000000000000000" pitchFamily="2" charset="2"/>
              <a:buChar char="Ø"/>
            </a:pPr>
            <a:r>
              <a:rPr lang="en-US" dirty="0" err="1"/>
              <a:t>দল</a:t>
            </a:r>
            <a:r>
              <a:rPr lang="en-US" dirty="0"/>
              <a:t> </a:t>
            </a:r>
            <a:r>
              <a:rPr lang="en-US" dirty="0" err="1"/>
              <a:t>থেকে</a:t>
            </a:r>
            <a:r>
              <a:rPr lang="en-US" dirty="0"/>
              <a:t> </a:t>
            </a:r>
            <a:r>
              <a:rPr lang="en-US" dirty="0" err="1"/>
              <a:t>আলাদা</a:t>
            </a:r>
            <a:r>
              <a:rPr lang="en-US" dirty="0"/>
              <a:t> </a:t>
            </a:r>
            <a:r>
              <a:rPr lang="en-US" dirty="0" err="1"/>
              <a:t>হয়ে</a:t>
            </a:r>
            <a:r>
              <a:rPr lang="en-US" dirty="0"/>
              <a:t> </a:t>
            </a:r>
            <a:r>
              <a:rPr lang="en-US" dirty="0" err="1"/>
              <a:t>বসে</a:t>
            </a:r>
            <a:r>
              <a:rPr lang="en-US" dirty="0"/>
              <a:t> </a:t>
            </a:r>
            <a:r>
              <a:rPr lang="en-US" dirty="0" err="1"/>
              <a:t>থাকে</a:t>
            </a:r>
            <a:endParaRPr lang="en-US" dirty="0"/>
          </a:p>
          <a:p>
            <a:pPr marL="914400" lvl="1" indent="-457200">
              <a:buFont typeface="Wingdings" panose="05000000000000000000" pitchFamily="2" charset="2"/>
              <a:buChar char="Ø"/>
            </a:pPr>
            <a:r>
              <a:rPr lang="en-US" dirty="0" err="1"/>
              <a:t>মলের</a:t>
            </a:r>
            <a:r>
              <a:rPr lang="en-US" dirty="0"/>
              <a:t> </a:t>
            </a:r>
            <a:r>
              <a:rPr lang="en-US" dirty="0" err="1"/>
              <a:t>সাথে</a:t>
            </a:r>
            <a:r>
              <a:rPr lang="en-US" dirty="0"/>
              <a:t> </a:t>
            </a:r>
            <a:r>
              <a:rPr lang="en-US" dirty="0" err="1"/>
              <a:t>রক্ত</a:t>
            </a:r>
            <a:r>
              <a:rPr lang="en-US" dirty="0"/>
              <a:t> ও </a:t>
            </a:r>
            <a:r>
              <a:rPr lang="en-US" dirty="0" err="1"/>
              <a:t>পাতলা</a:t>
            </a:r>
            <a:r>
              <a:rPr lang="en-US" dirty="0"/>
              <a:t> </a:t>
            </a:r>
            <a:r>
              <a:rPr lang="en-US" dirty="0" err="1"/>
              <a:t>মল</a:t>
            </a:r>
            <a:r>
              <a:rPr lang="en-US" dirty="0"/>
              <a:t> </a:t>
            </a:r>
            <a:r>
              <a:rPr lang="en-US" dirty="0" err="1"/>
              <a:t>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ঝুটি</a:t>
            </a:r>
            <a:r>
              <a:rPr lang="en-US" dirty="0"/>
              <a:t> ও </a:t>
            </a:r>
            <a:r>
              <a:rPr lang="en-US" dirty="0" err="1"/>
              <a:t>কানের</a:t>
            </a:r>
            <a:r>
              <a:rPr lang="en-US" dirty="0"/>
              <a:t> </a:t>
            </a:r>
            <a:r>
              <a:rPr lang="en-US" dirty="0" err="1"/>
              <a:t>লতি</a:t>
            </a:r>
            <a:r>
              <a:rPr lang="en-US" dirty="0"/>
              <a:t> </a:t>
            </a:r>
            <a:r>
              <a:rPr lang="en-US" dirty="0" err="1"/>
              <a:t>ফ্যাকাসে</a:t>
            </a:r>
            <a:r>
              <a:rPr lang="en-US" dirty="0"/>
              <a:t> </a:t>
            </a:r>
            <a:r>
              <a:rPr lang="en-US" dirty="0" err="1"/>
              <a:t>হয়ে</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r>
              <a:rPr lang="en-US" dirty="0"/>
              <a:t> </a:t>
            </a:r>
          </a:p>
          <a:p>
            <a:pPr marL="914400" lvl="1" indent="-457200">
              <a:buFont typeface="Wingdings" panose="05000000000000000000" pitchFamily="2" charset="2"/>
              <a:buChar char="Ø"/>
            </a:pPr>
            <a:r>
              <a:rPr lang="en-US" dirty="0" err="1"/>
              <a:t>সুস্থ্য</a:t>
            </a:r>
            <a:r>
              <a:rPr lang="en-US" dirty="0"/>
              <a:t> ও </a:t>
            </a:r>
            <a:r>
              <a:rPr lang="en-US" dirty="0" err="1"/>
              <a:t>রোগী</a:t>
            </a:r>
            <a:r>
              <a:rPr lang="en-US" dirty="0"/>
              <a:t> </a:t>
            </a:r>
            <a:r>
              <a:rPr lang="en-US" dirty="0" err="1"/>
              <a:t>মুরগীকে</a:t>
            </a:r>
            <a:r>
              <a:rPr lang="en-US" dirty="0"/>
              <a:t> </a:t>
            </a:r>
            <a:r>
              <a:rPr lang="en-US" dirty="0" err="1"/>
              <a:t>আলাদা</a:t>
            </a:r>
            <a:r>
              <a:rPr lang="en-US" dirty="0"/>
              <a:t> </a:t>
            </a:r>
            <a:r>
              <a:rPr lang="en-US" dirty="0" err="1"/>
              <a:t>করে</a:t>
            </a:r>
            <a:r>
              <a:rPr lang="en-US" dirty="0"/>
              <a:t> </a:t>
            </a:r>
            <a:r>
              <a:rPr lang="en-US" dirty="0" err="1"/>
              <a:t>রাখা</a:t>
            </a:r>
            <a:endParaRPr lang="en-US" dirty="0">
              <a:solidFill>
                <a:schemeClr val="accent2">
                  <a:lumMod val="60000"/>
                  <a:lumOff val="40000"/>
                </a:schemeClr>
              </a:solidFill>
            </a:endParaRPr>
          </a:p>
          <a:p>
            <a:pPr marL="914400" lvl="1" indent="-457200">
              <a:buFont typeface="Wingdings" panose="05000000000000000000" pitchFamily="2" charset="2"/>
              <a:buChar char="Ø"/>
            </a:pPr>
            <a:r>
              <a:rPr lang="en-US" dirty="0" err="1">
                <a:solidFill>
                  <a:schemeClr val="accent2">
                    <a:lumMod val="60000"/>
                    <a:lumOff val="40000"/>
                  </a:schemeClr>
                </a:solidFill>
              </a:rPr>
              <a:t>উচ্চক্ষমতা</a:t>
            </a:r>
            <a:r>
              <a:rPr lang="en-US" dirty="0">
                <a:solidFill>
                  <a:schemeClr val="accent2">
                    <a:lumMod val="60000"/>
                    <a:lumOff val="40000"/>
                  </a:schemeClr>
                </a:solidFill>
              </a:rPr>
              <a:t> </a:t>
            </a:r>
            <a:r>
              <a:rPr lang="en-US" dirty="0" err="1">
                <a:solidFill>
                  <a:schemeClr val="accent2">
                    <a:lumMod val="60000"/>
                    <a:lumOff val="40000"/>
                  </a:schemeClr>
                </a:solidFill>
              </a:rPr>
              <a:t>সম্পন্ন</a:t>
            </a:r>
            <a:r>
              <a:rPr lang="en-US" dirty="0">
                <a:solidFill>
                  <a:schemeClr val="accent2">
                    <a:lumMod val="60000"/>
                    <a:lumOff val="40000"/>
                  </a:schemeClr>
                </a:solidFill>
              </a:rPr>
              <a:t> </a:t>
            </a:r>
            <a:r>
              <a:rPr lang="en-US" dirty="0" err="1">
                <a:solidFill>
                  <a:schemeClr val="accent2">
                    <a:lumMod val="60000"/>
                    <a:lumOff val="40000"/>
                  </a:schemeClr>
                </a:solidFill>
              </a:rPr>
              <a:t>এন্টিবায়োটিক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p>
        </p:txBody>
      </p:sp>
      <p:pic>
        <p:nvPicPr>
          <p:cNvPr id="6146" name="Picture 2">
            <a:extLst>
              <a:ext uri="{FF2B5EF4-FFF2-40B4-BE49-F238E27FC236}">
                <a16:creationId xmlns:a16="http://schemas.microsoft.com/office/drawing/2014/main" id="{33A1E282-1913-08E2-A28C-C0C0C4258C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4566" y="239884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4E65AB6B-0D9C-4159-3C51-73475943A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0403" y="239884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99B6B07D-8282-8FCF-137A-42A142EE7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8053" y="4312590"/>
            <a:ext cx="2771775"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3177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কলেরা</a:t>
            </a:r>
            <a:r>
              <a:rPr lang="en-US" sz="4400" dirty="0"/>
              <a:t> </a:t>
            </a:r>
            <a:r>
              <a:rPr lang="en-US" sz="4400" dirty="0" err="1"/>
              <a:t>রোগ</a:t>
            </a:r>
            <a:r>
              <a:rPr lang="en-US" sz="4400" dirty="0"/>
              <a:t> (Fowl Cholera)</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3724096"/>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i="1" dirty="0"/>
              <a:t>Pasteurella </a:t>
            </a:r>
            <a:r>
              <a:rPr lang="en-US" i="1" dirty="0" err="1"/>
              <a:t>multocida</a:t>
            </a:r>
            <a:r>
              <a:rPr lang="en-US" i="1" dirty="0"/>
              <a:t>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ঘনঘন</a:t>
            </a:r>
            <a:r>
              <a:rPr lang="en-US" dirty="0"/>
              <a:t> </a:t>
            </a:r>
            <a:r>
              <a:rPr lang="en-US" dirty="0" err="1"/>
              <a:t>সবুজ</a:t>
            </a:r>
            <a:r>
              <a:rPr lang="en-US" dirty="0"/>
              <a:t> ও </a:t>
            </a:r>
            <a:r>
              <a:rPr lang="en-US" dirty="0" err="1"/>
              <a:t>হলুদ</a:t>
            </a:r>
            <a:r>
              <a:rPr lang="en-US" dirty="0"/>
              <a:t>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ঝুটি</a:t>
            </a:r>
            <a:r>
              <a:rPr lang="en-US" dirty="0"/>
              <a:t>, </a:t>
            </a:r>
            <a:r>
              <a:rPr lang="en-US" dirty="0" err="1"/>
              <a:t>গলকম্বল</a:t>
            </a:r>
            <a:r>
              <a:rPr lang="en-US" dirty="0"/>
              <a:t> ও </a:t>
            </a:r>
            <a:r>
              <a:rPr lang="en-US" dirty="0" err="1"/>
              <a:t>কানের</a:t>
            </a:r>
            <a:r>
              <a:rPr lang="en-US" dirty="0"/>
              <a:t> </a:t>
            </a:r>
            <a:r>
              <a:rPr lang="en-US" dirty="0" err="1"/>
              <a:t>লতি</a:t>
            </a:r>
            <a:r>
              <a:rPr lang="en-US" dirty="0"/>
              <a:t> </a:t>
            </a:r>
            <a:r>
              <a:rPr lang="en-US" dirty="0" err="1"/>
              <a:t>নীলাভ</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ডানা</a:t>
            </a:r>
            <a:r>
              <a:rPr lang="en-US" dirty="0"/>
              <a:t> </a:t>
            </a:r>
            <a:r>
              <a:rPr lang="en-US" dirty="0" err="1"/>
              <a:t>ঝুলে</a:t>
            </a:r>
            <a:r>
              <a:rPr lang="en-US" dirty="0"/>
              <a:t> </a:t>
            </a:r>
            <a:r>
              <a:rPr lang="en-US" dirty="0" err="1"/>
              <a:t>পড়ে</a:t>
            </a:r>
            <a:r>
              <a:rPr lang="en-US" dirty="0"/>
              <a:t> ও </a:t>
            </a:r>
            <a:r>
              <a:rPr lang="en-US" dirty="0" err="1"/>
              <a:t>পালক</a:t>
            </a:r>
            <a:r>
              <a:rPr lang="en-US" dirty="0"/>
              <a:t> </a:t>
            </a:r>
            <a:r>
              <a:rPr lang="en-US" dirty="0" err="1"/>
              <a:t>এলোমেলো</a:t>
            </a:r>
            <a:r>
              <a:rPr lang="en-US" dirty="0"/>
              <a:t> </a:t>
            </a:r>
            <a:r>
              <a:rPr lang="en-US" dirty="0" err="1"/>
              <a:t>হয়</a:t>
            </a:r>
            <a:endParaRPr lang="en-US" dirty="0"/>
          </a:p>
          <a:p>
            <a:pPr marL="914400" lvl="1" indent="-457200">
              <a:buFont typeface="Wingdings" panose="05000000000000000000" pitchFamily="2" charset="2"/>
              <a:buChar char="Ø"/>
            </a:pPr>
            <a:r>
              <a:rPr lang="en-US" dirty="0" err="1"/>
              <a:t>ঝুটি</a:t>
            </a:r>
            <a:r>
              <a:rPr lang="en-US" dirty="0"/>
              <a:t> ও </a:t>
            </a:r>
            <a:r>
              <a:rPr lang="en-US" dirty="0" err="1"/>
              <a:t>চোখ</a:t>
            </a:r>
            <a:r>
              <a:rPr lang="en-US" dirty="0"/>
              <a:t> </a:t>
            </a:r>
            <a:r>
              <a:rPr lang="en-US" dirty="0" err="1"/>
              <a:t>মুখ</a:t>
            </a:r>
            <a:r>
              <a:rPr lang="en-US" dirty="0"/>
              <a:t> </a:t>
            </a:r>
            <a:r>
              <a:rPr lang="en-US" dirty="0" err="1"/>
              <a:t>ফুলে</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মুরগী</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r>
              <a:rPr lang="en-US" dirty="0"/>
              <a:t> </a:t>
            </a:r>
          </a:p>
          <a:p>
            <a:pPr marL="914400" lvl="1" indent="-457200">
              <a:buFont typeface="Wingdings" panose="05000000000000000000" pitchFamily="2" charset="2"/>
              <a:buChar char="Ø"/>
            </a:pPr>
            <a:r>
              <a:rPr lang="en-US" dirty="0" err="1"/>
              <a:t>সুস্থ্য</a:t>
            </a:r>
            <a:r>
              <a:rPr lang="en-US" dirty="0"/>
              <a:t> ও </a:t>
            </a:r>
            <a:r>
              <a:rPr lang="en-US" dirty="0" err="1"/>
              <a:t>রোগী</a:t>
            </a:r>
            <a:r>
              <a:rPr lang="en-US" dirty="0"/>
              <a:t> </a:t>
            </a:r>
            <a:r>
              <a:rPr lang="en-US" dirty="0" err="1"/>
              <a:t>মুরগীকে</a:t>
            </a:r>
            <a:r>
              <a:rPr lang="en-US" dirty="0"/>
              <a:t> </a:t>
            </a:r>
            <a:r>
              <a:rPr lang="en-US" dirty="0" err="1"/>
              <a:t>আলাদা</a:t>
            </a:r>
            <a:r>
              <a:rPr lang="en-US" dirty="0"/>
              <a:t> </a:t>
            </a:r>
            <a:r>
              <a:rPr lang="en-US" dirty="0" err="1"/>
              <a:t>করে</a:t>
            </a:r>
            <a:r>
              <a:rPr lang="en-US" dirty="0"/>
              <a:t> </a:t>
            </a:r>
            <a:r>
              <a:rPr lang="en-US" dirty="0" err="1"/>
              <a:t>রাখা</a:t>
            </a:r>
            <a:endParaRPr lang="en-US" dirty="0">
              <a:solidFill>
                <a:schemeClr val="accent2">
                  <a:lumMod val="60000"/>
                  <a:lumOff val="40000"/>
                </a:schemeClr>
              </a:solidFill>
            </a:endParaRPr>
          </a:p>
          <a:p>
            <a:pPr marL="914400" lvl="1" indent="-457200">
              <a:buFont typeface="Wingdings" panose="05000000000000000000" pitchFamily="2" charset="2"/>
              <a:buChar char="Ø"/>
            </a:pPr>
            <a:r>
              <a:rPr lang="en-US" dirty="0" err="1">
                <a:solidFill>
                  <a:schemeClr val="accent2">
                    <a:lumMod val="60000"/>
                    <a:lumOff val="40000"/>
                  </a:schemeClr>
                </a:solidFill>
              </a:rPr>
              <a:t>উচ্চক্ষমতা</a:t>
            </a:r>
            <a:r>
              <a:rPr lang="en-US" dirty="0">
                <a:solidFill>
                  <a:schemeClr val="accent2">
                    <a:lumMod val="60000"/>
                    <a:lumOff val="40000"/>
                  </a:schemeClr>
                </a:solidFill>
              </a:rPr>
              <a:t> </a:t>
            </a:r>
            <a:r>
              <a:rPr lang="en-US" dirty="0" err="1">
                <a:solidFill>
                  <a:schemeClr val="accent2">
                    <a:lumMod val="60000"/>
                    <a:lumOff val="40000"/>
                  </a:schemeClr>
                </a:solidFill>
              </a:rPr>
              <a:t>সম্পন্ন</a:t>
            </a:r>
            <a:r>
              <a:rPr lang="en-US" dirty="0">
                <a:solidFill>
                  <a:schemeClr val="accent2">
                    <a:lumMod val="60000"/>
                    <a:lumOff val="40000"/>
                  </a:schemeClr>
                </a:solidFill>
              </a:rPr>
              <a:t> </a:t>
            </a:r>
            <a:r>
              <a:rPr lang="en-US" dirty="0" err="1">
                <a:solidFill>
                  <a:schemeClr val="accent2">
                    <a:lumMod val="60000"/>
                    <a:lumOff val="40000"/>
                  </a:schemeClr>
                </a:solidFill>
              </a:rPr>
              <a:t>এন্টিবায়োটিক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p>
        </p:txBody>
      </p:sp>
      <p:pic>
        <p:nvPicPr>
          <p:cNvPr id="7170" name="Picture 2" descr="Fowl cholera in Chickens: Signs ...">
            <a:extLst>
              <a:ext uri="{FF2B5EF4-FFF2-40B4-BE49-F238E27FC236}">
                <a16:creationId xmlns:a16="http://schemas.microsoft.com/office/drawing/2014/main" id="{B6BA10EC-E1E1-6A68-D7DC-2FB1BA9B9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3768" y="2283765"/>
            <a:ext cx="2124075" cy="20478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FOWL CHOLERA - Diseases of Poultry ...">
            <a:extLst>
              <a:ext uri="{FF2B5EF4-FFF2-40B4-BE49-F238E27FC236}">
                <a16:creationId xmlns:a16="http://schemas.microsoft.com/office/drawing/2014/main" id="{633D7C96-3244-0A02-50DA-A17A4BBCF1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2623" y="2299268"/>
            <a:ext cx="2619375" cy="203237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Fowl cholera in Chickens: Signs ...">
            <a:extLst>
              <a:ext uri="{FF2B5EF4-FFF2-40B4-BE49-F238E27FC236}">
                <a16:creationId xmlns:a16="http://schemas.microsoft.com/office/drawing/2014/main" id="{D1D433FA-C10E-2AA9-A9D2-CB539318B4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3768" y="4520828"/>
            <a:ext cx="2124075" cy="215265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FOWL CHOLERA - Diseases of Poultry ...">
            <a:extLst>
              <a:ext uri="{FF2B5EF4-FFF2-40B4-BE49-F238E27FC236}">
                <a16:creationId xmlns:a16="http://schemas.microsoft.com/office/drawing/2014/main" id="{E33B5907-967B-3DB6-CEB9-FFAE623AB5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2624" y="4510108"/>
            <a:ext cx="2619375" cy="2163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5233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 </a:t>
            </a:r>
            <a:r>
              <a:rPr lang="en-US" dirty="0" err="1"/>
              <a:t>হাসের</a:t>
            </a:r>
            <a:r>
              <a:rPr lang="en-US" dirty="0"/>
              <a:t> </a:t>
            </a:r>
            <a:r>
              <a:rPr lang="en-US" dirty="0" err="1"/>
              <a:t>বিভিন্ন</a:t>
            </a:r>
            <a:r>
              <a:rPr lang="en-US" dirty="0"/>
              <a:t> </a:t>
            </a:r>
            <a:r>
              <a:rPr lang="bn-IN" dirty="0"/>
              <a:t>জাত ও বৈশিষ্ট্য</a:t>
            </a:r>
            <a:endParaRPr lang="en-US" dirty="0"/>
          </a:p>
        </p:txBody>
      </p:sp>
      <p:graphicFrame>
        <p:nvGraphicFramePr>
          <p:cNvPr id="3" name="Diagram 2">
            <a:extLst>
              <a:ext uri="{FF2B5EF4-FFF2-40B4-BE49-F238E27FC236}">
                <a16:creationId xmlns:a16="http://schemas.microsoft.com/office/drawing/2014/main" id="{C0DEE24F-9119-8720-357B-61D2FB97341D}"/>
              </a:ext>
            </a:extLst>
          </p:cNvPr>
          <p:cNvGraphicFramePr/>
          <p:nvPr>
            <p:extLst>
              <p:ext uri="{D42A27DB-BD31-4B8C-83A1-F6EECF244321}">
                <p14:modId xmlns:p14="http://schemas.microsoft.com/office/powerpoint/2010/main" val="788556075"/>
              </p:ext>
            </p:extLst>
          </p:nvPr>
        </p:nvGraphicFramePr>
        <p:xfrm>
          <a:off x="361507" y="1796902"/>
          <a:ext cx="11419367" cy="47510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11692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পেকিন</a:t>
            </a:r>
            <a:r>
              <a:rPr lang="bn-IN" dirty="0"/>
              <a:t> জাত ও বৈশিষ্ট্য</a:t>
            </a:r>
            <a:r>
              <a:rPr lang="en-US" dirty="0"/>
              <a:t> (</a:t>
            </a:r>
            <a:r>
              <a:rPr lang="en-US" dirty="0" err="1"/>
              <a:t>বেইজিং</a:t>
            </a:r>
            <a:r>
              <a:rPr lang="en-US" dirty="0"/>
              <a:t> </a:t>
            </a:r>
            <a:r>
              <a:rPr lang="en-US" dirty="0" err="1"/>
              <a:t>হাঁস</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দেহের</a:t>
            </a:r>
            <a:r>
              <a:rPr lang="en-US" sz="2800" dirty="0"/>
              <a:t> </a:t>
            </a:r>
            <a:r>
              <a:rPr lang="en-US" sz="2800" dirty="0" err="1"/>
              <a:t>রঙ</a:t>
            </a:r>
            <a:r>
              <a:rPr lang="en-US" sz="2800" dirty="0"/>
              <a:t> </a:t>
            </a:r>
            <a:r>
              <a:rPr lang="en-US" sz="2800" dirty="0" err="1"/>
              <a:t>সাদা</a:t>
            </a:r>
            <a:r>
              <a:rPr lang="en-US" sz="2800" dirty="0"/>
              <a:t>, </a:t>
            </a:r>
            <a:r>
              <a:rPr lang="en-US" sz="2800" dirty="0" err="1"/>
              <a:t>শরীর</a:t>
            </a:r>
            <a:r>
              <a:rPr lang="en-US" sz="2800" dirty="0"/>
              <a:t> </a:t>
            </a:r>
            <a:r>
              <a:rPr lang="en-US" sz="2800" dirty="0" err="1"/>
              <a:t>প্রশস্থ</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গোলাকার</a:t>
            </a:r>
            <a:r>
              <a:rPr lang="en-US" sz="2800" dirty="0"/>
              <a:t>, ও </a:t>
            </a:r>
            <a:r>
              <a:rPr lang="en-US" sz="2800" dirty="0" err="1"/>
              <a:t>মাথার</a:t>
            </a:r>
            <a:r>
              <a:rPr lang="en-US" sz="2800" dirty="0"/>
              <a:t> </a:t>
            </a:r>
            <a:r>
              <a:rPr lang="en-US" sz="2800" dirty="0" err="1"/>
              <a:t>খুলি</a:t>
            </a:r>
            <a:r>
              <a:rPr lang="en-US" sz="2800" dirty="0"/>
              <a:t> </a:t>
            </a:r>
            <a:r>
              <a:rPr lang="en-US" sz="2800" dirty="0" err="1"/>
              <a:t>উচু</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খাটো</a:t>
            </a:r>
            <a:r>
              <a:rPr lang="en-US" sz="2800" dirty="0"/>
              <a:t>, </a:t>
            </a:r>
            <a:r>
              <a:rPr lang="en-US" sz="2800" dirty="0" err="1"/>
              <a:t>মজবুত</a:t>
            </a:r>
            <a:r>
              <a:rPr lang="en-US" sz="2800" dirty="0"/>
              <a:t> ও </a:t>
            </a:r>
            <a:r>
              <a:rPr lang="en-US" sz="2800" dirty="0" err="1"/>
              <a:t>ঠোটের</a:t>
            </a:r>
            <a:r>
              <a:rPr lang="en-US" sz="2800" dirty="0"/>
              <a:t> </a:t>
            </a:r>
            <a:r>
              <a:rPr lang="en-US" sz="2800" dirty="0" err="1"/>
              <a:t>মাঝ</a:t>
            </a:r>
            <a:r>
              <a:rPr lang="en-US" sz="2800" dirty="0"/>
              <a:t> </a:t>
            </a:r>
            <a:r>
              <a:rPr lang="en-US" sz="2800" dirty="0" err="1"/>
              <a:t>বরাবর</a:t>
            </a:r>
            <a:r>
              <a:rPr lang="en-US" sz="2800" dirty="0"/>
              <a:t> </a:t>
            </a:r>
            <a:r>
              <a:rPr lang="en-US" sz="2800" dirty="0" err="1"/>
              <a:t>লম্বালম্বি</a:t>
            </a:r>
            <a:r>
              <a:rPr lang="en-US" sz="2800" dirty="0"/>
              <a:t> </a:t>
            </a:r>
            <a:r>
              <a:rPr lang="en-US" sz="2800" dirty="0" err="1"/>
              <a:t>গোল</a:t>
            </a:r>
            <a:endParaRPr lang="en-US" sz="2800" dirty="0"/>
          </a:p>
          <a:p>
            <a:pPr marL="457200" indent="-457200">
              <a:buFont typeface="Wingdings" panose="05000000000000000000" pitchFamily="2" charset="2"/>
              <a:buChar char="Ø"/>
            </a:pPr>
            <a:r>
              <a:rPr lang="en-US" sz="2800" dirty="0" err="1"/>
              <a:t>হাঁসা</a:t>
            </a:r>
            <a:r>
              <a:rPr lang="en-US" sz="2800" dirty="0"/>
              <a:t> ৪.৫ </a:t>
            </a:r>
            <a:r>
              <a:rPr lang="en-US" sz="2800" dirty="0" err="1"/>
              <a:t>কেজি</a:t>
            </a:r>
            <a:r>
              <a:rPr lang="en-US" sz="2800" dirty="0"/>
              <a:t>, </a:t>
            </a:r>
            <a:r>
              <a:rPr lang="en-US" sz="2800" dirty="0" err="1"/>
              <a:t>হাসী</a:t>
            </a:r>
            <a:r>
              <a:rPr lang="en-US" sz="2800" dirty="0"/>
              <a:t> ৩-৪ </a:t>
            </a:r>
            <a:r>
              <a:rPr lang="en-US" sz="2800" dirty="0" err="1"/>
              <a:t>কেজি</a:t>
            </a:r>
            <a:endParaRPr lang="en-US" sz="2800" dirty="0"/>
          </a:p>
          <a:p>
            <a:pPr marL="457200" indent="-457200">
              <a:buFont typeface="Wingdings" panose="05000000000000000000" pitchFamily="2" charset="2"/>
              <a:buChar char="Ø"/>
            </a:pPr>
            <a:r>
              <a:rPr lang="en-US" sz="2800" dirty="0" err="1"/>
              <a:t>ডিম</a:t>
            </a:r>
            <a:r>
              <a:rPr lang="en-US" sz="2800" dirty="0"/>
              <a:t> </a:t>
            </a:r>
            <a:r>
              <a:rPr lang="en-US" sz="2800" dirty="0" err="1"/>
              <a:t>উৎপাদন</a:t>
            </a:r>
            <a:r>
              <a:rPr lang="en-US" sz="2800" dirty="0"/>
              <a:t> </a:t>
            </a:r>
            <a:r>
              <a:rPr lang="en-US" sz="2800" dirty="0" err="1"/>
              <a:t>ক্ষমতা</a:t>
            </a:r>
            <a:r>
              <a:rPr lang="en-US" sz="2800" dirty="0"/>
              <a:t> </a:t>
            </a:r>
            <a:r>
              <a:rPr lang="en-US" sz="2800" dirty="0" err="1"/>
              <a:t>কম</a:t>
            </a:r>
            <a:r>
              <a:rPr lang="en-US" sz="2800" dirty="0"/>
              <a:t>, ১৫০-১৬০টি</a:t>
            </a:r>
          </a:p>
          <a:p>
            <a:pPr marL="457200" indent="-457200">
              <a:buFont typeface="Wingdings" panose="05000000000000000000" pitchFamily="2" charset="2"/>
              <a:buChar char="Ø"/>
            </a:pPr>
            <a:r>
              <a:rPr lang="en-US" sz="2800" dirty="0" err="1"/>
              <a:t>ডিম</a:t>
            </a:r>
            <a:r>
              <a:rPr lang="en-US" sz="2800" dirty="0"/>
              <a:t> </a:t>
            </a:r>
            <a:r>
              <a:rPr lang="en-US" sz="2800" dirty="0" err="1"/>
              <a:t>সাদা</a:t>
            </a:r>
            <a:r>
              <a:rPr lang="en-US" sz="2800" dirty="0"/>
              <a:t>, </a:t>
            </a:r>
            <a:r>
              <a:rPr lang="en-US" sz="2800" dirty="0" err="1"/>
              <a:t>পায়ের</a:t>
            </a:r>
            <a:r>
              <a:rPr lang="en-US" sz="2800" dirty="0"/>
              <a:t> </a:t>
            </a:r>
            <a:r>
              <a:rPr lang="en-US" sz="2800" dirty="0" err="1"/>
              <a:t>রঙ</a:t>
            </a:r>
            <a:r>
              <a:rPr lang="en-US" sz="2800" dirty="0"/>
              <a:t> </a:t>
            </a:r>
            <a:r>
              <a:rPr lang="en-US" sz="2800" dirty="0" err="1"/>
              <a:t>লালচে</a:t>
            </a:r>
            <a:r>
              <a:rPr lang="en-US" sz="2800" dirty="0"/>
              <a:t> </a:t>
            </a:r>
            <a:r>
              <a:rPr lang="en-US" sz="2800" dirty="0" err="1"/>
              <a:t>কমলা</a:t>
            </a:r>
            <a:endParaRPr lang="bn-IN" sz="2800" dirty="0"/>
          </a:p>
        </p:txBody>
      </p:sp>
      <p:pic>
        <p:nvPicPr>
          <p:cNvPr id="1028" name="Picture 4" descr="Murray McMurray Hatchery - White Chinese Geese">
            <a:extLst>
              <a:ext uri="{FF2B5EF4-FFF2-40B4-BE49-F238E27FC236}">
                <a16:creationId xmlns:a16="http://schemas.microsoft.com/office/drawing/2014/main" id="{B5CDDA4B-C3B3-356D-B962-11AB46A60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514" y="1913859"/>
            <a:ext cx="4944141" cy="4944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210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রোয়েন</a:t>
            </a:r>
            <a:r>
              <a:rPr lang="bn-IN" dirty="0"/>
              <a:t> জাত ও বৈশিষ্ট্য</a:t>
            </a:r>
            <a:r>
              <a:rPr lang="en-US" dirty="0"/>
              <a:t> (</a:t>
            </a:r>
            <a:r>
              <a:rPr lang="en-US" dirty="0" err="1"/>
              <a:t>ফ্রান্সের</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মাথা</a:t>
            </a:r>
            <a:r>
              <a:rPr lang="en-US" sz="2800" dirty="0"/>
              <a:t> </a:t>
            </a:r>
            <a:r>
              <a:rPr lang="en-US" sz="2800" dirty="0" err="1"/>
              <a:t>বেশ</a:t>
            </a:r>
            <a:r>
              <a:rPr lang="en-US" sz="2800" dirty="0"/>
              <a:t> </a:t>
            </a:r>
            <a:r>
              <a:rPr lang="en-US" sz="2800" dirty="0" err="1"/>
              <a:t>বড়</a:t>
            </a:r>
            <a:r>
              <a:rPr lang="en-US" sz="2800" dirty="0"/>
              <a:t> , </a:t>
            </a:r>
            <a:r>
              <a:rPr lang="en-US" sz="2800" dirty="0" err="1"/>
              <a:t>লম্বা</a:t>
            </a:r>
            <a:r>
              <a:rPr lang="en-US" sz="2800" dirty="0"/>
              <a:t> ও </a:t>
            </a:r>
            <a:r>
              <a:rPr lang="en-US" sz="2800" dirty="0" err="1"/>
              <a:t>প্রশস্থ</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লম্বা</a:t>
            </a:r>
            <a:r>
              <a:rPr lang="en-US" sz="2800" dirty="0"/>
              <a:t>, </a:t>
            </a:r>
            <a:r>
              <a:rPr lang="en-US" sz="2800" dirty="0" err="1"/>
              <a:t>প্রশস্থ</a:t>
            </a:r>
            <a:endParaRPr lang="en-US" sz="2800" dirty="0"/>
          </a:p>
          <a:p>
            <a:pPr marL="457200" indent="-457200">
              <a:buFont typeface="Wingdings" panose="05000000000000000000" pitchFamily="2" charset="2"/>
              <a:buChar char="Ø"/>
            </a:pPr>
            <a:r>
              <a:rPr lang="en-US" sz="2800" dirty="0" err="1"/>
              <a:t>শরীর</a:t>
            </a:r>
            <a:r>
              <a:rPr lang="en-US" sz="2800" dirty="0"/>
              <a:t> </a:t>
            </a:r>
            <a:r>
              <a:rPr lang="en-US" sz="2800" dirty="0" err="1"/>
              <a:t>বেশ</a:t>
            </a:r>
            <a:r>
              <a:rPr lang="en-US" sz="2800" dirty="0"/>
              <a:t> </a:t>
            </a:r>
            <a:r>
              <a:rPr lang="en-US" sz="2800" dirty="0" err="1"/>
              <a:t>প্রশস্থ</a:t>
            </a:r>
            <a:r>
              <a:rPr lang="en-US" sz="2800" dirty="0"/>
              <a:t>, </a:t>
            </a:r>
            <a:r>
              <a:rPr lang="en-US" sz="2800" dirty="0" err="1"/>
              <a:t>লেজ</a:t>
            </a:r>
            <a:r>
              <a:rPr lang="en-US" sz="2800" dirty="0"/>
              <a:t>, </a:t>
            </a:r>
            <a:r>
              <a:rPr lang="en-US" sz="2800" dirty="0" err="1"/>
              <a:t>ঘাড়</a:t>
            </a:r>
            <a:r>
              <a:rPr lang="en-US" sz="2800" dirty="0"/>
              <a:t> ও </a:t>
            </a:r>
            <a:r>
              <a:rPr lang="en-US" sz="2800" dirty="0" err="1"/>
              <a:t>মাথার</a:t>
            </a:r>
            <a:r>
              <a:rPr lang="en-US" sz="2800" dirty="0"/>
              <a:t> </a:t>
            </a:r>
            <a:r>
              <a:rPr lang="en-US" sz="2800" dirty="0" err="1"/>
              <a:t>রঙ</a:t>
            </a:r>
            <a:r>
              <a:rPr lang="en-US" sz="2800" dirty="0"/>
              <a:t> </a:t>
            </a:r>
            <a:r>
              <a:rPr lang="en-US" sz="2800" dirty="0" err="1"/>
              <a:t>গারো</a:t>
            </a:r>
            <a:r>
              <a:rPr lang="en-US" sz="2800" dirty="0"/>
              <a:t> </a:t>
            </a:r>
            <a:r>
              <a:rPr lang="en-US" sz="2800" dirty="0" err="1"/>
              <a:t>সবুজ</a:t>
            </a:r>
            <a:endParaRPr lang="en-US" sz="2800" dirty="0"/>
          </a:p>
          <a:p>
            <a:pPr marL="457200" indent="-457200">
              <a:buFont typeface="Wingdings" panose="05000000000000000000" pitchFamily="2" charset="2"/>
              <a:buChar char="Ø"/>
            </a:pPr>
            <a:r>
              <a:rPr lang="en-US" sz="2800" dirty="0"/>
              <a:t>৪-৪.৫ </a:t>
            </a:r>
            <a:r>
              <a:rPr lang="en-US" sz="2800" dirty="0" err="1"/>
              <a:t>কেজি</a:t>
            </a:r>
            <a:r>
              <a:rPr lang="en-US" sz="2800" dirty="0"/>
              <a:t>, ৩.৫-৪ </a:t>
            </a:r>
            <a:r>
              <a:rPr lang="en-US" sz="2800" dirty="0" err="1"/>
              <a:t>কেজি</a:t>
            </a:r>
            <a:endParaRPr lang="en-US" sz="2800" dirty="0"/>
          </a:p>
          <a:p>
            <a:pPr marL="457200" indent="-457200">
              <a:buFont typeface="Wingdings" panose="05000000000000000000" pitchFamily="2" charset="2"/>
              <a:buChar char="Ø"/>
            </a:pPr>
            <a:r>
              <a:rPr lang="en-US" sz="2800" dirty="0"/>
              <a:t>৮০-১০০টি </a:t>
            </a:r>
            <a:r>
              <a:rPr lang="en-US" sz="2800" dirty="0" err="1"/>
              <a:t>ডিম</a:t>
            </a:r>
            <a:r>
              <a:rPr lang="en-US" sz="2800" dirty="0"/>
              <a:t> </a:t>
            </a:r>
            <a:r>
              <a:rPr lang="en-US" sz="2800" dirty="0" err="1"/>
              <a:t>দেয়</a:t>
            </a:r>
            <a:r>
              <a:rPr lang="en-US" sz="2800" dirty="0"/>
              <a:t> </a:t>
            </a:r>
            <a:r>
              <a:rPr lang="en-US" sz="2800" dirty="0" err="1"/>
              <a:t>বছরে</a:t>
            </a:r>
            <a:endParaRPr lang="en-US" sz="2800" dirty="0"/>
          </a:p>
          <a:p>
            <a:endParaRPr lang="bn-IN" sz="2800" dirty="0"/>
          </a:p>
        </p:txBody>
      </p:sp>
      <p:pic>
        <p:nvPicPr>
          <p:cNvPr id="2050" name="Picture 2" descr="P1000148 | Michael van Rooyen | Flickr">
            <a:extLst>
              <a:ext uri="{FF2B5EF4-FFF2-40B4-BE49-F238E27FC236}">
                <a16:creationId xmlns:a16="http://schemas.microsoft.com/office/drawing/2014/main" id="{356868B6-87D7-DD92-5414-6D231DBF0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0474" y="1913860"/>
            <a:ext cx="3611526" cy="2708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 Hundred Roman Goose Royalty-Free Images, Stock Photos &amp; Pictures |  Shutterstock">
            <a:extLst>
              <a:ext uri="{FF2B5EF4-FFF2-40B4-BE49-F238E27FC236}">
                <a16:creationId xmlns:a16="http://schemas.microsoft.com/office/drawing/2014/main" id="{56EAF5AF-59E7-4644-FF28-F98E71CD0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7935" y="3987431"/>
            <a:ext cx="3352282" cy="2708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5337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রানার</a:t>
            </a:r>
            <a:r>
              <a:rPr lang="bn-IN" dirty="0"/>
              <a:t> জাত ও বৈশিষ্ট্য</a:t>
            </a:r>
            <a:r>
              <a:rPr lang="en-US" dirty="0"/>
              <a:t> (</a:t>
            </a:r>
            <a:r>
              <a:rPr lang="en-US" dirty="0" err="1"/>
              <a:t>ইন্ডিয়ান</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a:t>
            </a:r>
            <a:r>
              <a:rPr lang="en-US" sz="2800" dirty="0" err="1"/>
              <a:t>ধূসর</a:t>
            </a:r>
            <a:r>
              <a:rPr lang="en-US" sz="2800" dirty="0"/>
              <a:t>, </a:t>
            </a:r>
            <a:r>
              <a:rPr lang="en-US" sz="2800" dirty="0" err="1"/>
              <a:t>ঠোট</a:t>
            </a:r>
            <a:r>
              <a:rPr lang="en-US" sz="2800" dirty="0"/>
              <a:t> </a:t>
            </a:r>
            <a:r>
              <a:rPr lang="en-US" sz="2800" dirty="0" err="1"/>
              <a:t>নীলাভ-হলদে</a:t>
            </a:r>
            <a:endParaRPr lang="en-US" sz="2800" dirty="0"/>
          </a:p>
          <a:p>
            <a:pPr marL="457200" indent="-457200">
              <a:buFont typeface="Wingdings" panose="05000000000000000000" pitchFamily="2" charset="2"/>
              <a:buChar char="Ø"/>
            </a:pPr>
            <a:r>
              <a:rPr lang="en-US" sz="2800" dirty="0" err="1"/>
              <a:t>সাদা</a:t>
            </a:r>
            <a:r>
              <a:rPr lang="en-US" sz="2800" dirty="0"/>
              <a:t> </a:t>
            </a:r>
            <a:r>
              <a:rPr lang="en-US" sz="2800" dirty="0" err="1"/>
              <a:t>রঙ্গের</a:t>
            </a:r>
            <a:r>
              <a:rPr lang="en-US" sz="2800" dirty="0"/>
              <a:t> </a:t>
            </a:r>
            <a:r>
              <a:rPr lang="en-US" sz="2800" dirty="0" err="1"/>
              <a:t>রানার</a:t>
            </a:r>
            <a:r>
              <a:rPr lang="en-US" sz="2800" dirty="0"/>
              <a:t> </a:t>
            </a:r>
            <a:r>
              <a:rPr lang="en-US" sz="2800" dirty="0" err="1"/>
              <a:t>অধিক</a:t>
            </a:r>
            <a:r>
              <a:rPr lang="en-US" sz="2800" dirty="0"/>
              <a:t> </a:t>
            </a:r>
            <a:r>
              <a:rPr lang="en-US" sz="2800" dirty="0" err="1"/>
              <a:t>উৎপাদনশীল</a:t>
            </a:r>
            <a:r>
              <a:rPr lang="en-US" sz="2800" dirty="0"/>
              <a:t> </a:t>
            </a:r>
          </a:p>
          <a:p>
            <a:pPr marL="457200" indent="-457200">
              <a:buFont typeface="Wingdings" panose="05000000000000000000" pitchFamily="2" charset="2"/>
              <a:buChar char="Ø"/>
            </a:pPr>
            <a:r>
              <a:rPr lang="en-US" sz="2800" dirty="0" err="1"/>
              <a:t>ওজনে</a:t>
            </a:r>
            <a:r>
              <a:rPr lang="en-US" sz="2800" dirty="0"/>
              <a:t> </a:t>
            </a:r>
            <a:r>
              <a:rPr lang="en-US" sz="2800" dirty="0" err="1"/>
              <a:t>হালকা</a:t>
            </a:r>
            <a:r>
              <a:rPr lang="en-US" sz="2800" dirty="0"/>
              <a:t> , </a:t>
            </a:r>
            <a:r>
              <a:rPr lang="en-US" sz="2800" dirty="0" err="1"/>
              <a:t>লম্বাটে</a:t>
            </a:r>
            <a:r>
              <a:rPr lang="en-US" sz="2800" dirty="0"/>
              <a:t> , </a:t>
            </a:r>
            <a:r>
              <a:rPr lang="en-US" sz="2800" dirty="0" err="1"/>
              <a:t>গলা</a:t>
            </a:r>
            <a:r>
              <a:rPr lang="en-US" sz="2800" dirty="0"/>
              <a:t> </a:t>
            </a:r>
            <a:r>
              <a:rPr lang="en-US" sz="2800" dirty="0" err="1"/>
              <a:t>চিকন</a:t>
            </a:r>
            <a:endParaRPr lang="en-US" sz="2800" dirty="0"/>
          </a:p>
          <a:p>
            <a:pPr marL="457200" indent="-457200">
              <a:buFont typeface="Wingdings" panose="05000000000000000000" pitchFamily="2" charset="2"/>
              <a:buChar char="Ø"/>
            </a:pPr>
            <a:r>
              <a:rPr lang="en-US" sz="2800" dirty="0" err="1"/>
              <a:t>শরীরের</a:t>
            </a:r>
            <a:r>
              <a:rPr lang="en-US" sz="2800" dirty="0"/>
              <a:t> </a:t>
            </a:r>
            <a:r>
              <a:rPr lang="en-US" sz="2800" dirty="0" err="1"/>
              <a:t>তুলনায়</a:t>
            </a:r>
            <a:r>
              <a:rPr lang="en-US" sz="2800" dirty="0"/>
              <a:t> </a:t>
            </a:r>
            <a:r>
              <a:rPr lang="en-US" sz="2800" dirty="0" err="1"/>
              <a:t>পাখা</a:t>
            </a:r>
            <a:r>
              <a:rPr lang="en-US" sz="2800" dirty="0"/>
              <a:t> </a:t>
            </a:r>
            <a:r>
              <a:rPr lang="en-US" sz="2800" dirty="0" err="1"/>
              <a:t>ছোট</a:t>
            </a:r>
            <a:r>
              <a:rPr lang="en-US" sz="2800" dirty="0"/>
              <a:t>, </a:t>
            </a:r>
            <a:r>
              <a:rPr lang="en-US" sz="2800" dirty="0" err="1"/>
              <a:t>আটোসাটো</a:t>
            </a:r>
            <a:endParaRPr lang="en-US" sz="2800" dirty="0"/>
          </a:p>
          <a:p>
            <a:pPr marL="457200" indent="-457200">
              <a:buFont typeface="Wingdings" panose="05000000000000000000" pitchFamily="2" charset="2"/>
              <a:buChar char="Ø"/>
            </a:pPr>
            <a:r>
              <a:rPr lang="en-US" sz="2800" dirty="0"/>
              <a:t>২৫০-২৬০টি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a:t>২ </a:t>
            </a:r>
            <a:r>
              <a:rPr lang="en-US" sz="2800" dirty="0" err="1"/>
              <a:t>কেজি</a:t>
            </a:r>
            <a:r>
              <a:rPr lang="en-US" sz="2800" dirty="0"/>
              <a:t>, ১.৫ </a:t>
            </a:r>
            <a:r>
              <a:rPr lang="en-US" sz="2800" dirty="0" err="1"/>
              <a:t>কেজি</a:t>
            </a:r>
            <a:r>
              <a:rPr lang="en-US" sz="2800" dirty="0"/>
              <a:t> </a:t>
            </a:r>
            <a:r>
              <a:rPr lang="en-US" sz="2800" dirty="0" err="1"/>
              <a:t>ওজন</a:t>
            </a:r>
            <a:endParaRPr lang="bn-IN" sz="2800" dirty="0"/>
          </a:p>
        </p:txBody>
      </p:sp>
      <p:pic>
        <p:nvPicPr>
          <p:cNvPr id="3076" name="Picture 4" descr="Indian Runner Ducks: The Upright, Active, and Entertaining Breed">
            <a:extLst>
              <a:ext uri="{FF2B5EF4-FFF2-40B4-BE49-F238E27FC236}">
                <a16:creationId xmlns:a16="http://schemas.microsoft.com/office/drawing/2014/main" id="{D000322E-FDEA-1870-1C72-4CB38D16F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9625" y="1913859"/>
            <a:ext cx="5932376" cy="4944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8066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a:t>১৯০১ </a:t>
            </a:r>
            <a:r>
              <a:rPr lang="en-US" dirty="0" err="1"/>
              <a:t>সালের</a:t>
            </a:r>
            <a:r>
              <a:rPr lang="en-US" dirty="0"/>
              <a:t> </a:t>
            </a:r>
            <a:r>
              <a:rPr lang="en-US" dirty="0" err="1"/>
              <a:t>খাকি</a:t>
            </a:r>
            <a:r>
              <a:rPr lang="en-US" dirty="0"/>
              <a:t> </a:t>
            </a:r>
            <a:r>
              <a:rPr lang="en-US" dirty="0" err="1"/>
              <a:t>ক্যাম্বেল</a:t>
            </a:r>
            <a:r>
              <a:rPr lang="bn-IN" dirty="0"/>
              <a:t> জাত ও বৈশিষ্ট্য</a:t>
            </a:r>
            <a:r>
              <a:rPr lang="en-US" dirty="0"/>
              <a:t> (</a:t>
            </a:r>
            <a:r>
              <a:rPr lang="en-US" dirty="0" err="1"/>
              <a:t>ইংল্যান্ড</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খাকি</a:t>
            </a:r>
            <a:r>
              <a:rPr lang="en-US" sz="2800" dirty="0"/>
              <a:t> </a:t>
            </a:r>
            <a:r>
              <a:rPr lang="en-US" sz="2800" dirty="0" err="1"/>
              <a:t>রঙের</a:t>
            </a:r>
            <a:r>
              <a:rPr lang="en-US" sz="2800" dirty="0"/>
              <a:t>, </a:t>
            </a:r>
            <a:r>
              <a:rPr lang="en-US" sz="2800" dirty="0" err="1"/>
              <a:t>পা</a:t>
            </a:r>
            <a:r>
              <a:rPr lang="en-US" sz="2800" dirty="0"/>
              <a:t> </a:t>
            </a:r>
            <a:r>
              <a:rPr lang="en-US" sz="2800" dirty="0" err="1"/>
              <a:t>মেটে</a:t>
            </a:r>
            <a:r>
              <a:rPr lang="en-US" sz="2800" dirty="0"/>
              <a:t>, </a:t>
            </a:r>
            <a:r>
              <a:rPr lang="en-US" sz="2800" dirty="0" err="1"/>
              <a:t>চোখ</a:t>
            </a:r>
            <a:r>
              <a:rPr lang="en-US" sz="2800" dirty="0"/>
              <a:t> </a:t>
            </a:r>
            <a:r>
              <a:rPr lang="en-US" sz="2800" dirty="0" err="1"/>
              <a:t>কালো</a:t>
            </a:r>
            <a:r>
              <a:rPr lang="en-US" sz="2800" dirty="0"/>
              <a:t> </a:t>
            </a:r>
          </a:p>
          <a:p>
            <a:pPr marL="457200" indent="-457200">
              <a:buFont typeface="Wingdings" panose="05000000000000000000" pitchFamily="2" charset="2"/>
              <a:buChar char="Ø"/>
            </a:pPr>
            <a:r>
              <a:rPr lang="en-US" sz="2800" dirty="0" err="1"/>
              <a:t>আকারে</a:t>
            </a:r>
            <a:r>
              <a:rPr lang="en-US" sz="2800" dirty="0"/>
              <a:t> </a:t>
            </a:r>
            <a:r>
              <a:rPr lang="en-US" sz="2800" dirty="0" err="1"/>
              <a:t>মাঝারি</a:t>
            </a:r>
            <a:r>
              <a:rPr lang="en-US" sz="2800" dirty="0"/>
              <a:t>, </a:t>
            </a:r>
            <a:r>
              <a:rPr lang="en-US" sz="2800" dirty="0" err="1"/>
              <a:t>শরীর</a:t>
            </a:r>
            <a:r>
              <a:rPr lang="en-US" sz="2800" dirty="0"/>
              <a:t> </a:t>
            </a:r>
            <a:r>
              <a:rPr lang="en-US" sz="2800" dirty="0" err="1"/>
              <a:t>প্রশস্থ</a:t>
            </a:r>
            <a:r>
              <a:rPr lang="en-US" sz="2800" dirty="0"/>
              <a:t>, </a:t>
            </a:r>
            <a:r>
              <a:rPr lang="en-US" sz="2800" dirty="0" err="1"/>
              <a:t>মাথা</a:t>
            </a:r>
            <a:r>
              <a:rPr lang="en-US" sz="2800" dirty="0"/>
              <a:t> </a:t>
            </a:r>
            <a:r>
              <a:rPr lang="en-US" sz="2800" dirty="0" err="1"/>
              <a:t>গোলাকার</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মাঝারী</a:t>
            </a:r>
            <a:r>
              <a:rPr lang="en-US" sz="2800" dirty="0"/>
              <a:t>, </a:t>
            </a:r>
            <a:r>
              <a:rPr lang="en-US" sz="2800" dirty="0" err="1"/>
              <a:t>লীলাভ</a:t>
            </a:r>
            <a:r>
              <a:rPr lang="en-US" sz="2800" dirty="0"/>
              <a:t> </a:t>
            </a:r>
            <a:r>
              <a:rPr lang="en-US" sz="2800" dirty="0" err="1"/>
              <a:t>সবুজ</a:t>
            </a:r>
            <a:r>
              <a:rPr lang="en-US" sz="2800" dirty="0"/>
              <a:t> </a:t>
            </a:r>
            <a:r>
              <a:rPr lang="en-US" sz="2800" dirty="0" err="1"/>
              <a:t>রঙের</a:t>
            </a:r>
            <a:endParaRPr lang="en-US" sz="2800" dirty="0"/>
          </a:p>
          <a:p>
            <a:pPr marL="457200" indent="-457200">
              <a:buFont typeface="Wingdings" panose="05000000000000000000" pitchFamily="2" charset="2"/>
              <a:buChar char="Ø"/>
            </a:pPr>
            <a:r>
              <a:rPr lang="en-US" sz="2800" dirty="0"/>
              <a:t>২৫০-৩০০ </a:t>
            </a:r>
            <a:r>
              <a:rPr lang="en-US" sz="2800" dirty="0" err="1"/>
              <a:t>টি</a:t>
            </a:r>
            <a:r>
              <a:rPr lang="en-US" sz="2800" dirty="0"/>
              <a:t>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err="1"/>
              <a:t>ওজনঃ</a:t>
            </a:r>
            <a:r>
              <a:rPr lang="en-US" sz="2800" dirty="0"/>
              <a:t> ২.৫ </a:t>
            </a:r>
            <a:r>
              <a:rPr lang="en-US" sz="2800" dirty="0" err="1"/>
              <a:t>কেজি</a:t>
            </a:r>
            <a:r>
              <a:rPr lang="en-US" sz="2800" dirty="0"/>
              <a:t>, ১.৫ </a:t>
            </a:r>
            <a:r>
              <a:rPr lang="en-US" sz="2800" dirty="0" err="1"/>
              <a:t>কেজি</a:t>
            </a:r>
            <a:endParaRPr lang="en-US" sz="2800" dirty="0"/>
          </a:p>
        </p:txBody>
      </p:sp>
      <p:pic>
        <p:nvPicPr>
          <p:cNvPr id="4098" name="Picture 2" descr="Ducklings: Khaki Campbell - My Pet Chicken">
            <a:extLst>
              <a:ext uri="{FF2B5EF4-FFF2-40B4-BE49-F238E27FC236}">
                <a16:creationId xmlns:a16="http://schemas.microsoft.com/office/drawing/2014/main" id="{7C435845-175B-F941-53C1-FD6403310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405963"/>
            <a:ext cx="3452037" cy="34520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ampbell - British Waterfowl Association">
            <a:extLst>
              <a:ext uri="{FF2B5EF4-FFF2-40B4-BE49-F238E27FC236}">
                <a16:creationId xmlns:a16="http://schemas.microsoft.com/office/drawing/2014/main" id="{16A53FE9-F74E-CB23-2449-58F566C57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687" y="1911141"/>
            <a:ext cx="4209313" cy="274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9636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জিনডিং</a:t>
            </a:r>
            <a:r>
              <a:rPr lang="bn-IN" dirty="0"/>
              <a:t> জাত ও বৈশিষ্ট্য</a:t>
            </a:r>
            <a:r>
              <a:rPr lang="en-US" dirty="0"/>
              <a:t> (</a:t>
            </a:r>
            <a:r>
              <a:rPr lang="en-US" dirty="0" err="1"/>
              <a:t>চীনের</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মধ্যম</a:t>
            </a:r>
            <a:r>
              <a:rPr lang="en-US" sz="2800" dirty="0"/>
              <a:t> ও </a:t>
            </a:r>
            <a:r>
              <a:rPr lang="en-US" sz="2800" dirty="0" err="1"/>
              <a:t>হালকা</a:t>
            </a:r>
            <a:r>
              <a:rPr lang="en-US" sz="2800" dirty="0"/>
              <a:t>, </a:t>
            </a:r>
            <a:r>
              <a:rPr lang="en-US" sz="2800" dirty="0" err="1"/>
              <a:t>গলা</a:t>
            </a:r>
            <a:r>
              <a:rPr lang="en-US" sz="2800" dirty="0"/>
              <a:t> </a:t>
            </a:r>
            <a:r>
              <a:rPr lang="en-US" sz="2800" dirty="0" err="1"/>
              <a:t>চিকন</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বর্ন</a:t>
            </a:r>
            <a:r>
              <a:rPr lang="en-US" sz="2800" dirty="0"/>
              <a:t> </a:t>
            </a:r>
            <a:r>
              <a:rPr lang="en-US" sz="2800" dirty="0" err="1"/>
              <a:t>সামান্য</a:t>
            </a:r>
            <a:r>
              <a:rPr lang="en-US" sz="2800" dirty="0"/>
              <a:t> </a:t>
            </a:r>
            <a:r>
              <a:rPr lang="en-US" sz="2800" dirty="0" err="1"/>
              <a:t>খাকি</a:t>
            </a:r>
            <a:r>
              <a:rPr lang="en-US" sz="2800" dirty="0"/>
              <a:t>, </a:t>
            </a:r>
            <a:r>
              <a:rPr lang="en-US" sz="2800" dirty="0" err="1"/>
              <a:t>বাদামী</a:t>
            </a:r>
            <a:r>
              <a:rPr lang="en-US" sz="2800" dirty="0"/>
              <a:t> ও </a:t>
            </a:r>
            <a:r>
              <a:rPr lang="en-US" sz="2800" dirty="0" err="1"/>
              <a:t>কালো</a:t>
            </a:r>
            <a:r>
              <a:rPr lang="en-US" sz="2800" dirty="0"/>
              <a:t> </a:t>
            </a:r>
            <a:r>
              <a:rPr lang="en-US" sz="2800" dirty="0" err="1"/>
              <a:t>ফোটায়</a:t>
            </a:r>
            <a:r>
              <a:rPr lang="en-US" sz="2800" dirty="0"/>
              <a:t> </a:t>
            </a:r>
            <a:r>
              <a:rPr lang="en-US" sz="2800" dirty="0" err="1"/>
              <a:t>ভরা</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পা</a:t>
            </a:r>
            <a:r>
              <a:rPr lang="en-US" sz="2800" dirty="0"/>
              <a:t> ও </a:t>
            </a:r>
            <a:r>
              <a:rPr lang="en-US" sz="2800" dirty="0" err="1"/>
              <a:t>ঠোট</a:t>
            </a:r>
            <a:r>
              <a:rPr lang="en-US" sz="2800" dirty="0"/>
              <a:t> </a:t>
            </a:r>
            <a:r>
              <a:rPr lang="en-US" sz="2800" dirty="0" err="1"/>
              <a:t>বাদামী</a:t>
            </a:r>
            <a:r>
              <a:rPr lang="en-US" sz="2800" dirty="0"/>
              <a:t> </a:t>
            </a:r>
            <a:r>
              <a:rPr lang="en-US" sz="2800" dirty="0" err="1"/>
              <a:t>রংগের</a:t>
            </a:r>
            <a:endParaRPr lang="en-US" sz="2800" dirty="0"/>
          </a:p>
          <a:p>
            <a:pPr marL="457200" indent="-457200">
              <a:buFont typeface="Wingdings" panose="05000000000000000000" pitchFamily="2" charset="2"/>
              <a:buChar char="Ø"/>
            </a:pPr>
            <a:r>
              <a:rPr lang="en-US" sz="2800" dirty="0"/>
              <a:t>২০০-২৫০ </a:t>
            </a:r>
            <a:r>
              <a:rPr lang="en-US" sz="2800" dirty="0" err="1"/>
              <a:t>টি</a:t>
            </a:r>
            <a:r>
              <a:rPr lang="en-US" sz="2800" dirty="0"/>
              <a:t>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err="1"/>
              <a:t>ওজনঃ</a:t>
            </a:r>
            <a:r>
              <a:rPr lang="en-US" sz="2800" dirty="0"/>
              <a:t> ১.৫-২ </a:t>
            </a:r>
            <a:r>
              <a:rPr lang="en-US" sz="2800" dirty="0" err="1"/>
              <a:t>কেজি</a:t>
            </a:r>
            <a:r>
              <a:rPr lang="en-US" sz="2800" dirty="0"/>
              <a:t>, ১ </a:t>
            </a:r>
            <a:r>
              <a:rPr lang="en-US" sz="2800" dirty="0" err="1"/>
              <a:t>কেজি</a:t>
            </a:r>
            <a:endParaRPr lang="en-US" sz="2800" dirty="0"/>
          </a:p>
        </p:txBody>
      </p:sp>
      <p:pic>
        <p:nvPicPr>
          <p:cNvPr id="4102" name="Picture 6" descr="Jinding duck stock image. Image of asia, animal, south - 101235093">
            <a:extLst>
              <a:ext uri="{FF2B5EF4-FFF2-40B4-BE49-F238E27FC236}">
                <a16:creationId xmlns:a16="http://schemas.microsoft.com/office/drawing/2014/main" id="{9D2A7960-C18A-FEAD-4201-5F0A78793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8792" y="1798776"/>
            <a:ext cx="3983208" cy="326044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Jinding duck stock photo. Image of jinding, chinese - 101235404">
            <a:extLst>
              <a:ext uri="{FF2B5EF4-FFF2-40B4-BE49-F238E27FC236}">
                <a16:creationId xmlns:a16="http://schemas.microsoft.com/office/drawing/2014/main" id="{AB857596-0FE3-5433-83BA-07901A1AA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424859"/>
            <a:ext cx="3363085" cy="2433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1523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মাস্কোভি</a:t>
            </a:r>
            <a:r>
              <a:rPr lang="bn-IN" dirty="0"/>
              <a:t> জাত ও বৈশিষ্ট্য</a:t>
            </a:r>
            <a:r>
              <a:rPr lang="en-US" dirty="0"/>
              <a:t> (</a:t>
            </a:r>
            <a:r>
              <a:rPr lang="en-US" dirty="0" err="1"/>
              <a:t>দক্ষিন</a:t>
            </a:r>
            <a:r>
              <a:rPr lang="en-US" dirty="0"/>
              <a:t> </a:t>
            </a:r>
            <a:r>
              <a:rPr lang="en-US" dirty="0" err="1"/>
              <a:t>আমেরিকা</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বড়</a:t>
            </a:r>
            <a:r>
              <a:rPr lang="en-US" sz="2800" dirty="0"/>
              <a:t> ও </a:t>
            </a:r>
            <a:r>
              <a:rPr lang="en-US" sz="2800" dirty="0" err="1"/>
              <a:t>লম্বা</a:t>
            </a:r>
            <a:r>
              <a:rPr lang="en-US" sz="2800" dirty="0"/>
              <a:t> , </a:t>
            </a:r>
            <a:r>
              <a:rPr lang="en-US" sz="2800" dirty="0" err="1"/>
              <a:t>শরীর</a:t>
            </a:r>
            <a:r>
              <a:rPr lang="en-US" sz="2800" dirty="0"/>
              <a:t> </a:t>
            </a:r>
            <a:r>
              <a:rPr lang="en-US" sz="2800" dirty="0" err="1"/>
              <a:t>প্রশস্ত</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রঙ</a:t>
            </a:r>
            <a:r>
              <a:rPr lang="en-US" sz="2800" dirty="0"/>
              <a:t> </a:t>
            </a:r>
            <a:r>
              <a:rPr lang="en-US" sz="2800" dirty="0" err="1"/>
              <a:t>সাদা-কালো</a:t>
            </a:r>
            <a:r>
              <a:rPr lang="en-US" sz="2800" dirty="0"/>
              <a:t> </a:t>
            </a:r>
            <a:r>
              <a:rPr lang="en-US" sz="2800" dirty="0" err="1"/>
              <a:t>নীলাভ</a:t>
            </a:r>
            <a:r>
              <a:rPr lang="en-US" sz="2800" dirty="0"/>
              <a:t> </a:t>
            </a:r>
            <a:r>
              <a:rPr lang="en-US" sz="2800" dirty="0" err="1"/>
              <a:t>মিশ্রিত</a:t>
            </a:r>
            <a:endParaRPr lang="en-US" sz="2800" dirty="0"/>
          </a:p>
          <a:p>
            <a:pPr marL="457200" indent="-457200">
              <a:buFont typeface="Wingdings" panose="05000000000000000000" pitchFamily="2" charset="2"/>
              <a:buChar char="Ø"/>
            </a:pPr>
            <a:r>
              <a:rPr lang="en-US" sz="2800" dirty="0" err="1"/>
              <a:t>হাঁসা</a:t>
            </a:r>
            <a:r>
              <a:rPr lang="en-US" sz="2800" dirty="0"/>
              <a:t> ৭ </a:t>
            </a:r>
            <a:r>
              <a:rPr lang="en-US" sz="2800" dirty="0" err="1"/>
              <a:t>কেজি</a:t>
            </a:r>
            <a:r>
              <a:rPr lang="en-US" sz="2800" dirty="0"/>
              <a:t> ও </a:t>
            </a:r>
            <a:r>
              <a:rPr lang="en-US" sz="2800" dirty="0" err="1"/>
              <a:t>হাসী</a:t>
            </a:r>
            <a:r>
              <a:rPr lang="en-US" sz="2800" dirty="0"/>
              <a:t> ৩ </a:t>
            </a:r>
            <a:r>
              <a:rPr lang="en-US" sz="2800" dirty="0" err="1"/>
              <a:t>কেজি</a:t>
            </a:r>
            <a:endParaRPr lang="en-US" sz="2800" dirty="0"/>
          </a:p>
          <a:p>
            <a:pPr marL="457200" indent="-457200">
              <a:buFont typeface="Wingdings" panose="05000000000000000000" pitchFamily="2" charset="2"/>
              <a:buChar char="Ø"/>
            </a:pPr>
            <a:r>
              <a:rPr lang="en-US" sz="2800" dirty="0"/>
              <a:t>৮০-১০০ </a:t>
            </a:r>
            <a:r>
              <a:rPr lang="en-US" sz="2800" dirty="0" err="1"/>
              <a:t>টি</a:t>
            </a:r>
            <a:r>
              <a:rPr lang="en-US" sz="2800" dirty="0"/>
              <a:t> </a:t>
            </a:r>
            <a:r>
              <a:rPr lang="en-US" sz="2800" dirty="0" err="1"/>
              <a:t>ডিম</a:t>
            </a:r>
            <a:r>
              <a:rPr lang="en-US" sz="2800" dirty="0"/>
              <a:t> </a:t>
            </a:r>
            <a:r>
              <a:rPr lang="en-US" sz="2800" dirty="0" err="1"/>
              <a:t>দেয়</a:t>
            </a:r>
            <a:r>
              <a:rPr lang="en-US" sz="2800" dirty="0"/>
              <a:t> </a:t>
            </a:r>
            <a:r>
              <a:rPr lang="en-US" sz="2800" dirty="0" err="1"/>
              <a:t>বছরে</a:t>
            </a:r>
            <a:endParaRPr lang="en-US" sz="2800" dirty="0"/>
          </a:p>
          <a:p>
            <a:pPr marL="457200" indent="-457200">
              <a:buFont typeface="Wingdings" panose="05000000000000000000" pitchFamily="2" charset="2"/>
              <a:buChar char="Ø"/>
            </a:pPr>
            <a:r>
              <a:rPr lang="en-US" sz="2800" dirty="0" err="1"/>
              <a:t>ডীমের</a:t>
            </a:r>
            <a:r>
              <a:rPr lang="en-US" sz="2800" dirty="0"/>
              <a:t> </a:t>
            </a:r>
            <a:r>
              <a:rPr lang="en-US" sz="2800" dirty="0" err="1"/>
              <a:t>খোসা</a:t>
            </a:r>
            <a:r>
              <a:rPr lang="en-US" sz="2800" dirty="0"/>
              <a:t> </a:t>
            </a:r>
            <a:r>
              <a:rPr lang="en-US" sz="2800" dirty="0" err="1"/>
              <a:t>সাদা</a:t>
            </a:r>
            <a:r>
              <a:rPr lang="en-US" sz="2800" dirty="0"/>
              <a:t> </a:t>
            </a:r>
            <a:r>
              <a:rPr lang="en-US" sz="2800" dirty="0" err="1"/>
              <a:t>তবে</a:t>
            </a:r>
            <a:r>
              <a:rPr lang="en-US" sz="2800" dirty="0"/>
              <a:t> </a:t>
            </a:r>
            <a:r>
              <a:rPr lang="en-US" sz="2800" dirty="0" err="1"/>
              <a:t>হালকা</a:t>
            </a:r>
            <a:r>
              <a:rPr lang="en-US" sz="2800" dirty="0"/>
              <a:t> </a:t>
            </a:r>
            <a:r>
              <a:rPr lang="en-US" sz="2800" dirty="0" err="1"/>
              <a:t>নীলাভ</a:t>
            </a:r>
            <a:r>
              <a:rPr lang="en-US" sz="2800" dirty="0"/>
              <a:t> </a:t>
            </a:r>
            <a:r>
              <a:rPr lang="en-US" sz="2800" dirty="0" err="1"/>
              <a:t>আভাযুক্ত</a:t>
            </a:r>
            <a:r>
              <a:rPr lang="en-US" sz="2800" dirty="0"/>
              <a:t> </a:t>
            </a:r>
          </a:p>
          <a:p>
            <a:endParaRPr lang="en-US" sz="2800" dirty="0"/>
          </a:p>
        </p:txBody>
      </p:sp>
      <p:pic>
        <p:nvPicPr>
          <p:cNvPr id="5122" name="Picture 2" descr="Domestic Muscovy duck - Wikipedia">
            <a:extLst>
              <a:ext uri="{FF2B5EF4-FFF2-40B4-BE49-F238E27FC236}">
                <a16:creationId xmlns:a16="http://schemas.microsoft.com/office/drawing/2014/main" id="{DEC63885-B0CD-8DEA-0731-1677E8B8D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8967" y="1839431"/>
            <a:ext cx="3973033" cy="29797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uscovy Duck Overview, All About Birds, Cornell Lab of Ornithology">
            <a:extLst>
              <a:ext uri="{FF2B5EF4-FFF2-40B4-BE49-F238E27FC236}">
                <a16:creationId xmlns:a16="http://schemas.microsoft.com/office/drawing/2014/main" id="{5BA9DE49-24A0-6669-7C87-E49418EBD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459" y="4540877"/>
            <a:ext cx="4378815" cy="2317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1844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আলেসবারি</a:t>
            </a:r>
            <a:r>
              <a:rPr lang="bn-IN" dirty="0"/>
              <a:t> জাত ও বৈশিষ্ট্য</a:t>
            </a:r>
            <a:r>
              <a:rPr lang="en-US" dirty="0"/>
              <a:t> (</a:t>
            </a:r>
            <a:r>
              <a:rPr lang="en-US" dirty="0" err="1"/>
              <a:t>ইংল্যান্ড</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সবসময়</a:t>
            </a:r>
            <a:r>
              <a:rPr lang="en-US" sz="2800" dirty="0"/>
              <a:t> </a:t>
            </a:r>
            <a:r>
              <a:rPr lang="en-US" sz="2800" dirty="0" err="1"/>
              <a:t>খাড়া</a:t>
            </a:r>
            <a:r>
              <a:rPr lang="en-US" sz="2800" dirty="0"/>
              <a:t> </a:t>
            </a:r>
            <a:r>
              <a:rPr lang="en-US" sz="2800" dirty="0" err="1"/>
              <a:t>করে</a:t>
            </a:r>
            <a:r>
              <a:rPr lang="en-US" sz="2800" dirty="0"/>
              <a:t> </a:t>
            </a:r>
            <a:r>
              <a:rPr lang="en-US" sz="2800" dirty="0" err="1"/>
              <a:t>রাখে</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বেশ</a:t>
            </a:r>
            <a:r>
              <a:rPr lang="en-US" sz="2800" dirty="0"/>
              <a:t> </a:t>
            </a:r>
            <a:r>
              <a:rPr lang="en-US" sz="2800" dirty="0" err="1"/>
              <a:t>বড়</a:t>
            </a:r>
            <a:r>
              <a:rPr lang="en-US" sz="2800" dirty="0"/>
              <a:t> ও </a:t>
            </a:r>
            <a:r>
              <a:rPr lang="en-US" sz="2800" dirty="0" err="1"/>
              <a:t>সোজা</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চোখ</a:t>
            </a:r>
            <a:r>
              <a:rPr lang="en-US" sz="2800" dirty="0"/>
              <a:t> , </a:t>
            </a:r>
            <a:r>
              <a:rPr lang="en-US" sz="2800" dirty="0" err="1"/>
              <a:t>পা</a:t>
            </a:r>
            <a:r>
              <a:rPr lang="en-US" sz="2800" dirty="0"/>
              <a:t> </a:t>
            </a:r>
            <a:r>
              <a:rPr lang="en-US" sz="2800" dirty="0" err="1"/>
              <a:t>বাদামী</a:t>
            </a:r>
            <a:r>
              <a:rPr lang="en-US" sz="2800" dirty="0"/>
              <a:t> </a:t>
            </a:r>
            <a:r>
              <a:rPr lang="en-US" sz="2800" dirty="0" err="1"/>
              <a:t>হলুদ</a:t>
            </a:r>
            <a:endParaRPr lang="en-US" sz="2800" dirty="0"/>
          </a:p>
          <a:p>
            <a:pPr marL="457200" indent="-457200">
              <a:buFont typeface="Wingdings" panose="05000000000000000000" pitchFamily="2" charset="2"/>
              <a:buChar char="Ø"/>
            </a:pPr>
            <a:r>
              <a:rPr lang="en-US" sz="2800" dirty="0" err="1"/>
              <a:t>ওজন</a:t>
            </a:r>
            <a:r>
              <a:rPr lang="en-US" sz="2800" dirty="0"/>
              <a:t> ৪-৪.৫ </a:t>
            </a:r>
            <a:r>
              <a:rPr lang="en-US" sz="2800" dirty="0" err="1"/>
              <a:t>কেজি</a:t>
            </a:r>
            <a:r>
              <a:rPr lang="en-US" sz="2800" dirty="0"/>
              <a:t>, ৩.৫-৪ </a:t>
            </a:r>
            <a:r>
              <a:rPr lang="en-US" sz="2800" dirty="0" err="1"/>
              <a:t>কেজি</a:t>
            </a:r>
            <a:endParaRPr lang="en-US" sz="2800" dirty="0"/>
          </a:p>
          <a:p>
            <a:pPr marL="457200" indent="-457200">
              <a:buFont typeface="Wingdings" panose="05000000000000000000" pitchFamily="2" charset="2"/>
              <a:buChar char="Ø"/>
            </a:pPr>
            <a:r>
              <a:rPr lang="en-US" sz="2800" dirty="0"/>
              <a:t>৮০-১০০ </a:t>
            </a:r>
            <a:r>
              <a:rPr lang="en-US" sz="2800" dirty="0" err="1"/>
              <a:t>টি</a:t>
            </a:r>
            <a:r>
              <a:rPr lang="en-US" sz="2800" dirty="0"/>
              <a:t> </a:t>
            </a:r>
            <a:r>
              <a:rPr lang="en-US" sz="2800" dirty="0" err="1"/>
              <a:t>ডিম</a:t>
            </a:r>
            <a:r>
              <a:rPr lang="en-US" sz="2800" dirty="0"/>
              <a:t> </a:t>
            </a:r>
            <a:r>
              <a:rPr lang="en-US" sz="2800" dirty="0" err="1"/>
              <a:t>দেয়</a:t>
            </a:r>
            <a:endParaRPr lang="en-US" sz="2800" dirty="0"/>
          </a:p>
        </p:txBody>
      </p:sp>
      <p:pic>
        <p:nvPicPr>
          <p:cNvPr id="6146" name="Picture 2" descr="Aylesbury Duck - The Livestock Conservancy">
            <a:extLst>
              <a:ext uri="{FF2B5EF4-FFF2-40B4-BE49-F238E27FC236}">
                <a16:creationId xmlns:a16="http://schemas.microsoft.com/office/drawing/2014/main" id="{2CE06D44-EA0B-8B45-0C64-B7C9359E7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377" y="1913859"/>
            <a:ext cx="4862623" cy="36469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4F63AFE-D534-9A57-0EFC-D603772ED2E8}"/>
              </a:ext>
            </a:extLst>
          </p:cNvPr>
          <p:cNvPicPr>
            <a:picLocks noChangeAspect="1"/>
          </p:cNvPicPr>
          <p:nvPr/>
        </p:nvPicPr>
        <p:blipFill>
          <a:blip r:embed="rId3"/>
          <a:stretch>
            <a:fillRect/>
          </a:stretch>
        </p:blipFill>
        <p:spPr>
          <a:xfrm>
            <a:off x="5764687" y="4637779"/>
            <a:ext cx="3129380" cy="2220221"/>
          </a:xfrm>
          <a:prstGeom prst="rect">
            <a:avLst/>
          </a:prstGeom>
        </p:spPr>
      </p:pic>
    </p:spTree>
    <p:extLst>
      <p:ext uri="{BB962C8B-B14F-4D97-AF65-F5344CB8AC3E}">
        <p14:creationId xmlns:p14="http://schemas.microsoft.com/office/powerpoint/2010/main" val="24022054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দেশী</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108543"/>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a:t>
            </a:r>
            <a:r>
              <a:rPr lang="en-US" sz="2800" dirty="0" err="1"/>
              <a:t>ধুসর</a:t>
            </a:r>
            <a:r>
              <a:rPr lang="en-US" sz="2800" dirty="0"/>
              <a:t> </a:t>
            </a:r>
            <a:r>
              <a:rPr lang="en-US" sz="2800" dirty="0" err="1"/>
              <a:t>ডোরাকাটা</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মাংস</a:t>
            </a:r>
            <a:r>
              <a:rPr lang="en-US" sz="2800" dirty="0"/>
              <a:t> ও </a:t>
            </a:r>
            <a:r>
              <a:rPr lang="en-US" sz="2800" dirty="0" err="1"/>
              <a:t>ডিম</a:t>
            </a:r>
            <a:r>
              <a:rPr lang="en-US" sz="2800" dirty="0"/>
              <a:t> </a:t>
            </a:r>
            <a:r>
              <a:rPr lang="en-US" sz="2800" dirty="0" err="1"/>
              <a:t>উৎপাদন</a:t>
            </a:r>
            <a:r>
              <a:rPr lang="en-US" sz="2800" dirty="0"/>
              <a:t> </a:t>
            </a:r>
            <a:r>
              <a:rPr lang="en-US" sz="2800" dirty="0" err="1"/>
              <a:t>ক্ষমতা</a:t>
            </a:r>
            <a:r>
              <a:rPr lang="en-US" sz="2800" dirty="0"/>
              <a:t> </a:t>
            </a:r>
            <a:r>
              <a:rPr lang="en-US" sz="2800" dirty="0" err="1"/>
              <a:t>কম</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খাটো</a:t>
            </a:r>
            <a:r>
              <a:rPr lang="en-US" sz="2800" dirty="0"/>
              <a:t>, </a:t>
            </a:r>
            <a:r>
              <a:rPr lang="en-US" sz="2800" dirty="0" err="1"/>
              <a:t>গলা</a:t>
            </a:r>
            <a:r>
              <a:rPr lang="en-US" sz="2800" dirty="0"/>
              <a:t> </a:t>
            </a:r>
            <a:r>
              <a:rPr lang="en-US" sz="2800" dirty="0" err="1"/>
              <a:t>লম্বা</a:t>
            </a:r>
            <a:endParaRPr lang="en-US" sz="2800" dirty="0"/>
          </a:p>
          <a:p>
            <a:pPr marL="457200" indent="-457200">
              <a:buFont typeface="Wingdings" panose="05000000000000000000" pitchFamily="2" charset="2"/>
              <a:buChar char="Ø"/>
            </a:pPr>
            <a:r>
              <a:rPr lang="en-US" sz="2800" dirty="0" err="1"/>
              <a:t>পিঠের</a:t>
            </a:r>
            <a:r>
              <a:rPr lang="en-US" sz="2800" dirty="0"/>
              <a:t> </a:t>
            </a:r>
            <a:r>
              <a:rPr lang="en-US" sz="2800" dirty="0" err="1"/>
              <a:t>পালক</a:t>
            </a:r>
            <a:r>
              <a:rPr lang="en-US" sz="2800" dirty="0"/>
              <a:t> </a:t>
            </a:r>
            <a:r>
              <a:rPr lang="en-US" sz="2800" dirty="0" err="1"/>
              <a:t>গারো</a:t>
            </a:r>
            <a:r>
              <a:rPr lang="en-US" sz="2800" dirty="0"/>
              <a:t> </a:t>
            </a:r>
            <a:r>
              <a:rPr lang="en-US" sz="2800" dirty="0" err="1"/>
              <a:t>রঙ্গের</a:t>
            </a:r>
            <a:endParaRPr lang="en-US" sz="2800" dirty="0"/>
          </a:p>
        </p:txBody>
      </p:sp>
      <p:pic>
        <p:nvPicPr>
          <p:cNvPr id="7174" name="Picture 6" descr="राजहंस // Rajhans // Geese // White Ducks // Big Ducks">
            <a:extLst>
              <a:ext uri="{FF2B5EF4-FFF2-40B4-BE49-F238E27FC236}">
                <a16:creationId xmlns:a16="http://schemas.microsoft.com/office/drawing/2014/main" id="{9BF69FF9-4FB6-126C-D59A-C7471E679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966" y="2706050"/>
            <a:ext cx="5826034" cy="32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6993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টলুউস</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মাংসল</a:t>
            </a:r>
            <a:r>
              <a:rPr lang="en-US" sz="2800" dirty="0"/>
              <a:t> ও </a:t>
            </a:r>
            <a:r>
              <a:rPr lang="en-US" sz="2800" dirty="0" err="1"/>
              <a:t>বড়</a:t>
            </a:r>
            <a:r>
              <a:rPr lang="en-US" sz="2800" dirty="0"/>
              <a:t> </a:t>
            </a:r>
            <a:r>
              <a:rPr lang="en-US" sz="2800" dirty="0" err="1"/>
              <a:t>আকারের</a:t>
            </a:r>
            <a:r>
              <a:rPr lang="en-US" sz="2800" dirty="0"/>
              <a:t> </a:t>
            </a:r>
            <a:r>
              <a:rPr lang="en-US" sz="2800" dirty="0" err="1"/>
              <a:t>রাজহাঁস</a:t>
            </a:r>
            <a:r>
              <a:rPr lang="en-US" sz="2800" dirty="0"/>
              <a:t> </a:t>
            </a:r>
          </a:p>
          <a:p>
            <a:pPr marL="457200" indent="-457200">
              <a:buFont typeface="Wingdings" panose="05000000000000000000" pitchFamily="2" charset="2"/>
              <a:buChar char="Ø"/>
            </a:pPr>
            <a:r>
              <a:rPr lang="en-US" sz="2800" dirty="0" err="1"/>
              <a:t>দেহ</a:t>
            </a:r>
            <a:r>
              <a:rPr lang="en-US" sz="2800" dirty="0"/>
              <a:t> </a:t>
            </a:r>
            <a:r>
              <a:rPr lang="en-US" sz="2800" dirty="0" err="1"/>
              <a:t>লম্বা</a:t>
            </a:r>
            <a:r>
              <a:rPr lang="en-US" sz="2800" dirty="0"/>
              <a:t> ও </a:t>
            </a:r>
            <a:r>
              <a:rPr lang="en-US" sz="2800" dirty="0" err="1"/>
              <a:t>প্রশস্থ</a:t>
            </a:r>
            <a:r>
              <a:rPr lang="en-US" sz="2800" dirty="0"/>
              <a:t>, </a:t>
            </a:r>
            <a:r>
              <a:rPr lang="en-US" sz="2800" dirty="0" err="1"/>
              <a:t>বুক</a:t>
            </a:r>
            <a:r>
              <a:rPr lang="en-US" sz="2800" dirty="0"/>
              <a:t> </a:t>
            </a:r>
            <a:r>
              <a:rPr lang="en-US" sz="2800" dirty="0" err="1"/>
              <a:t>উচু</a:t>
            </a:r>
            <a:r>
              <a:rPr lang="en-US" sz="2800" dirty="0"/>
              <a:t> </a:t>
            </a:r>
          </a:p>
          <a:p>
            <a:pPr marL="457200" indent="-457200">
              <a:buFont typeface="Wingdings" panose="05000000000000000000" pitchFamily="2" charset="2"/>
              <a:buChar char="Ø"/>
            </a:pPr>
            <a:r>
              <a:rPr lang="en-US" sz="2800" dirty="0" err="1"/>
              <a:t>লেজ</a:t>
            </a:r>
            <a:r>
              <a:rPr lang="en-US" sz="2800" dirty="0"/>
              <a:t> </a:t>
            </a:r>
            <a:r>
              <a:rPr lang="en-US" sz="2800" dirty="0" err="1"/>
              <a:t>খাটো</a:t>
            </a:r>
            <a:r>
              <a:rPr lang="en-US" sz="2800" dirty="0"/>
              <a:t>, </a:t>
            </a:r>
            <a:r>
              <a:rPr lang="en-US" sz="2800" dirty="0" err="1"/>
              <a:t>মাথা</a:t>
            </a:r>
            <a:r>
              <a:rPr lang="en-US" sz="2800" dirty="0"/>
              <a:t> </a:t>
            </a:r>
            <a:r>
              <a:rPr lang="en-US" sz="2800" dirty="0" err="1"/>
              <a:t>বড়</a:t>
            </a:r>
            <a:r>
              <a:rPr lang="en-US" sz="2800" dirty="0"/>
              <a:t>, </a:t>
            </a:r>
            <a:r>
              <a:rPr lang="en-US" sz="2800" dirty="0" err="1"/>
              <a:t>পা</a:t>
            </a:r>
            <a:r>
              <a:rPr lang="en-US" sz="2800" dirty="0"/>
              <a:t> </a:t>
            </a:r>
            <a:r>
              <a:rPr lang="en-US" sz="2800" dirty="0" err="1"/>
              <a:t>খাটো</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রঙ</a:t>
            </a:r>
            <a:r>
              <a:rPr lang="en-US" sz="2800" dirty="0"/>
              <a:t> </a:t>
            </a:r>
            <a:r>
              <a:rPr lang="en-US" sz="2800" dirty="0" err="1"/>
              <a:t>গারো</a:t>
            </a:r>
            <a:r>
              <a:rPr lang="en-US" sz="2800" dirty="0"/>
              <a:t> ও </a:t>
            </a:r>
            <a:r>
              <a:rPr lang="en-US" sz="2800" dirty="0" err="1"/>
              <a:t>হালকা</a:t>
            </a:r>
            <a:r>
              <a:rPr lang="en-US" sz="2800" dirty="0"/>
              <a:t> </a:t>
            </a:r>
            <a:r>
              <a:rPr lang="en-US" sz="2800" dirty="0" err="1"/>
              <a:t>ধূসরের</a:t>
            </a:r>
            <a:endParaRPr lang="en-US" sz="2800" dirty="0"/>
          </a:p>
          <a:p>
            <a:pPr marL="457200" indent="-457200">
              <a:buFont typeface="Wingdings" panose="05000000000000000000" pitchFamily="2" charset="2"/>
              <a:buChar char="Ø"/>
            </a:pPr>
            <a:r>
              <a:rPr lang="en-US" sz="2800" dirty="0"/>
              <a:t>১১ </a:t>
            </a:r>
            <a:r>
              <a:rPr lang="en-US" sz="2800" dirty="0" err="1"/>
              <a:t>কেজি</a:t>
            </a:r>
            <a:r>
              <a:rPr lang="en-US" sz="2800" dirty="0"/>
              <a:t> ও ৯ </a:t>
            </a:r>
            <a:r>
              <a:rPr lang="en-US" sz="2800" dirty="0" err="1"/>
              <a:t>কেজী</a:t>
            </a:r>
            <a:endParaRPr lang="en-US" sz="2800" dirty="0"/>
          </a:p>
        </p:txBody>
      </p:sp>
      <p:pic>
        <p:nvPicPr>
          <p:cNvPr id="8194" name="Picture 2" descr="Murray McMurray Hatchery - Toulouse Geese">
            <a:extLst>
              <a:ext uri="{FF2B5EF4-FFF2-40B4-BE49-F238E27FC236}">
                <a16:creationId xmlns:a16="http://schemas.microsoft.com/office/drawing/2014/main" id="{2708EB6A-095D-3E06-E8AE-6E428D2FD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037" y="1921978"/>
            <a:ext cx="4929963" cy="492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0221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আম্বডেন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প্রশস্থ</a:t>
            </a:r>
            <a:r>
              <a:rPr lang="en-US" sz="2800" dirty="0"/>
              <a:t>, </a:t>
            </a:r>
            <a:r>
              <a:rPr lang="en-US" sz="2800" dirty="0" err="1"/>
              <a:t>ডানা</a:t>
            </a:r>
            <a:r>
              <a:rPr lang="en-US" sz="2800" dirty="0"/>
              <a:t>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লম্বা</a:t>
            </a:r>
            <a:r>
              <a:rPr lang="en-US" sz="2800" dirty="0"/>
              <a:t> ও </a:t>
            </a:r>
            <a:r>
              <a:rPr lang="en-US" sz="2800" dirty="0" err="1"/>
              <a:t>সোজা</a:t>
            </a:r>
            <a:r>
              <a:rPr lang="en-US" sz="2800" dirty="0"/>
              <a:t>, </a:t>
            </a:r>
            <a:r>
              <a:rPr lang="en-US" sz="2800" dirty="0" err="1"/>
              <a:t>ঠোট</a:t>
            </a:r>
            <a:r>
              <a:rPr lang="en-US" sz="2800" dirty="0"/>
              <a:t> </a:t>
            </a:r>
            <a:r>
              <a:rPr lang="en-US" sz="2800" dirty="0" err="1"/>
              <a:t>লম্বা</a:t>
            </a:r>
            <a:r>
              <a:rPr lang="en-US" sz="2800" dirty="0"/>
              <a:t>, ও </a:t>
            </a:r>
            <a:r>
              <a:rPr lang="en-US" sz="2800" dirty="0" err="1"/>
              <a:t>চোখ</a:t>
            </a:r>
            <a:r>
              <a:rPr lang="en-US" sz="2800" dirty="0"/>
              <a:t> </a:t>
            </a:r>
            <a:r>
              <a:rPr lang="en-US" sz="2800" dirty="0" err="1"/>
              <a:t>হালকা</a:t>
            </a:r>
            <a:r>
              <a:rPr lang="en-US" sz="2800" dirty="0"/>
              <a:t> </a:t>
            </a:r>
            <a:r>
              <a:rPr lang="en-US" sz="2800" dirty="0" err="1"/>
              <a:t>নীল</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খুব</a:t>
            </a:r>
            <a:r>
              <a:rPr lang="en-US" sz="2800" dirty="0"/>
              <a:t> </a:t>
            </a:r>
            <a:r>
              <a:rPr lang="en-US" sz="2800" dirty="0" err="1"/>
              <a:t>খাটো</a:t>
            </a:r>
            <a:r>
              <a:rPr lang="en-US" sz="2800" dirty="0"/>
              <a:t>, </a:t>
            </a:r>
            <a:r>
              <a:rPr lang="en-US" sz="2800" dirty="0" err="1"/>
              <a:t>সাদা</a:t>
            </a:r>
            <a:r>
              <a:rPr lang="en-US" sz="2800" dirty="0"/>
              <a:t> </a:t>
            </a:r>
            <a:r>
              <a:rPr lang="en-US" sz="2800" dirty="0" err="1"/>
              <a:t>রঙ</a:t>
            </a:r>
            <a:endParaRPr lang="en-US" sz="2800" dirty="0"/>
          </a:p>
          <a:p>
            <a:pPr marL="457200" indent="-457200">
              <a:buFont typeface="Wingdings" panose="05000000000000000000" pitchFamily="2" charset="2"/>
              <a:buChar char="Ø"/>
            </a:pPr>
            <a:r>
              <a:rPr lang="en-US" sz="2800" dirty="0" err="1"/>
              <a:t>পা</a:t>
            </a:r>
            <a:r>
              <a:rPr lang="en-US" sz="2800" dirty="0"/>
              <a:t> ও </a:t>
            </a:r>
            <a:r>
              <a:rPr lang="en-US" sz="2800" dirty="0" err="1"/>
              <a:t>পায়ের</a:t>
            </a:r>
            <a:r>
              <a:rPr lang="en-US" sz="2800" dirty="0"/>
              <a:t> </a:t>
            </a:r>
            <a:r>
              <a:rPr lang="en-US" sz="2800" dirty="0" err="1"/>
              <a:t>পাতা</a:t>
            </a:r>
            <a:r>
              <a:rPr lang="en-US" sz="2800" dirty="0"/>
              <a:t> </a:t>
            </a:r>
            <a:r>
              <a:rPr lang="en-US" sz="2800" dirty="0" err="1"/>
              <a:t>কমলা</a:t>
            </a:r>
            <a:endParaRPr lang="en-US" sz="2800" dirty="0"/>
          </a:p>
          <a:p>
            <a:pPr marL="457200" indent="-457200">
              <a:buFont typeface="Wingdings" panose="05000000000000000000" pitchFamily="2" charset="2"/>
              <a:buChar char="Ø"/>
            </a:pPr>
            <a:r>
              <a:rPr lang="en-US" sz="2800" dirty="0"/>
              <a:t>১৪ </a:t>
            </a:r>
            <a:r>
              <a:rPr lang="en-US" sz="2800" dirty="0" err="1"/>
              <a:t>কেজি</a:t>
            </a:r>
            <a:r>
              <a:rPr lang="en-US" sz="2800" dirty="0"/>
              <a:t>, ৯.৫ </a:t>
            </a:r>
            <a:r>
              <a:rPr lang="en-US" sz="2800" dirty="0" err="1"/>
              <a:t>কেজি</a:t>
            </a:r>
            <a:endParaRPr lang="en-US" sz="2800" dirty="0"/>
          </a:p>
        </p:txBody>
      </p:sp>
      <p:pic>
        <p:nvPicPr>
          <p:cNvPr id="9218" name="Picture 2" descr="Emden goose - Wikipedia">
            <a:extLst>
              <a:ext uri="{FF2B5EF4-FFF2-40B4-BE49-F238E27FC236}">
                <a16:creationId xmlns:a16="http://schemas.microsoft.com/office/drawing/2014/main" id="{898CF9B2-9164-69C4-8F29-3CC9CC0E5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312" y="1855889"/>
            <a:ext cx="3781688" cy="500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3218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আফ্রিকান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আকারে</a:t>
            </a:r>
            <a:r>
              <a:rPr lang="en-US" sz="2800" dirty="0"/>
              <a:t> </a:t>
            </a:r>
            <a:r>
              <a:rPr lang="en-US" sz="2800" dirty="0" err="1"/>
              <a:t>বড়</a:t>
            </a:r>
            <a:r>
              <a:rPr lang="en-US" sz="2800" dirty="0"/>
              <a:t> , </a:t>
            </a:r>
            <a:r>
              <a:rPr lang="en-US" sz="2800" dirty="0" err="1"/>
              <a:t>মাথা</a:t>
            </a:r>
            <a:r>
              <a:rPr lang="en-US" sz="2800" dirty="0"/>
              <a:t> </a:t>
            </a:r>
            <a:r>
              <a:rPr lang="en-US" sz="2800" dirty="0" err="1"/>
              <a:t>প্রশস্থ</a:t>
            </a:r>
            <a:endParaRPr lang="en-US" sz="2800" dirty="0"/>
          </a:p>
          <a:p>
            <a:pPr marL="457200" indent="-457200">
              <a:buFont typeface="Wingdings" panose="05000000000000000000" pitchFamily="2" charset="2"/>
              <a:buChar char="Ø"/>
            </a:pPr>
            <a:r>
              <a:rPr lang="en-US" sz="2800" dirty="0" err="1"/>
              <a:t>মাথায়</a:t>
            </a:r>
            <a:r>
              <a:rPr lang="en-US" sz="2800" dirty="0"/>
              <a:t> </a:t>
            </a:r>
            <a:r>
              <a:rPr lang="en-US" sz="2800" dirty="0" err="1"/>
              <a:t>বড়</a:t>
            </a:r>
            <a:r>
              <a:rPr lang="en-US" sz="2800" dirty="0"/>
              <a:t> </a:t>
            </a:r>
            <a:r>
              <a:rPr lang="en-US" sz="2800" dirty="0" err="1"/>
              <a:t>ঝুটি</a:t>
            </a:r>
            <a:r>
              <a:rPr lang="en-US" sz="2800" dirty="0"/>
              <a:t> </a:t>
            </a:r>
            <a:r>
              <a:rPr lang="en-US" sz="2800" dirty="0" err="1"/>
              <a:t>থাকে</a:t>
            </a:r>
            <a:endParaRPr lang="en-US" sz="2800" dirty="0"/>
          </a:p>
          <a:p>
            <a:pPr marL="457200" indent="-457200">
              <a:buFont typeface="Wingdings" panose="05000000000000000000" pitchFamily="2" charset="2"/>
              <a:buChar char="Ø"/>
            </a:pPr>
            <a:r>
              <a:rPr lang="en-US" sz="2800" dirty="0" err="1"/>
              <a:t>গলকম্বল</a:t>
            </a:r>
            <a:r>
              <a:rPr lang="en-US" sz="2800" dirty="0"/>
              <a:t> </a:t>
            </a:r>
            <a:r>
              <a:rPr lang="en-US" sz="2800" dirty="0" err="1"/>
              <a:t>পুরু</a:t>
            </a:r>
            <a:r>
              <a:rPr lang="en-US" sz="2800" dirty="0"/>
              <a:t> ও </a:t>
            </a:r>
            <a:r>
              <a:rPr lang="en-US" sz="2800" dirty="0" err="1"/>
              <a:t>বড়</a:t>
            </a:r>
            <a:r>
              <a:rPr lang="en-US" sz="2800" dirty="0"/>
              <a:t> </a:t>
            </a:r>
          </a:p>
          <a:p>
            <a:pPr marL="457200" indent="-457200">
              <a:buFont typeface="Wingdings" panose="05000000000000000000" pitchFamily="2" charset="2"/>
              <a:buChar char="Ø"/>
            </a:pPr>
            <a:r>
              <a:rPr lang="en-US" sz="2800" dirty="0" err="1"/>
              <a:t>পিঠ</a:t>
            </a:r>
            <a:r>
              <a:rPr lang="en-US" sz="2800" dirty="0"/>
              <a:t> </a:t>
            </a:r>
            <a:r>
              <a:rPr lang="en-US" sz="2800" dirty="0" err="1"/>
              <a:t>প্রশস্থ</a:t>
            </a:r>
            <a:r>
              <a:rPr lang="en-US" sz="2800" dirty="0"/>
              <a:t> ও </a:t>
            </a:r>
            <a:r>
              <a:rPr lang="en-US" sz="2800" dirty="0" err="1"/>
              <a:t>চ্যাপ্টা</a:t>
            </a:r>
            <a:endParaRPr lang="en-US" sz="2800" dirty="0"/>
          </a:p>
          <a:p>
            <a:pPr marL="457200" indent="-457200">
              <a:buFont typeface="Wingdings" panose="05000000000000000000" pitchFamily="2" charset="2"/>
              <a:buChar char="Ø"/>
            </a:pPr>
            <a:r>
              <a:rPr lang="en-US" sz="2800" dirty="0" err="1"/>
              <a:t>হালকা</a:t>
            </a:r>
            <a:r>
              <a:rPr lang="en-US" sz="2800" dirty="0"/>
              <a:t> </a:t>
            </a:r>
            <a:r>
              <a:rPr lang="en-US" sz="2800" dirty="0" err="1"/>
              <a:t>বাদামী</a:t>
            </a:r>
            <a:r>
              <a:rPr lang="en-US" sz="2800" dirty="0"/>
              <a:t> ,</a:t>
            </a:r>
            <a:r>
              <a:rPr lang="en-US" sz="2800" dirty="0" err="1"/>
              <a:t>ডোরাকাটা</a:t>
            </a:r>
            <a:r>
              <a:rPr lang="en-US" sz="2800" dirty="0"/>
              <a:t> </a:t>
            </a:r>
            <a:r>
              <a:rPr lang="en-US" sz="2800" dirty="0" err="1"/>
              <a:t>দাগ</a:t>
            </a:r>
            <a:r>
              <a:rPr lang="en-US" sz="2800" dirty="0"/>
              <a:t> </a:t>
            </a:r>
            <a:r>
              <a:rPr lang="en-US" sz="2800" dirty="0" err="1"/>
              <a:t>আছে</a:t>
            </a:r>
            <a:endParaRPr lang="en-US" sz="2800" dirty="0"/>
          </a:p>
          <a:p>
            <a:pPr marL="457200" indent="-457200">
              <a:buFont typeface="Wingdings" panose="05000000000000000000" pitchFamily="2" charset="2"/>
              <a:buChar char="Ø"/>
            </a:pPr>
            <a:r>
              <a:rPr lang="en-US" sz="2800" dirty="0"/>
              <a:t>১০ </a:t>
            </a:r>
            <a:r>
              <a:rPr lang="en-US" sz="2800" dirty="0" err="1"/>
              <a:t>কেজি</a:t>
            </a:r>
            <a:r>
              <a:rPr lang="en-US" sz="2800" dirty="0"/>
              <a:t> , ৮ </a:t>
            </a:r>
            <a:r>
              <a:rPr lang="en-US" sz="2800" dirty="0" err="1"/>
              <a:t>কেজি</a:t>
            </a:r>
            <a:r>
              <a:rPr lang="en-US" sz="2800" dirty="0"/>
              <a:t> </a:t>
            </a:r>
            <a:r>
              <a:rPr lang="en-US" sz="2800" dirty="0" err="1"/>
              <a:t>ওজন</a:t>
            </a:r>
            <a:endParaRPr lang="en-US" sz="2800" dirty="0"/>
          </a:p>
        </p:txBody>
      </p:sp>
      <p:pic>
        <p:nvPicPr>
          <p:cNvPr id="10242" name="Picture 2" descr="News Gallery - রাজহাঁস পালন ও তার পরিচর্যা : কিছু গৃহপালিত পাখি আছে যাদের  নিয়ে সরকারি, বেসরকারিভাবে বেশ ঢাক-ঢোল পেটানো হয় তার সুখ্যাতির ও ...">
            <a:extLst>
              <a:ext uri="{FF2B5EF4-FFF2-40B4-BE49-F238E27FC236}">
                <a16:creationId xmlns:a16="http://schemas.microsoft.com/office/drawing/2014/main" id="{F274FCF6-563A-E601-F398-D0E282C3A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353" y="1860033"/>
            <a:ext cx="3781647" cy="5003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3142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চীনা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ছোট</a:t>
            </a:r>
            <a:r>
              <a:rPr lang="en-US" sz="2800" dirty="0"/>
              <a:t> </a:t>
            </a:r>
            <a:r>
              <a:rPr lang="en-US" sz="2800" dirty="0" err="1"/>
              <a:t>সুঠাম</a:t>
            </a:r>
            <a:r>
              <a:rPr lang="en-US" sz="2800" dirty="0"/>
              <a:t> ও </a:t>
            </a:r>
            <a:r>
              <a:rPr lang="en-US" sz="2800" dirty="0" err="1"/>
              <a:t>খাড়া</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পিট</a:t>
            </a:r>
            <a:r>
              <a:rPr lang="en-US" sz="2800" dirty="0"/>
              <a:t> </a:t>
            </a:r>
            <a:r>
              <a:rPr lang="en-US" sz="2800" dirty="0" err="1"/>
              <a:t>বেশ</a:t>
            </a:r>
            <a:r>
              <a:rPr lang="en-US" sz="2800" dirty="0"/>
              <a:t> </a:t>
            </a:r>
            <a:r>
              <a:rPr lang="en-US" sz="2800" dirty="0" err="1"/>
              <a:t>খাটো</a:t>
            </a:r>
            <a:r>
              <a:rPr lang="en-US" sz="2800" dirty="0"/>
              <a:t> ও </a:t>
            </a:r>
            <a:r>
              <a:rPr lang="en-US" sz="2800" dirty="0" err="1"/>
              <a:t>প্রশস্ত</a:t>
            </a:r>
            <a:endParaRPr lang="en-US" sz="2800" dirty="0"/>
          </a:p>
          <a:p>
            <a:pPr marL="457200" indent="-457200">
              <a:buFont typeface="Wingdings" panose="05000000000000000000" pitchFamily="2" charset="2"/>
              <a:buChar char="Ø"/>
            </a:pPr>
            <a:r>
              <a:rPr lang="en-US" sz="2800" dirty="0" err="1"/>
              <a:t>বুক</a:t>
            </a:r>
            <a:r>
              <a:rPr lang="en-US" sz="2800" dirty="0"/>
              <a:t> </a:t>
            </a:r>
            <a:r>
              <a:rPr lang="en-US" sz="2800" dirty="0" err="1"/>
              <a:t>গোলাকার</a:t>
            </a:r>
            <a:r>
              <a:rPr lang="en-US" sz="2800" dirty="0"/>
              <a:t>, </a:t>
            </a:r>
            <a:r>
              <a:rPr lang="en-US" sz="2800" dirty="0" err="1"/>
              <a:t>ডানা</a:t>
            </a:r>
            <a:r>
              <a:rPr lang="en-US" sz="2800" dirty="0"/>
              <a:t> </a:t>
            </a:r>
            <a:r>
              <a:rPr lang="en-US" sz="2800" dirty="0" err="1"/>
              <a:t>বড়</a:t>
            </a:r>
            <a:r>
              <a:rPr lang="en-US" sz="2800" dirty="0"/>
              <a:t> ও </a:t>
            </a:r>
            <a:r>
              <a:rPr lang="en-US" sz="2800" dirty="0" err="1"/>
              <a:t>মজবুত</a:t>
            </a:r>
            <a:endParaRPr lang="en-US" sz="2800" dirty="0"/>
          </a:p>
          <a:p>
            <a:pPr marL="457200" indent="-457200">
              <a:buFont typeface="Wingdings" panose="05000000000000000000" pitchFamily="2" charset="2"/>
              <a:buChar char="Ø"/>
            </a:pPr>
            <a:r>
              <a:rPr lang="en-US" sz="2800" dirty="0" err="1"/>
              <a:t>রঙ</a:t>
            </a:r>
            <a:r>
              <a:rPr lang="en-US" sz="2800" dirty="0"/>
              <a:t> </a:t>
            </a:r>
            <a:r>
              <a:rPr lang="en-US" sz="2800" dirty="0" err="1"/>
              <a:t>সাদা</a:t>
            </a:r>
            <a:r>
              <a:rPr lang="en-US" sz="2800" dirty="0"/>
              <a:t> ও </a:t>
            </a:r>
            <a:r>
              <a:rPr lang="en-US" sz="2800" dirty="0" err="1"/>
              <a:t>বাদামী</a:t>
            </a:r>
            <a:r>
              <a:rPr lang="en-US" sz="2800" dirty="0"/>
              <a:t> </a:t>
            </a:r>
            <a:r>
              <a:rPr lang="en-US" sz="2800" dirty="0" err="1"/>
              <a:t>ধূসর</a:t>
            </a:r>
            <a:r>
              <a:rPr lang="en-US" sz="2800" dirty="0"/>
              <a:t> </a:t>
            </a:r>
          </a:p>
          <a:p>
            <a:pPr marL="457200" indent="-457200">
              <a:buFont typeface="Wingdings" panose="05000000000000000000" pitchFamily="2" charset="2"/>
              <a:buChar char="Ø"/>
            </a:pPr>
            <a:r>
              <a:rPr lang="en-US" sz="2800" dirty="0" err="1"/>
              <a:t>ওজন</a:t>
            </a:r>
            <a:r>
              <a:rPr lang="en-US" sz="2800" dirty="0"/>
              <a:t> ৫ </a:t>
            </a:r>
            <a:r>
              <a:rPr lang="en-US" sz="2800" dirty="0" err="1"/>
              <a:t>কেজী</a:t>
            </a:r>
            <a:r>
              <a:rPr lang="en-US" sz="2800" dirty="0"/>
              <a:t>, ৪ </a:t>
            </a:r>
            <a:r>
              <a:rPr lang="en-US" sz="2800" dirty="0" err="1"/>
              <a:t>কেজী</a:t>
            </a:r>
            <a:endParaRPr lang="en-US" sz="2800" dirty="0"/>
          </a:p>
          <a:p>
            <a:pPr marL="457200" indent="-457200">
              <a:buFont typeface="Wingdings" panose="05000000000000000000" pitchFamily="2" charset="2"/>
              <a:buChar char="Ø"/>
            </a:pPr>
            <a:r>
              <a:rPr lang="en-US" sz="2800" dirty="0" err="1"/>
              <a:t>মাথায়</a:t>
            </a:r>
            <a:r>
              <a:rPr lang="en-US" sz="2800" dirty="0"/>
              <a:t> </a:t>
            </a:r>
            <a:r>
              <a:rPr lang="en-US" sz="2800" dirty="0" err="1"/>
              <a:t>ব্লাক</a:t>
            </a:r>
            <a:r>
              <a:rPr lang="en-US" sz="2800" dirty="0"/>
              <a:t> </a:t>
            </a:r>
            <a:r>
              <a:rPr lang="en-US" sz="2800" dirty="0" err="1"/>
              <a:t>নব</a:t>
            </a:r>
            <a:r>
              <a:rPr lang="en-US" sz="2800" dirty="0"/>
              <a:t> </a:t>
            </a:r>
            <a:r>
              <a:rPr lang="en-US" sz="2800" dirty="0" err="1"/>
              <a:t>বা</a:t>
            </a:r>
            <a:r>
              <a:rPr lang="en-US" sz="2800" dirty="0"/>
              <a:t> </a:t>
            </a:r>
            <a:r>
              <a:rPr lang="en-US" sz="2800" dirty="0" err="1"/>
              <a:t>বড়</a:t>
            </a:r>
            <a:r>
              <a:rPr lang="en-US" sz="2800" dirty="0"/>
              <a:t> </a:t>
            </a:r>
            <a:r>
              <a:rPr lang="en-US" sz="2800" dirty="0" err="1"/>
              <a:t>গুটি</a:t>
            </a:r>
            <a:r>
              <a:rPr lang="en-US" sz="2800" dirty="0"/>
              <a:t> </a:t>
            </a:r>
            <a:r>
              <a:rPr lang="en-US" sz="2800" dirty="0" err="1"/>
              <a:t>থাকে</a:t>
            </a:r>
            <a:r>
              <a:rPr lang="en-US" sz="2800" dirty="0"/>
              <a:t> </a:t>
            </a:r>
          </a:p>
        </p:txBody>
      </p:sp>
      <p:pic>
        <p:nvPicPr>
          <p:cNvPr id="11266" name="Picture 2" descr="Chinese Goose - British Waterfowl Association">
            <a:extLst>
              <a:ext uri="{FF2B5EF4-FFF2-40B4-BE49-F238E27FC236}">
                <a16:creationId xmlns:a16="http://schemas.microsoft.com/office/drawing/2014/main" id="{9802E595-F8A3-D885-F5E9-AF68F0774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0322" y="1867520"/>
            <a:ext cx="3391678" cy="499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799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সিবাস্টোপল</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খাড়া</a:t>
            </a:r>
            <a:r>
              <a:rPr lang="en-US" sz="2800" dirty="0"/>
              <a:t> ও </a:t>
            </a:r>
            <a:r>
              <a:rPr lang="en-US" sz="2800" dirty="0" err="1"/>
              <a:t>অবিন্যস্ত</a:t>
            </a:r>
            <a:r>
              <a:rPr lang="en-US" sz="2800" dirty="0"/>
              <a:t> </a:t>
            </a:r>
            <a:r>
              <a:rPr lang="en-US" sz="2800" dirty="0" err="1"/>
              <a:t>সাদা</a:t>
            </a:r>
            <a:r>
              <a:rPr lang="en-US" sz="2800" dirty="0"/>
              <a:t> </a:t>
            </a:r>
            <a:r>
              <a:rPr lang="en-US" sz="2800" dirty="0" err="1"/>
              <a:t>পালকে</a:t>
            </a:r>
            <a:r>
              <a:rPr lang="en-US" sz="2800" dirty="0"/>
              <a:t> </a:t>
            </a:r>
            <a:r>
              <a:rPr lang="en-US" sz="2800" dirty="0" err="1"/>
              <a:t>আবৃত</a:t>
            </a:r>
            <a:endParaRPr lang="en-US" sz="2800" dirty="0"/>
          </a:p>
          <a:p>
            <a:pPr marL="457200" indent="-457200">
              <a:buFont typeface="Wingdings" panose="05000000000000000000" pitchFamily="2" charset="2"/>
              <a:buChar char="Ø"/>
            </a:pPr>
            <a:r>
              <a:rPr lang="en-US" sz="2800" dirty="0" err="1"/>
              <a:t>আকারে</a:t>
            </a:r>
            <a:r>
              <a:rPr lang="en-US" sz="2800" dirty="0"/>
              <a:t> </a:t>
            </a:r>
            <a:r>
              <a:rPr lang="en-US" sz="2800" dirty="0" err="1"/>
              <a:t>মাঝারি</a:t>
            </a:r>
            <a:r>
              <a:rPr lang="en-US" sz="2800" dirty="0"/>
              <a:t>, </a:t>
            </a:r>
            <a:r>
              <a:rPr lang="en-US" sz="2800" dirty="0" err="1"/>
              <a:t>বুক</a:t>
            </a:r>
            <a:r>
              <a:rPr lang="en-US" sz="2800" dirty="0"/>
              <a:t> </a:t>
            </a:r>
            <a:r>
              <a:rPr lang="en-US" sz="2800" dirty="0" err="1"/>
              <a:t>বেশ</a:t>
            </a:r>
            <a:r>
              <a:rPr lang="en-US" sz="2800" dirty="0"/>
              <a:t> </a:t>
            </a:r>
            <a:r>
              <a:rPr lang="en-US" sz="2800" dirty="0" err="1"/>
              <a:t>পুরু</a:t>
            </a:r>
            <a:r>
              <a:rPr lang="en-US" sz="2800" dirty="0"/>
              <a:t> ও </a:t>
            </a:r>
            <a:r>
              <a:rPr lang="en-US" sz="2800" dirty="0" err="1"/>
              <a:t>গভীর</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খাটো</a:t>
            </a:r>
            <a:r>
              <a:rPr lang="en-US" sz="2800" dirty="0"/>
              <a:t> , </a:t>
            </a:r>
            <a:r>
              <a:rPr lang="en-US" sz="2800" dirty="0" err="1"/>
              <a:t>চোখ</a:t>
            </a:r>
            <a:r>
              <a:rPr lang="en-US" sz="2800" dirty="0"/>
              <a:t> </a:t>
            </a:r>
            <a:r>
              <a:rPr lang="en-US" sz="2800" dirty="0" err="1"/>
              <a:t>নীলাভ</a:t>
            </a:r>
            <a:endParaRPr lang="en-US" sz="2800" dirty="0"/>
          </a:p>
          <a:p>
            <a:pPr marL="457200" indent="-457200">
              <a:buFont typeface="Wingdings" panose="05000000000000000000" pitchFamily="2" charset="2"/>
              <a:buChar char="Ø"/>
            </a:pPr>
            <a:r>
              <a:rPr lang="en-US" sz="2800" dirty="0" err="1"/>
              <a:t>ওজন</a:t>
            </a:r>
            <a:r>
              <a:rPr lang="en-US" sz="2800" dirty="0"/>
              <a:t> ৬ </a:t>
            </a:r>
            <a:r>
              <a:rPr lang="en-US" sz="2800" dirty="0" err="1"/>
              <a:t>কেজি</a:t>
            </a:r>
            <a:r>
              <a:rPr lang="en-US" sz="2800" dirty="0"/>
              <a:t> ও ৫ </a:t>
            </a:r>
            <a:r>
              <a:rPr lang="en-US" sz="2800" dirty="0" err="1"/>
              <a:t>কেজি</a:t>
            </a:r>
            <a:endParaRPr lang="en-US" sz="2800" dirty="0"/>
          </a:p>
        </p:txBody>
      </p:sp>
      <p:pic>
        <p:nvPicPr>
          <p:cNvPr id="12290" name="Picture 2" descr="Goslings: Sebastopol - My Pet Chicken">
            <a:extLst>
              <a:ext uri="{FF2B5EF4-FFF2-40B4-BE49-F238E27FC236}">
                <a16:creationId xmlns:a16="http://schemas.microsoft.com/office/drawing/2014/main" id="{25D14456-D466-2D0F-0FDE-2EA9584E5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1864464"/>
            <a:ext cx="2857500" cy="344805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Raising Sebastopol Geese and Other Waterfowl">
            <a:extLst>
              <a:ext uri="{FF2B5EF4-FFF2-40B4-BE49-F238E27FC236}">
                <a16:creationId xmlns:a16="http://schemas.microsoft.com/office/drawing/2014/main" id="{A090AC03-00C8-1046-AC83-13C680702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64464"/>
            <a:ext cx="3203058" cy="2904468"/>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Sebastopol goose - Wikipedia">
            <a:extLst>
              <a:ext uri="{FF2B5EF4-FFF2-40B4-BE49-F238E27FC236}">
                <a16:creationId xmlns:a16="http://schemas.microsoft.com/office/drawing/2014/main" id="{8C5DECE6-82A6-0DC2-5BDE-3A728E2EF9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0115" y="4412123"/>
            <a:ext cx="3310270" cy="248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5338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1262</TotalTime>
  <Words>3966</Words>
  <Application>Microsoft Office PowerPoint</Application>
  <PresentationFormat>Widescreen</PresentationFormat>
  <Paragraphs>765</Paragraphs>
  <Slides>82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82</vt:i4>
      </vt:variant>
    </vt:vector>
  </HeadingPairs>
  <TitlesOfParts>
    <vt:vector size="86" baseType="lpstr">
      <vt:lpstr>Century Gothic</vt:lpstr>
      <vt:lpstr>Wingdings</vt:lpstr>
      <vt:lpstr>Wingdings 2</vt:lpstr>
      <vt:lpstr>Quotable</vt:lpstr>
      <vt:lpstr>কৃষি অর্থনীতি ও সমবায়</vt:lpstr>
      <vt:lpstr>শস্য পঞ্জিকা</vt:lpstr>
      <vt:lpstr>শস্য পঞ্জিকার গুরুত্ব</vt:lpstr>
      <vt:lpstr>শস্য পর্যায় ও বিন্যাস</vt:lpstr>
      <vt:lpstr>শস্য পর্যায়ের নীতিমালা</vt:lpstr>
      <vt:lpstr>শস্য পর্যায়ের উপকারিতা</vt:lpstr>
      <vt:lpstr>ফসলের নিবিড়তা</vt:lpstr>
      <vt:lpstr>ফসল বিন্যাস ও শস্য পর্যায়ের পার্থক্য</vt:lpstr>
      <vt:lpstr>কৃষি ঋণ ও এর ব্যাবহার</vt:lpstr>
      <vt:lpstr>কৃষি ঋণ এর প্রয়োজনীয়তা</vt:lpstr>
      <vt:lpstr>কৃষি ঋণ এর সমস্যা ও সম্ভাবনা</vt:lpstr>
      <vt:lpstr>কৃষি ঋণ এর উৎস </vt:lpstr>
      <vt:lpstr>পোল্ট্রি সম্পর্কিত কিছু সংজ্ঞা</vt:lpstr>
      <vt:lpstr>পোল্ট্রির পরিধি ও শ্রেণিকরণ</vt:lpstr>
      <vt:lpstr>উত্তর দাও</vt:lpstr>
      <vt:lpstr>পোল্ট্রির প্রয়োজনীয়তা</vt:lpstr>
      <vt:lpstr>পোল্ট্রির শিল্পের সমস্যা</vt:lpstr>
      <vt:lpstr>পোল্ট্রির শিল্পের সমস্যা সমাধানের উপায়</vt:lpstr>
      <vt:lpstr>পোল্ট্রির বিভিন্ন জাত</vt:lpstr>
      <vt:lpstr>মুরগীর পালনের উদ্যেশ্য ভিত্তিক শ্রেণীবিভাগ</vt:lpstr>
      <vt:lpstr>মুরগীর পালনের উদ্যেশ্য ভিত্তিক শ্রেণীবিভাগ</vt:lpstr>
      <vt:lpstr>মুরগীর পালনের উদ্যেশ্য ভিত্তিক শ্রেণীবিভাগ</vt:lpstr>
      <vt:lpstr>মুরগীর স্থানভিত্তিক শ্রেণিবিভাগ</vt:lpstr>
      <vt:lpstr>মুরগীর আমেরিকান, ভূমধ্যসাগরীয়, ইংলিশ ও এশীয় জাতের তুলনামূলক বৈশিষ্ট্য</vt:lpstr>
      <vt:lpstr>বাণিজ্যিক ব্রয়লার ও লেয়ার হাইব্রিড</vt:lpstr>
      <vt:lpstr>আমেরিকান মুরগীর জাত ও বৈশিষ্ট্য</vt:lpstr>
      <vt:lpstr>আমেরিকান মুরগীর জাত ও বৈশিষ্ট্য</vt:lpstr>
      <vt:lpstr>আমেরিকান মুরগীর জাত ও বৈশিষ্ট্য</vt:lpstr>
      <vt:lpstr>ভূমধ্যসাগরীয় মুরগীর জাত ও বৈশিষ্ট্য</vt:lpstr>
      <vt:lpstr>ভূমধ্যসাগরীয় মুরগীর জাত ও বৈশিষ্ট্য</vt:lpstr>
      <vt:lpstr>ভূমধ্যসাগরীয় মুরগীর জাত ও বৈশিষ্ট্য</vt:lpstr>
      <vt:lpstr>ইংলিশ শ্রেনীর মুরগীর জাত ও বৈশিষ্ট্য</vt:lpstr>
      <vt:lpstr>এশীয় শ্রেনীর মুরগীর জাত ও বৈশিষ্ট্য</vt:lpstr>
      <vt:lpstr>বাচ্চা ফুটানোর জন্য ডিম নির্বাচন ও সংরক্ষন</vt:lpstr>
      <vt:lpstr>বাচ্চা ফুটানোর জন্য ডিম নির্বাচন ও সংরক্ষন</vt:lpstr>
      <vt:lpstr>ডিম ফোটানোর পদ্ধতি</vt:lpstr>
      <vt:lpstr>প্রাকৃতিক পদ্ধতি</vt:lpstr>
      <vt:lpstr>কৃত্তিম পদ্ধতি, ইনকিউবেটর</vt:lpstr>
      <vt:lpstr>কৃত্তিম পদ্ধতি, ইনকিউবেটর</vt:lpstr>
      <vt:lpstr>কৃত্তিম পদ্ধতি, তুষ তুলা পদ্ধতি</vt:lpstr>
      <vt:lpstr>কৃত্তিম পদ্ধতি ও প্রাকৃতিক পদ্ধতির তুলনা</vt:lpstr>
      <vt:lpstr>ডিম অনুর্বর হওয়ার কারণ</vt:lpstr>
      <vt:lpstr>মুরগী পালন পদ্ধতি</vt:lpstr>
      <vt:lpstr>মুক্ত পালন পদ্ধতি</vt:lpstr>
      <vt:lpstr>মুক্ত পালন পদ্ধতি</vt:lpstr>
      <vt:lpstr>অর্ধমুক্ত পালন পদ্ধতি</vt:lpstr>
      <vt:lpstr>অর্ধমুক্ত পালন পদ্ধতি</vt:lpstr>
      <vt:lpstr>আবদ্ধ পালন পদ্ধতি (বিচালি বা লিটার)</vt:lpstr>
      <vt:lpstr>আবদ্ধ পালন পদ্ধতি (বিচালি বা লিটার)</vt:lpstr>
      <vt:lpstr>আবদ্ধ পালন পদ্ধতি (খাচা পদ্ধতি)</vt:lpstr>
      <vt:lpstr>আবদ্ধ পালন পদ্ধতি (খাচা পদ্ধতি)</vt:lpstr>
      <vt:lpstr>পোল্ট্রি খামার ও ব্যাবস্থাপনা</vt:lpstr>
      <vt:lpstr>পোল্ট্রি খামার ও ব্যাবস্থাপনা</vt:lpstr>
      <vt:lpstr>পোল্ট্রি খামারের পরিকল্পনা</vt:lpstr>
      <vt:lpstr>লেয়ার খামারের পরিকল্পনা</vt:lpstr>
      <vt:lpstr>ব্রয়লার খামারের পরিকল্পনা</vt:lpstr>
      <vt:lpstr>মুরগীর খাদ্য ব্যাবস্থাপনা</vt:lpstr>
      <vt:lpstr>মুরগীর খাদ্য উপাদান সমূহের উৎস </vt:lpstr>
      <vt:lpstr>মুরগীর রেশনের শ্রেণীবিভাগ</vt:lpstr>
      <vt:lpstr>মুরগীর সুষম খাদ্য</vt:lpstr>
      <vt:lpstr>মুরগীর সুষম খাদ্যের গুরুত্ব</vt:lpstr>
      <vt:lpstr>মুরগীর রোগ ব্যাবস্থাপনা</vt:lpstr>
      <vt:lpstr>মুরগীর রানীক্ষেত রোগ (New Castle Disease)</vt:lpstr>
      <vt:lpstr>মুরগীর বার্ড ফ্ল রোগ (Bird Flue)</vt:lpstr>
      <vt:lpstr>মুরগীর গামবারো রোগ (Gumboro Disease)</vt:lpstr>
      <vt:lpstr>মুরগীর বসন্ত রোগ (Chicken Pox Disease)</vt:lpstr>
      <vt:lpstr>মুরগীর রক্ত আমাশয় রোগ</vt:lpstr>
      <vt:lpstr>মুরগীর কলেরা রোগ (Fowl Cholera)</vt:lpstr>
      <vt:lpstr> হাসের বিভিন্ন জাত ও বৈশিষ্ট্য</vt:lpstr>
      <vt:lpstr>পেকিন জাত ও বৈশিষ্ট্য (বেইজিং হাঁস)</vt:lpstr>
      <vt:lpstr>রোয়েন জাত ও বৈশিষ্ট্য (ফ্রান্সের)</vt:lpstr>
      <vt:lpstr>রানার জাত ও বৈশিষ্ট্য (ইন্ডিয়ান)</vt:lpstr>
      <vt:lpstr>১৯০১ সালের খাকি ক্যাম্বেল জাত ও বৈশিষ্ট্য (ইংল্যান্ড)</vt:lpstr>
      <vt:lpstr>জিনডিং জাত ও বৈশিষ্ট্য (চীনের)</vt:lpstr>
      <vt:lpstr>মাস্কোভি জাত ও বৈশিষ্ট্য (দক্ষিন আমেরিকা)</vt:lpstr>
      <vt:lpstr>আলেসবারি জাত ও বৈশিষ্ট্য (ইংল্যান্ড)</vt:lpstr>
      <vt:lpstr>দেশী রাজহাঁসের জাত ও বৈশিষ্ট্য</vt:lpstr>
      <vt:lpstr>টলুউস রাজহাঁসের জাত ও বৈশিষ্ট্য</vt:lpstr>
      <vt:lpstr>আম্বডেন রাজহাঁসের জাত ও বৈশিষ্ট্য</vt:lpstr>
      <vt:lpstr>আফ্রিকান রাজহাঁসের জাত ও বৈশিষ্ট্য</vt:lpstr>
      <vt:lpstr>চীনা রাজহাঁসের জাত ও বৈশিষ্ট্য</vt:lpstr>
      <vt:lpstr>সিবাস্টোপল রাজহাঁসের জাত ও বৈশিষ্ট্য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বিশেষ উৎপাদন সম্পর্কিত কৃষি প্রযুক্তি</dc:title>
  <dc:creator>Abdullah Limon</dc:creator>
  <cp:lastModifiedBy>Abdullah Limon</cp:lastModifiedBy>
  <cp:revision>271</cp:revision>
  <dcterms:created xsi:type="dcterms:W3CDTF">2025-01-01T02:54:10Z</dcterms:created>
  <dcterms:modified xsi:type="dcterms:W3CDTF">2025-10-13T01:20:31Z</dcterms:modified>
</cp:coreProperties>
</file>