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8"/>
  </p:notesMasterIdLst>
  <p:sldIdLst>
    <p:sldId id="256" r:id="rId2"/>
    <p:sldId id="323" r:id="rId3"/>
    <p:sldId id="332" r:id="rId4"/>
    <p:sldId id="333" r:id="rId5"/>
    <p:sldId id="336" r:id="rId6"/>
    <p:sldId id="334" r:id="rId7"/>
    <p:sldId id="330" r:id="rId8"/>
    <p:sldId id="335" r:id="rId9"/>
    <p:sldId id="325" r:id="rId10"/>
    <p:sldId id="337" r:id="rId11"/>
    <p:sldId id="338" r:id="rId12"/>
    <p:sldId id="339" r:id="rId13"/>
    <p:sldId id="340" r:id="rId14"/>
    <p:sldId id="341" r:id="rId15"/>
    <p:sldId id="342" r:id="rId16"/>
    <p:sldId id="34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ullah Limon" initials="AL" lastIdx="1" clrIdx="0">
    <p:extLst>
      <p:ext uri="{19B8F6BF-5375-455C-9EA6-DF929625EA0E}">
        <p15:presenceInfo xmlns:p15="http://schemas.microsoft.com/office/powerpoint/2012/main" userId="ccbb95a3173f64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0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C2B9CD-5EA1-4289-AAD5-DF3109CE091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D13E6B3-C4AB-49F2-99B2-5734A854CD9F}">
      <dgm:prSet phldrT="[Text]"/>
      <dgm:spPr/>
      <dgm:t>
        <a:bodyPr/>
        <a:lstStyle/>
        <a:p>
          <a:r>
            <a:rPr lang="en-US" dirty="0" err="1"/>
            <a:t>দিবাদৈর্ঘ</a:t>
          </a:r>
          <a:endParaRPr lang="en-US" dirty="0"/>
        </a:p>
      </dgm:t>
    </dgm:pt>
    <dgm:pt modelId="{61387C66-34D6-4DB2-BDD5-3C53D2D261CA}" type="parTrans" cxnId="{568AB30A-B47D-4580-98D7-568923CC4A0B}">
      <dgm:prSet/>
      <dgm:spPr/>
      <dgm:t>
        <a:bodyPr/>
        <a:lstStyle/>
        <a:p>
          <a:endParaRPr lang="en-US"/>
        </a:p>
      </dgm:t>
    </dgm:pt>
    <dgm:pt modelId="{47567A06-68CD-411F-966F-C86AA92E3375}" type="sibTrans" cxnId="{568AB30A-B47D-4580-98D7-568923CC4A0B}">
      <dgm:prSet/>
      <dgm:spPr/>
      <dgm:t>
        <a:bodyPr/>
        <a:lstStyle/>
        <a:p>
          <a:endParaRPr lang="en-US"/>
        </a:p>
      </dgm:t>
    </dgm:pt>
    <dgm:pt modelId="{7A218625-B4E2-4C1E-9C91-9F8D7D408C70}">
      <dgm:prSet phldrT="[Text]"/>
      <dgm:spPr/>
      <dgm:t>
        <a:bodyPr/>
        <a:lstStyle/>
        <a:p>
          <a:r>
            <a:rPr lang="en-US" dirty="0" err="1"/>
            <a:t>দীর্ঘ</a:t>
          </a:r>
          <a:r>
            <a:rPr lang="en-US" dirty="0"/>
            <a:t> </a:t>
          </a:r>
          <a:r>
            <a:rPr lang="en-US" dirty="0" err="1"/>
            <a:t>দিবা</a:t>
          </a:r>
          <a:r>
            <a:rPr lang="en-US" dirty="0"/>
            <a:t> </a:t>
          </a:r>
          <a:r>
            <a:rPr lang="en-US" dirty="0" err="1"/>
            <a:t>উদ্ভিদ</a:t>
          </a:r>
          <a:r>
            <a:rPr lang="en-US" dirty="0"/>
            <a:t>। </a:t>
          </a:r>
          <a:r>
            <a:rPr lang="en-US" dirty="0" err="1"/>
            <a:t>যেমনঃ</a:t>
          </a:r>
          <a:r>
            <a:rPr lang="en-US" dirty="0"/>
            <a:t> </a:t>
          </a:r>
          <a:r>
            <a:rPr lang="en-US" dirty="0" err="1"/>
            <a:t>ধান</a:t>
          </a:r>
          <a:r>
            <a:rPr lang="en-US" dirty="0"/>
            <a:t>, </a:t>
          </a:r>
          <a:r>
            <a:rPr lang="en-US" dirty="0" err="1"/>
            <a:t>পাঠ</a:t>
          </a:r>
          <a:r>
            <a:rPr lang="en-US" dirty="0"/>
            <a:t> </a:t>
          </a:r>
          <a:r>
            <a:rPr lang="en-US" dirty="0" err="1"/>
            <a:t>কুমড়া</a:t>
          </a:r>
          <a:r>
            <a:rPr lang="en-US" dirty="0"/>
            <a:t>, </a:t>
          </a:r>
          <a:r>
            <a:rPr lang="en-US" dirty="0" err="1"/>
            <a:t>চিচিঙ্গা</a:t>
          </a:r>
          <a:r>
            <a:rPr lang="en-US" dirty="0"/>
            <a:t> , </a:t>
          </a:r>
          <a:r>
            <a:rPr lang="en-US" dirty="0" err="1"/>
            <a:t>ধুন্দল</a:t>
          </a:r>
          <a:endParaRPr lang="en-US" dirty="0"/>
        </a:p>
      </dgm:t>
    </dgm:pt>
    <dgm:pt modelId="{894455FB-F818-4F36-B01A-D70E36A35A4A}" type="parTrans" cxnId="{5C456A04-62C1-422F-AF16-FA385622ABA4}">
      <dgm:prSet/>
      <dgm:spPr/>
      <dgm:t>
        <a:bodyPr/>
        <a:lstStyle/>
        <a:p>
          <a:endParaRPr lang="en-US"/>
        </a:p>
      </dgm:t>
    </dgm:pt>
    <dgm:pt modelId="{DEBB5DE0-86D1-443B-8375-674B764A3862}" type="sibTrans" cxnId="{5C456A04-62C1-422F-AF16-FA385622ABA4}">
      <dgm:prSet/>
      <dgm:spPr/>
      <dgm:t>
        <a:bodyPr/>
        <a:lstStyle/>
        <a:p>
          <a:endParaRPr lang="en-US"/>
        </a:p>
      </dgm:t>
    </dgm:pt>
    <dgm:pt modelId="{EC195CAC-77FB-4122-907E-1EA283E5CFF8}">
      <dgm:prSet phldrT="[Text]"/>
      <dgm:spPr/>
      <dgm:t>
        <a:bodyPr/>
        <a:lstStyle/>
        <a:p>
          <a:r>
            <a:rPr lang="en-US" dirty="0" err="1"/>
            <a:t>স্বল্প</a:t>
          </a:r>
          <a:r>
            <a:rPr lang="en-US" dirty="0"/>
            <a:t> </a:t>
          </a:r>
          <a:r>
            <a:rPr lang="en-US" dirty="0" err="1"/>
            <a:t>দিবা</a:t>
          </a:r>
          <a:r>
            <a:rPr lang="en-US" dirty="0"/>
            <a:t> </a:t>
          </a:r>
          <a:r>
            <a:rPr lang="en-US" dirty="0" err="1"/>
            <a:t>উদ্ভিদ</a:t>
          </a:r>
          <a:r>
            <a:rPr lang="en-US" dirty="0"/>
            <a:t>। </a:t>
          </a:r>
          <a:r>
            <a:rPr lang="en-US" dirty="0" err="1"/>
            <a:t>যেমনঃ</a:t>
          </a:r>
          <a:r>
            <a:rPr lang="en-US" dirty="0"/>
            <a:t> </a:t>
          </a:r>
          <a:r>
            <a:rPr lang="en-US" dirty="0" err="1"/>
            <a:t>সরিষা</a:t>
          </a:r>
          <a:r>
            <a:rPr lang="en-US" dirty="0"/>
            <a:t>, </a:t>
          </a:r>
          <a:r>
            <a:rPr lang="en-US" dirty="0" err="1"/>
            <a:t>গম</a:t>
          </a:r>
          <a:r>
            <a:rPr lang="en-US" dirty="0"/>
            <a:t>, </a:t>
          </a:r>
          <a:r>
            <a:rPr lang="en-US" dirty="0" err="1"/>
            <a:t>আমন</a:t>
          </a:r>
          <a:r>
            <a:rPr lang="en-US" dirty="0"/>
            <a:t> </a:t>
          </a:r>
          <a:r>
            <a:rPr lang="en-US" dirty="0" err="1"/>
            <a:t>ধান</a:t>
          </a:r>
          <a:r>
            <a:rPr lang="en-US" dirty="0"/>
            <a:t>, </a:t>
          </a:r>
          <a:r>
            <a:rPr lang="en-US" dirty="0" err="1"/>
            <a:t>পুইশাক</a:t>
          </a:r>
          <a:r>
            <a:rPr lang="en-US" dirty="0"/>
            <a:t>, </a:t>
          </a:r>
          <a:r>
            <a:rPr lang="en-US" dirty="0" err="1"/>
            <a:t>মসুর</a:t>
          </a:r>
          <a:r>
            <a:rPr lang="en-US" dirty="0"/>
            <a:t>, </a:t>
          </a:r>
          <a:r>
            <a:rPr lang="en-US" dirty="0" err="1"/>
            <a:t>মটর</a:t>
          </a:r>
          <a:endParaRPr lang="en-US" dirty="0"/>
        </a:p>
      </dgm:t>
    </dgm:pt>
    <dgm:pt modelId="{6C2CCD5E-552D-40D9-B153-866DAAA2D4CB}" type="parTrans" cxnId="{FDB98968-92BC-47EA-8EBA-2284ED2A9E0C}">
      <dgm:prSet/>
      <dgm:spPr/>
      <dgm:t>
        <a:bodyPr/>
        <a:lstStyle/>
        <a:p>
          <a:endParaRPr lang="en-US"/>
        </a:p>
      </dgm:t>
    </dgm:pt>
    <dgm:pt modelId="{F0A51018-7240-4C3E-BE14-EF4BED26C571}" type="sibTrans" cxnId="{FDB98968-92BC-47EA-8EBA-2284ED2A9E0C}">
      <dgm:prSet/>
      <dgm:spPr/>
      <dgm:t>
        <a:bodyPr/>
        <a:lstStyle/>
        <a:p>
          <a:endParaRPr lang="en-US"/>
        </a:p>
      </dgm:t>
    </dgm:pt>
    <dgm:pt modelId="{4B040A7B-DFB7-4C3D-A659-94B4FA89F068}">
      <dgm:prSet phldrT="[Text]"/>
      <dgm:spPr/>
      <dgm:t>
        <a:bodyPr/>
        <a:lstStyle/>
        <a:p>
          <a:r>
            <a:rPr lang="en-US" dirty="0" err="1"/>
            <a:t>দিবা</a:t>
          </a:r>
          <a:r>
            <a:rPr lang="en-US" dirty="0"/>
            <a:t> </a:t>
          </a:r>
          <a:r>
            <a:rPr lang="en-US" dirty="0" err="1"/>
            <a:t>নিরপেক্ষ</a:t>
          </a:r>
          <a:r>
            <a:rPr lang="en-US" dirty="0"/>
            <a:t> </a:t>
          </a:r>
          <a:r>
            <a:rPr lang="en-US" dirty="0" err="1"/>
            <a:t>উদ্ভিদ</a:t>
          </a:r>
          <a:r>
            <a:rPr lang="en-US" dirty="0"/>
            <a:t> । </a:t>
          </a:r>
          <a:r>
            <a:rPr lang="en-US" dirty="0" err="1"/>
            <a:t>যেমনঃ</a:t>
          </a:r>
          <a:r>
            <a:rPr lang="en-US" dirty="0"/>
            <a:t> </a:t>
          </a:r>
          <a:r>
            <a:rPr lang="en-US" dirty="0" err="1"/>
            <a:t>চীনাবাদাম</a:t>
          </a:r>
          <a:r>
            <a:rPr lang="en-US" dirty="0"/>
            <a:t>, </a:t>
          </a:r>
          <a:r>
            <a:rPr lang="en-US" dirty="0" err="1"/>
            <a:t>টমেটো</a:t>
          </a:r>
          <a:r>
            <a:rPr lang="en-US" dirty="0"/>
            <a:t>, </a:t>
          </a:r>
          <a:r>
            <a:rPr lang="en-US" dirty="0" err="1"/>
            <a:t>শশা</a:t>
          </a:r>
          <a:r>
            <a:rPr lang="en-US" dirty="0"/>
            <a:t>, </a:t>
          </a:r>
          <a:r>
            <a:rPr lang="en-US" dirty="0" err="1"/>
            <a:t>কার্পাস</a:t>
          </a:r>
          <a:r>
            <a:rPr lang="en-US" dirty="0"/>
            <a:t> </a:t>
          </a:r>
          <a:r>
            <a:rPr lang="en-US" dirty="0" err="1"/>
            <a:t>তুলা</a:t>
          </a:r>
          <a:endParaRPr lang="en-US" dirty="0"/>
        </a:p>
      </dgm:t>
    </dgm:pt>
    <dgm:pt modelId="{31C7A197-431A-4DBD-BB22-7F072394A2F7}" type="parTrans" cxnId="{1349CB93-CA59-4B33-9199-E05230DC5CD7}">
      <dgm:prSet/>
      <dgm:spPr/>
      <dgm:t>
        <a:bodyPr/>
        <a:lstStyle/>
        <a:p>
          <a:endParaRPr lang="en-US"/>
        </a:p>
      </dgm:t>
    </dgm:pt>
    <dgm:pt modelId="{BFBFE8FE-A728-45B4-A051-E4F7059D241F}" type="sibTrans" cxnId="{1349CB93-CA59-4B33-9199-E05230DC5CD7}">
      <dgm:prSet/>
      <dgm:spPr/>
      <dgm:t>
        <a:bodyPr/>
        <a:lstStyle/>
        <a:p>
          <a:endParaRPr lang="en-US"/>
        </a:p>
      </dgm:t>
    </dgm:pt>
    <dgm:pt modelId="{9C923F83-D2A9-45C9-A202-9224CBBE08E2}" type="pres">
      <dgm:prSet presAssocID="{30C2B9CD-5EA1-4289-AAD5-DF3109CE09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3D09ECC-54FD-48A0-B4FB-EAFA29A88C75}" type="pres">
      <dgm:prSet presAssocID="{8D13E6B3-C4AB-49F2-99B2-5734A854CD9F}" presName="hierRoot1" presStyleCnt="0"/>
      <dgm:spPr/>
    </dgm:pt>
    <dgm:pt modelId="{5E1F5A3B-ED48-4901-AF73-A8052F61D9D4}" type="pres">
      <dgm:prSet presAssocID="{8D13E6B3-C4AB-49F2-99B2-5734A854CD9F}" presName="composite" presStyleCnt="0"/>
      <dgm:spPr/>
    </dgm:pt>
    <dgm:pt modelId="{C9B4B6C9-B18E-4C78-A1E2-211973EB9CB9}" type="pres">
      <dgm:prSet presAssocID="{8D13E6B3-C4AB-49F2-99B2-5734A854CD9F}" presName="background" presStyleLbl="node0" presStyleIdx="0" presStyleCnt="1"/>
      <dgm:spPr/>
    </dgm:pt>
    <dgm:pt modelId="{CF3C1D6C-C41A-4C99-9329-137642420FA6}" type="pres">
      <dgm:prSet presAssocID="{8D13E6B3-C4AB-49F2-99B2-5734A854CD9F}" presName="text" presStyleLbl="fgAcc0" presStyleIdx="0" presStyleCnt="1">
        <dgm:presLayoutVars>
          <dgm:chPref val="3"/>
        </dgm:presLayoutVars>
      </dgm:prSet>
      <dgm:spPr/>
    </dgm:pt>
    <dgm:pt modelId="{8DCC6A82-F49C-4302-A64D-966A242BF660}" type="pres">
      <dgm:prSet presAssocID="{8D13E6B3-C4AB-49F2-99B2-5734A854CD9F}" presName="hierChild2" presStyleCnt="0"/>
      <dgm:spPr/>
    </dgm:pt>
    <dgm:pt modelId="{7DC912E0-EDF6-4E1A-BF6B-6BE653C56142}" type="pres">
      <dgm:prSet presAssocID="{894455FB-F818-4F36-B01A-D70E36A35A4A}" presName="Name10" presStyleLbl="parChTrans1D2" presStyleIdx="0" presStyleCnt="3"/>
      <dgm:spPr/>
    </dgm:pt>
    <dgm:pt modelId="{99F9CBDE-3708-402A-A099-173855283D68}" type="pres">
      <dgm:prSet presAssocID="{7A218625-B4E2-4C1E-9C91-9F8D7D408C70}" presName="hierRoot2" presStyleCnt="0"/>
      <dgm:spPr/>
    </dgm:pt>
    <dgm:pt modelId="{B3D6EEFF-B801-4551-AB02-E25EB9ADC217}" type="pres">
      <dgm:prSet presAssocID="{7A218625-B4E2-4C1E-9C91-9F8D7D408C70}" presName="composite2" presStyleCnt="0"/>
      <dgm:spPr/>
    </dgm:pt>
    <dgm:pt modelId="{3A787E2E-3C8D-4E7C-AFB0-44C2548685F2}" type="pres">
      <dgm:prSet presAssocID="{7A218625-B4E2-4C1E-9C91-9F8D7D408C70}" presName="background2" presStyleLbl="node2" presStyleIdx="0" presStyleCnt="3"/>
      <dgm:spPr/>
    </dgm:pt>
    <dgm:pt modelId="{1344D1DA-CF91-44F0-AE45-3A535ECABB5E}" type="pres">
      <dgm:prSet presAssocID="{7A218625-B4E2-4C1E-9C91-9F8D7D408C70}" presName="text2" presStyleLbl="fgAcc2" presStyleIdx="0" presStyleCnt="3">
        <dgm:presLayoutVars>
          <dgm:chPref val="3"/>
        </dgm:presLayoutVars>
      </dgm:prSet>
      <dgm:spPr/>
    </dgm:pt>
    <dgm:pt modelId="{1C608F1A-6377-43EE-84A6-937649F2F6A8}" type="pres">
      <dgm:prSet presAssocID="{7A218625-B4E2-4C1E-9C91-9F8D7D408C70}" presName="hierChild3" presStyleCnt="0"/>
      <dgm:spPr/>
    </dgm:pt>
    <dgm:pt modelId="{AC2205AE-F416-4B9A-AC06-5B4BF1BD9CC9}" type="pres">
      <dgm:prSet presAssocID="{6C2CCD5E-552D-40D9-B153-866DAAA2D4CB}" presName="Name10" presStyleLbl="parChTrans1D2" presStyleIdx="1" presStyleCnt="3"/>
      <dgm:spPr/>
    </dgm:pt>
    <dgm:pt modelId="{15BD32FE-954D-4B85-A72C-4ECC8CD27E84}" type="pres">
      <dgm:prSet presAssocID="{EC195CAC-77FB-4122-907E-1EA283E5CFF8}" presName="hierRoot2" presStyleCnt="0"/>
      <dgm:spPr/>
    </dgm:pt>
    <dgm:pt modelId="{4833D9AD-EAA8-44AC-A3C7-C6564F8ED446}" type="pres">
      <dgm:prSet presAssocID="{EC195CAC-77FB-4122-907E-1EA283E5CFF8}" presName="composite2" presStyleCnt="0"/>
      <dgm:spPr/>
    </dgm:pt>
    <dgm:pt modelId="{6B067BAB-A945-4250-B255-0E5346314FB2}" type="pres">
      <dgm:prSet presAssocID="{EC195CAC-77FB-4122-907E-1EA283E5CFF8}" presName="background2" presStyleLbl="node2" presStyleIdx="1" presStyleCnt="3"/>
      <dgm:spPr/>
    </dgm:pt>
    <dgm:pt modelId="{F0D9C5C6-423B-4864-9CC3-51A5A2F7348D}" type="pres">
      <dgm:prSet presAssocID="{EC195CAC-77FB-4122-907E-1EA283E5CFF8}" presName="text2" presStyleLbl="fgAcc2" presStyleIdx="1" presStyleCnt="3">
        <dgm:presLayoutVars>
          <dgm:chPref val="3"/>
        </dgm:presLayoutVars>
      </dgm:prSet>
      <dgm:spPr/>
    </dgm:pt>
    <dgm:pt modelId="{96E100D5-161C-4D38-8A38-23BC4AC19281}" type="pres">
      <dgm:prSet presAssocID="{EC195CAC-77FB-4122-907E-1EA283E5CFF8}" presName="hierChild3" presStyleCnt="0"/>
      <dgm:spPr/>
    </dgm:pt>
    <dgm:pt modelId="{CC64401A-9AE2-433B-83C1-034220E9C61C}" type="pres">
      <dgm:prSet presAssocID="{31C7A197-431A-4DBD-BB22-7F072394A2F7}" presName="Name10" presStyleLbl="parChTrans1D2" presStyleIdx="2" presStyleCnt="3"/>
      <dgm:spPr/>
    </dgm:pt>
    <dgm:pt modelId="{D82FF2A1-4159-4A36-B500-F7836CE08873}" type="pres">
      <dgm:prSet presAssocID="{4B040A7B-DFB7-4C3D-A659-94B4FA89F068}" presName="hierRoot2" presStyleCnt="0"/>
      <dgm:spPr/>
    </dgm:pt>
    <dgm:pt modelId="{761EEA68-6E7C-47DF-B1E5-37F461B86682}" type="pres">
      <dgm:prSet presAssocID="{4B040A7B-DFB7-4C3D-A659-94B4FA89F068}" presName="composite2" presStyleCnt="0"/>
      <dgm:spPr/>
    </dgm:pt>
    <dgm:pt modelId="{F7B89B02-5DFC-4B61-A282-32B872B4F69C}" type="pres">
      <dgm:prSet presAssocID="{4B040A7B-DFB7-4C3D-A659-94B4FA89F068}" presName="background2" presStyleLbl="node2" presStyleIdx="2" presStyleCnt="3"/>
      <dgm:spPr/>
    </dgm:pt>
    <dgm:pt modelId="{CBD69633-A89B-4160-8306-6D10444E743D}" type="pres">
      <dgm:prSet presAssocID="{4B040A7B-DFB7-4C3D-A659-94B4FA89F068}" presName="text2" presStyleLbl="fgAcc2" presStyleIdx="2" presStyleCnt="3">
        <dgm:presLayoutVars>
          <dgm:chPref val="3"/>
        </dgm:presLayoutVars>
      </dgm:prSet>
      <dgm:spPr/>
    </dgm:pt>
    <dgm:pt modelId="{1A61A5AB-75DD-4F99-8A86-051770FCA292}" type="pres">
      <dgm:prSet presAssocID="{4B040A7B-DFB7-4C3D-A659-94B4FA89F068}" presName="hierChild3" presStyleCnt="0"/>
      <dgm:spPr/>
    </dgm:pt>
  </dgm:ptLst>
  <dgm:cxnLst>
    <dgm:cxn modelId="{0774BA00-EF23-4C6E-AED7-10C3C84794B8}" type="presOf" srcId="{8D13E6B3-C4AB-49F2-99B2-5734A854CD9F}" destId="{CF3C1D6C-C41A-4C99-9329-137642420FA6}" srcOrd="0" destOrd="0" presId="urn:microsoft.com/office/officeart/2005/8/layout/hierarchy1"/>
    <dgm:cxn modelId="{5C456A04-62C1-422F-AF16-FA385622ABA4}" srcId="{8D13E6B3-C4AB-49F2-99B2-5734A854CD9F}" destId="{7A218625-B4E2-4C1E-9C91-9F8D7D408C70}" srcOrd="0" destOrd="0" parTransId="{894455FB-F818-4F36-B01A-D70E36A35A4A}" sibTransId="{DEBB5DE0-86D1-443B-8375-674B764A3862}"/>
    <dgm:cxn modelId="{568AB30A-B47D-4580-98D7-568923CC4A0B}" srcId="{30C2B9CD-5EA1-4289-AAD5-DF3109CE0912}" destId="{8D13E6B3-C4AB-49F2-99B2-5734A854CD9F}" srcOrd="0" destOrd="0" parTransId="{61387C66-34D6-4DB2-BDD5-3C53D2D261CA}" sibTransId="{47567A06-68CD-411F-966F-C86AA92E3375}"/>
    <dgm:cxn modelId="{1EF86D11-1B3F-4270-A771-323ADE5A9FE3}" type="presOf" srcId="{31C7A197-431A-4DBD-BB22-7F072394A2F7}" destId="{CC64401A-9AE2-433B-83C1-034220E9C61C}" srcOrd="0" destOrd="0" presId="urn:microsoft.com/office/officeart/2005/8/layout/hierarchy1"/>
    <dgm:cxn modelId="{58FBD817-E956-4405-97BB-312C737F70DE}" type="presOf" srcId="{30C2B9CD-5EA1-4289-AAD5-DF3109CE0912}" destId="{9C923F83-D2A9-45C9-A202-9224CBBE08E2}" srcOrd="0" destOrd="0" presId="urn:microsoft.com/office/officeart/2005/8/layout/hierarchy1"/>
    <dgm:cxn modelId="{81E21D3F-58BD-4501-875C-DDAA9694EBD9}" type="presOf" srcId="{7A218625-B4E2-4C1E-9C91-9F8D7D408C70}" destId="{1344D1DA-CF91-44F0-AE45-3A535ECABB5E}" srcOrd="0" destOrd="0" presId="urn:microsoft.com/office/officeart/2005/8/layout/hierarchy1"/>
    <dgm:cxn modelId="{5F203E44-55FD-426A-BB4C-D7963ECC6E95}" type="presOf" srcId="{6C2CCD5E-552D-40D9-B153-866DAAA2D4CB}" destId="{AC2205AE-F416-4B9A-AC06-5B4BF1BD9CC9}" srcOrd="0" destOrd="0" presId="urn:microsoft.com/office/officeart/2005/8/layout/hierarchy1"/>
    <dgm:cxn modelId="{FDB98968-92BC-47EA-8EBA-2284ED2A9E0C}" srcId="{8D13E6B3-C4AB-49F2-99B2-5734A854CD9F}" destId="{EC195CAC-77FB-4122-907E-1EA283E5CFF8}" srcOrd="1" destOrd="0" parTransId="{6C2CCD5E-552D-40D9-B153-866DAAA2D4CB}" sibTransId="{F0A51018-7240-4C3E-BE14-EF4BED26C571}"/>
    <dgm:cxn modelId="{FF10634B-D90C-4452-9744-304D7E4B70B5}" type="presOf" srcId="{EC195CAC-77FB-4122-907E-1EA283E5CFF8}" destId="{F0D9C5C6-423B-4864-9CC3-51A5A2F7348D}" srcOrd="0" destOrd="0" presId="urn:microsoft.com/office/officeart/2005/8/layout/hierarchy1"/>
    <dgm:cxn modelId="{1349CB93-CA59-4B33-9199-E05230DC5CD7}" srcId="{8D13E6B3-C4AB-49F2-99B2-5734A854CD9F}" destId="{4B040A7B-DFB7-4C3D-A659-94B4FA89F068}" srcOrd="2" destOrd="0" parTransId="{31C7A197-431A-4DBD-BB22-7F072394A2F7}" sibTransId="{BFBFE8FE-A728-45B4-A051-E4F7059D241F}"/>
    <dgm:cxn modelId="{7AD07BDA-6890-408C-88D1-A9FC892DAD68}" type="presOf" srcId="{894455FB-F818-4F36-B01A-D70E36A35A4A}" destId="{7DC912E0-EDF6-4E1A-BF6B-6BE653C56142}" srcOrd="0" destOrd="0" presId="urn:microsoft.com/office/officeart/2005/8/layout/hierarchy1"/>
    <dgm:cxn modelId="{50D510E6-6759-43E7-B02C-B096A55BC494}" type="presOf" srcId="{4B040A7B-DFB7-4C3D-A659-94B4FA89F068}" destId="{CBD69633-A89B-4160-8306-6D10444E743D}" srcOrd="0" destOrd="0" presId="urn:microsoft.com/office/officeart/2005/8/layout/hierarchy1"/>
    <dgm:cxn modelId="{C54281A8-A699-49CE-AE95-9169E496A8B4}" type="presParOf" srcId="{9C923F83-D2A9-45C9-A202-9224CBBE08E2}" destId="{B3D09ECC-54FD-48A0-B4FB-EAFA29A88C75}" srcOrd="0" destOrd="0" presId="urn:microsoft.com/office/officeart/2005/8/layout/hierarchy1"/>
    <dgm:cxn modelId="{C08A9B97-7077-43ED-BF7F-2358A690E8DC}" type="presParOf" srcId="{B3D09ECC-54FD-48A0-B4FB-EAFA29A88C75}" destId="{5E1F5A3B-ED48-4901-AF73-A8052F61D9D4}" srcOrd="0" destOrd="0" presId="urn:microsoft.com/office/officeart/2005/8/layout/hierarchy1"/>
    <dgm:cxn modelId="{A84739B6-1AF1-4D55-8FAD-D3AAAF5963A1}" type="presParOf" srcId="{5E1F5A3B-ED48-4901-AF73-A8052F61D9D4}" destId="{C9B4B6C9-B18E-4C78-A1E2-211973EB9CB9}" srcOrd="0" destOrd="0" presId="urn:microsoft.com/office/officeart/2005/8/layout/hierarchy1"/>
    <dgm:cxn modelId="{FD9F8B71-5D70-47F0-AF52-D8B1663FD3E8}" type="presParOf" srcId="{5E1F5A3B-ED48-4901-AF73-A8052F61D9D4}" destId="{CF3C1D6C-C41A-4C99-9329-137642420FA6}" srcOrd="1" destOrd="0" presId="urn:microsoft.com/office/officeart/2005/8/layout/hierarchy1"/>
    <dgm:cxn modelId="{9B2CC2E5-427E-44D1-821E-80F8445B7DEF}" type="presParOf" srcId="{B3D09ECC-54FD-48A0-B4FB-EAFA29A88C75}" destId="{8DCC6A82-F49C-4302-A64D-966A242BF660}" srcOrd="1" destOrd="0" presId="urn:microsoft.com/office/officeart/2005/8/layout/hierarchy1"/>
    <dgm:cxn modelId="{DEBD39B3-BDBB-4C56-B349-07179D8E933E}" type="presParOf" srcId="{8DCC6A82-F49C-4302-A64D-966A242BF660}" destId="{7DC912E0-EDF6-4E1A-BF6B-6BE653C56142}" srcOrd="0" destOrd="0" presId="urn:microsoft.com/office/officeart/2005/8/layout/hierarchy1"/>
    <dgm:cxn modelId="{8E3DDDC7-BEB5-475A-B712-EEC418069594}" type="presParOf" srcId="{8DCC6A82-F49C-4302-A64D-966A242BF660}" destId="{99F9CBDE-3708-402A-A099-173855283D68}" srcOrd="1" destOrd="0" presId="urn:microsoft.com/office/officeart/2005/8/layout/hierarchy1"/>
    <dgm:cxn modelId="{66A34F0B-4587-4AC8-94B9-1DA02F3552D7}" type="presParOf" srcId="{99F9CBDE-3708-402A-A099-173855283D68}" destId="{B3D6EEFF-B801-4551-AB02-E25EB9ADC217}" srcOrd="0" destOrd="0" presId="urn:microsoft.com/office/officeart/2005/8/layout/hierarchy1"/>
    <dgm:cxn modelId="{3E6701B7-AD99-4A1D-A780-2E0C71F11491}" type="presParOf" srcId="{B3D6EEFF-B801-4551-AB02-E25EB9ADC217}" destId="{3A787E2E-3C8D-4E7C-AFB0-44C2548685F2}" srcOrd="0" destOrd="0" presId="urn:microsoft.com/office/officeart/2005/8/layout/hierarchy1"/>
    <dgm:cxn modelId="{F8983437-D1BC-4C96-A6F8-FB938D380960}" type="presParOf" srcId="{B3D6EEFF-B801-4551-AB02-E25EB9ADC217}" destId="{1344D1DA-CF91-44F0-AE45-3A535ECABB5E}" srcOrd="1" destOrd="0" presId="urn:microsoft.com/office/officeart/2005/8/layout/hierarchy1"/>
    <dgm:cxn modelId="{F1FD3EB9-E8C2-4496-9F89-D93D31254934}" type="presParOf" srcId="{99F9CBDE-3708-402A-A099-173855283D68}" destId="{1C608F1A-6377-43EE-84A6-937649F2F6A8}" srcOrd="1" destOrd="0" presId="urn:microsoft.com/office/officeart/2005/8/layout/hierarchy1"/>
    <dgm:cxn modelId="{F6E76FC2-218C-47EC-9A80-1D00C4C8413E}" type="presParOf" srcId="{8DCC6A82-F49C-4302-A64D-966A242BF660}" destId="{AC2205AE-F416-4B9A-AC06-5B4BF1BD9CC9}" srcOrd="2" destOrd="0" presId="urn:microsoft.com/office/officeart/2005/8/layout/hierarchy1"/>
    <dgm:cxn modelId="{27616784-C252-43D5-9638-B005D72147AC}" type="presParOf" srcId="{8DCC6A82-F49C-4302-A64D-966A242BF660}" destId="{15BD32FE-954D-4B85-A72C-4ECC8CD27E84}" srcOrd="3" destOrd="0" presId="urn:microsoft.com/office/officeart/2005/8/layout/hierarchy1"/>
    <dgm:cxn modelId="{5FF38D68-0A54-4B43-9A8E-900B3BED49AF}" type="presParOf" srcId="{15BD32FE-954D-4B85-A72C-4ECC8CD27E84}" destId="{4833D9AD-EAA8-44AC-A3C7-C6564F8ED446}" srcOrd="0" destOrd="0" presId="urn:microsoft.com/office/officeart/2005/8/layout/hierarchy1"/>
    <dgm:cxn modelId="{5BE40B58-2E11-4C07-85E4-B6D7C6A792A9}" type="presParOf" srcId="{4833D9AD-EAA8-44AC-A3C7-C6564F8ED446}" destId="{6B067BAB-A945-4250-B255-0E5346314FB2}" srcOrd="0" destOrd="0" presId="urn:microsoft.com/office/officeart/2005/8/layout/hierarchy1"/>
    <dgm:cxn modelId="{46459D63-C273-4CD0-90A4-502EA757E0C2}" type="presParOf" srcId="{4833D9AD-EAA8-44AC-A3C7-C6564F8ED446}" destId="{F0D9C5C6-423B-4864-9CC3-51A5A2F7348D}" srcOrd="1" destOrd="0" presId="urn:microsoft.com/office/officeart/2005/8/layout/hierarchy1"/>
    <dgm:cxn modelId="{DAA9D610-7AD0-417C-AFBE-D3F5F45A1785}" type="presParOf" srcId="{15BD32FE-954D-4B85-A72C-4ECC8CD27E84}" destId="{96E100D5-161C-4D38-8A38-23BC4AC19281}" srcOrd="1" destOrd="0" presId="urn:microsoft.com/office/officeart/2005/8/layout/hierarchy1"/>
    <dgm:cxn modelId="{22E2C968-96DC-42DD-BAD5-2BE7B6A31771}" type="presParOf" srcId="{8DCC6A82-F49C-4302-A64D-966A242BF660}" destId="{CC64401A-9AE2-433B-83C1-034220E9C61C}" srcOrd="4" destOrd="0" presId="urn:microsoft.com/office/officeart/2005/8/layout/hierarchy1"/>
    <dgm:cxn modelId="{94584662-6960-4E21-8F9D-910182B1728F}" type="presParOf" srcId="{8DCC6A82-F49C-4302-A64D-966A242BF660}" destId="{D82FF2A1-4159-4A36-B500-F7836CE08873}" srcOrd="5" destOrd="0" presId="urn:microsoft.com/office/officeart/2005/8/layout/hierarchy1"/>
    <dgm:cxn modelId="{A1E03918-2B03-4031-B13F-80683CEEB5AA}" type="presParOf" srcId="{D82FF2A1-4159-4A36-B500-F7836CE08873}" destId="{761EEA68-6E7C-47DF-B1E5-37F461B86682}" srcOrd="0" destOrd="0" presId="urn:microsoft.com/office/officeart/2005/8/layout/hierarchy1"/>
    <dgm:cxn modelId="{39DFFA7B-0E8D-40F8-9049-A660F58A02C3}" type="presParOf" srcId="{761EEA68-6E7C-47DF-B1E5-37F461B86682}" destId="{F7B89B02-5DFC-4B61-A282-32B872B4F69C}" srcOrd="0" destOrd="0" presId="urn:microsoft.com/office/officeart/2005/8/layout/hierarchy1"/>
    <dgm:cxn modelId="{0D056FCC-DF7E-45C1-B0B6-10EC4A27EB48}" type="presParOf" srcId="{761EEA68-6E7C-47DF-B1E5-37F461B86682}" destId="{CBD69633-A89B-4160-8306-6D10444E743D}" srcOrd="1" destOrd="0" presId="urn:microsoft.com/office/officeart/2005/8/layout/hierarchy1"/>
    <dgm:cxn modelId="{EAC1486A-3610-42FF-8F59-180FA76F71B5}" type="presParOf" srcId="{D82FF2A1-4159-4A36-B500-F7836CE08873}" destId="{1A61A5AB-75DD-4F99-8A86-051770FCA2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C2B9CD-5EA1-4289-AAD5-DF3109CE0912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D13E6B3-C4AB-49F2-99B2-5734A854CD9F}">
      <dgm:prSet phldrT="[Text]"/>
      <dgm:spPr/>
      <dgm:t>
        <a:bodyPr/>
        <a:lstStyle/>
        <a:p>
          <a:r>
            <a:rPr lang="en-US" dirty="0" err="1"/>
            <a:t>ফসলের</a:t>
          </a:r>
          <a:r>
            <a:rPr lang="en-US" dirty="0"/>
            <a:t> </a:t>
          </a:r>
          <a:r>
            <a:rPr lang="en-US" dirty="0" err="1"/>
            <a:t>মৌসুম</a:t>
          </a:r>
          <a:endParaRPr lang="en-US" dirty="0"/>
        </a:p>
      </dgm:t>
    </dgm:pt>
    <dgm:pt modelId="{61387C66-34D6-4DB2-BDD5-3C53D2D261CA}" type="parTrans" cxnId="{568AB30A-B47D-4580-98D7-568923CC4A0B}">
      <dgm:prSet/>
      <dgm:spPr/>
      <dgm:t>
        <a:bodyPr/>
        <a:lstStyle/>
        <a:p>
          <a:endParaRPr lang="en-US"/>
        </a:p>
      </dgm:t>
    </dgm:pt>
    <dgm:pt modelId="{47567A06-68CD-411F-966F-C86AA92E3375}" type="sibTrans" cxnId="{568AB30A-B47D-4580-98D7-568923CC4A0B}">
      <dgm:prSet/>
      <dgm:spPr/>
      <dgm:t>
        <a:bodyPr/>
        <a:lstStyle/>
        <a:p>
          <a:endParaRPr lang="en-US"/>
        </a:p>
      </dgm:t>
    </dgm:pt>
    <dgm:pt modelId="{61F5E9D7-CFC9-478B-B7B3-28E03C41C12C}">
      <dgm:prSet phldrT="[Text]"/>
      <dgm:spPr/>
      <dgm:t>
        <a:bodyPr/>
        <a:lstStyle/>
        <a:p>
          <a:r>
            <a:rPr lang="en-US" dirty="0" err="1"/>
            <a:t>রবি</a:t>
          </a:r>
          <a:r>
            <a:rPr lang="en-US" dirty="0"/>
            <a:t> (</a:t>
          </a:r>
          <a:r>
            <a:rPr lang="en-US" dirty="0" err="1"/>
            <a:t>শীতকাল</a:t>
          </a:r>
          <a:r>
            <a:rPr lang="en-US" dirty="0"/>
            <a:t>) </a:t>
          </a:r>
        </a:p>
      </dgm:t>
    </dgm:pt>
    <dgm:pt modelId="{67A3AE27-F95C-4A6B-AAD2-E7C957F3BAFC}" type="parTrans" cxnId="{3DF49BE7-2AEF-4735-BF32-FB5E8690CAE0}">
      <dgm:prSet/>
      <dgm:spPr/>
      <dgm:t>
        <a:bodyPr/>
        <a:lstStyle/>
        <a:p>
          <a:endParaRPr lang="en-US"/>
        </a:p>
      </dgm:t>
    </dgm:pt>
    <dgm:pt modelId="{6752DEA0-E16E-473B-ADDC-F5CBAE1D0D4E}" type="sibTrans" cxnId="{3DF49BE7-2AEF-4735-BF32-FB5E8690CAE0}">
      <dgm:prSet/>
      <dgm:spPr/>
      <dgm:t>
        <a:bodyPr/>
        <a:lstStyle/>
        <a:p>
          <a:endParaRPr lang="en-US"/>
        </a:p>
      </dgm:t>
    </dgm:pt>
    <dgm:pt modelId="{FBB7B9A8-61B4-4100-B4E8-989AA9A5A6F7}">
      <dgm:prSet phldrT="[Text]"/>
      <dgm:spPr/>
      <dgm:t>
        <a:bodyPr/>
        <a:lstStyle/>
        <a:p>
          <a:r>
            <a:rPr lang="en-US" dirty="0" err="1"/>
            <a:t>খরিপ</a:t>
          </a:r>
          <a:endParaRPr lang="en-US" dirty="0"/>
        </a:p>
      </dgm:t>
    </dgm:pt>
    <dgm:pt modelId="{60EDEE5D-0135-4323-9A27-42489D409F18}" type="parTrans" cxnId="{6CB5EB22-7D25-4F28-8F6C-5E7B1E3BB107}">
      <dgm:prSet/>
      <dgm:spPr/>
      <dgm:t>
        <a:bodyPr/>
        <a:lstStyle/>
        <a:p>
          <a:endParaRPr lang="en-US"/>
        </a:p>
      </dgm:t>
    </dgm:pt>
    <dgm:pt modelId="{BABDE84D-5236-4DE0-9960-62FD9259D679}" type="sibTrans" cxnId="{6CB5EB22-7D25-4F28-8F6C-5E7B1E3BB107}">
      <dgm:prSet/>
      <dgm:spPr/>
      <dgm:t>
        <a:bodyPr/>
        <a:lstStyle/>
        <a:p>
          <a:endParaRPr lang="en-US"/>
        </a:p>
      </dgm:t>
    </dgm:pt>
    <dgm:pt modelId="{6B767F55-5B36-4166-8A65-B2206A664CDB}">
      <dgm:prSet phldrT="[Text]"/>
      <dgm:spPr/>
      <dgm:t>
        <a:bodyPr/>
        <a:lstStyle/>
        <a:p>
          <a:r>
            <a:rPr lang="en-US" dirty="0"/>
            <a:t>খরিপ-১ (</a:t>
          </a:r>
          <a:r>
            <a:rPr lang="en-US" dirty="0" err="1"/>
            <a:t>গ্রীষ্মকাল</a:t>
          </a:r>
          <a:r>
            <a:rPr lang="en-US" dirty="0"/>
            <a:t>)</a:t>
          </a:r>
        </a:p>
      </dgm:t>
    </dgm:pt>
    <dgm:pt modelId="{9C37F204-49DA-4B12-9E0E-E1A783A00E62}" type="parTrans" cxnId="{73D53235-A1F5-4D75-8ED2-C57093C60BEF}">
      <dgm:prSet/>
      <dgm:spPr/>
      <dgm:t>
        <a:bodyPr/>
        <a:lstStyle/>
        <a:p>
          <a:endParaRPr lang="en-US"/>
        </a:p>
      </dgm:t>
    </dgm:pt>
    <dgm:pt modelId="{43860B9A-3A44-4FBE-95EF-F1F5C03F05AB}" type="sibTrans" cxnId="{73D53235-A1F5-4D75-8ED2-C57093C60BEF}">
      <dgm:prSet/>
      <dgm:spPr/>
      <dgm:t>
        <a:bodyPr/>
        <a:lstStyle/>
        <a:p>
          <a:endParaRPr lang="en-US"/>
        </a:p>
      </dgm:t>
    </dgm:pt>
    <dgm:pt modelId="{B9A437F8-E398-4399-AEB3-2322FB06AFB9}">
      <dgm:prSet phldrT="[Text]"/>
      <dgm:spPr/>
      <dgm:t>
        <a:bodyPr/>
        <a:lstStyle/>
        <a:p>
          <a:r>
            <a:rPr lang="en-US" dirty="0"/>
            <a:t>খরিপ-২ (</a:t>
          </a:r>
          <a:r>
            <a:rPr lang="en-US" dirty="0" err="1"/>
            <a:t>বর্ষাকাল</a:t>
          </a:r>
          <a:r>
            <a:rPr lang="en-US" dirty="0"/>
            <a:t>)</a:t>
          </a:r>
        </a:p>
      </dgm:t>
    </dgm:pt>
    <dgm:pt modelId="{F630D920-5694-4B60-9BB8-1729EE7AA6A3}" type="parTrans" cxnId="{DB21A94D-52E6-4D61-8BAB-FAF705E98E84}">
      <dgm:prSet/>
      <dgm:spPr/>
      <dgm:t>
        <a:bodyPr/>
        <a:lstStyle/>
        <a:p>
          <a:endParaRPr lang="en-US"/>
        </a:p>
      </dgm:t>
    </dgm:pt>
    <dgm:pt modelId="{8A439D73-F34E-41A4-9881-916727FB95B0}" type="sibTrans" cxnId="{DB21A94D-52E6-4D61-8BAB-FAF705E98E84}">
      <dgm:prSet/>
      <dgm:spPr/>
      <dgm:t>
        <a:bodyPr/>
        <a:lstStyle/>
        <a:p>
          <a:endParaRPr lang="en-US"/>
        </a:p>
      </dgm:t>
    </dgm:pt>
    <dgm:pt modelId="{A341C7A3-0A5F-421D-BBAC-930D05CC1F93}" type="pres">
      <dgm:prSet presAssocID="{30C2B9CD-5EA1-4289-AAD5-DF3109CE091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9317637-432E-4462-A696-F0E5C20FC53C}" type="pres">
      <dgm:prSet presAssocID="{8D13E6B3-C4AB-49F2-99B2-5734A854CD9F}" presName="root1" presStyleCnt="0"/>
      <dgm:spPr/>
    </dgm:pt>
    <dgm:pt modelId="{DCB43645-1A70-4BA4-BF52-FF6B199D9FAC}" type="pres">
      <dgm:prSet presAssocID="{8D13E6B3-C4AB-49F2-99B2-5734A854CD9F}" presName="LevelOneTextNode" presStyleLbl="node0" presStyleIdx="0" presStyleCnt="1">
        <dgm:presLayoutVars>
          <dgm:chPref val="3"/>
        </dgm:presLayoutVars>
      </dgm:prSet>
      <dgm:spPr/>
    </dgm:pt>
    <dgm:pt modelId="{C0777365-F2B7-4C7E-B48A-AA95CE60AC13}" type="pres">
      <dgm:prSet presAssocID="{8D13E6B3-C4AB-49F2-99B2-5734A854CD9F}" presName="level2hierChild" presStyleCnt="0"/>
      <dgm:spPr/>
    </dgm:pt>
    <dgm:pt modelId="{6E0FE6D1-14CC-4BB2-887B-3525088C08AF}" type="pres">
      <dgm:prSet presAssocID="{60EDEE5D-0135-4323-9A27-42489D409F18}" presName="conn2-1" presStyleLbl="parChTrans1D2" presStyleIdx="0" presStyleCnt="2"/>
      <dgm:spPr/>
    </dgm:pt>
    <dgm:pt modelId="{DC87075E-BD05-44B6-8F57-F8EB9418406D}" type="pres">
      <dgm:prSet presAssocID="{60EDEE5D-0135-4323-9A27-42489D409F18}" presName="connTx" presStyleLbl="parChTrans1D2" presStyleIdx="0" presStyleCnt="2"/>
      <dgm:spPr/>
    </dgm:pt>
    <dgm:pt modelId="{47019BC0-C693-4DE2-96E4-8F870EB9B5DD}" type="pres">
      <dgm:prSet presAssocID="{FBB7B9A8-61B4-4100-B4E8-989AA9A5A6F7}" presName="root2" presStyleCnt="0"/>
      <dgm:spPr/>
    </dgm:pt>
    <dgm:pt modelId="{83CCDEC4-9D21-43A8-8468-361A223A1632}" type="pres">
      <dgm:prSet presAssocID="{FBB7B9A8-61B4-4100-B4E8-989AA9A5A6F7}" presName="LevelTwoTextNode" presStyleLbl="node2" presStyleIdx="0" presStyleCnt="2">
        <dgm:presLayoutVars>
          <dgm:chPref val="3"/>
        </dgm:presLayoutVars>
      </dgm:prSet>
      <dgm:spPr/>
    </dgm:pt>
    <dgm:pt modelId="{E92B82DD-D0DB-40E4-ABB2-483075865802}" type="pres">
      <dgm:prSet presAssocID="{FBB7B9A8-61B4-4100-B4E8-989AA9A5A6F7}" presName="level3hierChild" presStyleCnt="0"/>
      <dgm:spPr/>
    </dgm:pt>
    <dgm:pt modelId="{EAED2B46-199D-4424-9F68-DA4A41D2D695}" type="pres">
      <dgm:prSet presAssocID="{9C37F204-49DA-4B12-9E0E-E1A783A00E62}" presName="conn2-1" presStyleLbl="parChTrans1D3" presStyleIdx="0" presStyleCnt="2"/>
      <dgm:spPr/>
    </dgm:pt>
    <dgm:pt modelId="{F196CAD7-B406-4908-9A86-96DE2BCFE21C}" type="pres">
      <dgm:prSet presAssocID="{9C37F204-49DA-4B12-9E0E-E1A783A00E62}" presName="connTx" presStyleLbl="parChTrans1D3" presStyleIdx="0" presStyleCnt="2"/>
      <dgm:spPr/>
    </dgm:pt>
    <dgm:pt modelId="{66DFBFEF-2C46-48AA-96F7-54EEFE808B99}" type="pres">
      <dgm:prSet presAssocID="{6B767F55-5B36-4166-8A65-B2206A664CDB}" presName="root2" presStyleCnt="0"/>
      <dgm:spPr/>
    </dgm:pt>
    <dgm:pt modelId="{69E1FE2E-44FC-439F-86BC-AFD442065D7A}" type="pres">
      <dgm:prSet presAssocID="{6B767F55-5B36-4166-8A65-B2206A664CDB}" presName="LevelTwoTextNode" presStyleLbl="node3" presStyleIdx="0" presStyleCnt="2">
        <dgm:presLayoutVars>
          <dgm:chPref val="3"/>
        </dgm:presLayoutVars>
      </dgm:prSet>
      <dgm:spPr/>
    </dgm:pt>
    <dgm:pt modelId="{48C52B33-50B9-4E0D-B883-9A42D77F7F62}" type="pres">
      <dgm:prSet presAssocID="{6B767F55-5B36-4166-8A65-B2206A664CDB}" presName="level3hierChild" presStyleCnt="0"/>
      <dgm:spPr/>
    </dgm:pt>
    <dgm:pt modelId="{4DE15A66-0BB4-4F53-B691-6F26A063F197}" type="pres">
      <dgm:prSet presAssocID="{F630D920-5694-4B60-9BB8-1729EE7AA6A3}" presName="conn2-1" presStyleLbl="parChTrans1D3" presStyleIdx="1" presStyleCnt="2"/>
      <dgm:spPr/>
    </dgm:pt>
    <dgm:pt modelId="{993C93D4-F6B2-45FA-8806-187B9A5647F2}" type="pres">
      <dgm:prSet presAssocID="{F630D920-5694-4B60-9BB8-1729EE7AA6A3}" presName="connTx" presStyleLbl="parChTrans1D3" presStyleIdx="1" presStyleCnt="2"/>
      <dgm:spPr/>
    </dgm:pt>
    <dgm:pt modelId="{7C5686B0-2C4A-43B1-9247-19A66C3AEF11}" type="pres">
      <dgm:prSet presAssocID="{B9A437F8-E398-4399-AEB3-2322FB06AFB9}" presName="root2" presStyleCnt="0"/>
      <dgm:spPr/>
    </dgm:pt>
    <dgm:pt modelId="{6D60DFD2-4233-442E-80E7-25756A8EBB77}" type="pres">
      <dgm:prSet presAssocID="{B9A437F8-E398-4399-AEB3-2322FB06AFB9}" presName="LevelTwoTextNode" presStyleLbl="node3" presStyleIdx="1" presStyleCnt="2">
        <dgm:presLayoutVars>
          <dgm:chPref val="3"/>
        </dgm:presLayoutVars>
      </dgm:prSet>
      <dgm:spPr/>
    </dgm:pt>
    <dgm:pt modelId="{D5FB1435-F821-41FD-B0D3-B280DEDC9F4D}" type="pres">
      <dgm:prSet presAssocID="{B9A437F8-E398-4399-AEB3-2322FB06AFB9}" presName="level3hierChild" presStyleCnt="0"/>
      <dgm:spPr/>
    </dgm:pt>
    <dgm:pt modelId="{85DE90B5-DAD6-4954-AB08-A19BB0459904}" type="pres">
      <dgm:prSet presAssocID="{67A3AE27-F95C-4A6B-AAD2-E7C957F3BAFC}" presName="conn2-1" presStyleLbl="parChTrans1D2" presStyleIdx="1" presStyleCnt="2"/>
      <dgm:spPr/>
    </dgm:pt>
    <dgm:pt modelId="{6F12CA30-9643-488A-B89D-A04E79A0DDA8}" type="pres">
      <dgm:prSet presAssocID="{67A3AE27-F95C-4A6B-AAD2-E7C957F3BAFC}" presName="connTx" presStyleLbl="parChTrans1D2" presStyleIdx="1" presStyleCnt="2"/>
      <dgm:spPr/>
    </dgm:pt>
    <dgm:pt modelId="{778BB2D9-C0D7-4CE9-BCD8-E5294BEFAE5F}" type="pres">
      <dgm:prSet presAssocID="{61F5E9D7-CFC9-478B-B7B3-28E03C41C12C}" presName="root2" presStyleCnt="0"/>
      <dgm:spPr/>
    </dgm:pt>
    <dgm:pt modelId="{BD4D644B-B529-4E17-92E1-A0C020E44B1C}" type="pres">
      <dgm:prSet presAssocID="{61F5E9D7-CFC9-478B-B7B3-28E03C41C12C}" presName="LevelTwoTextNode" presStyleLbl="node2" presStyleIdx="1" presStyleCnt="2">
        <dgm:presLayoutVars>
          <dgm:chPref val="3"/>
        </dgm:presLayoutVars>
      </dgm:prSet>
      <dgm:spPr/>
    </dgm:pt>
    <dgm:pt modelId="{5EAF3A54-F4E9-4C88-97B7-7E7916BEC59F}" type="pres">
      <dgm:prSet presAssocID="{61F5E9D7-CFC9-478B-B7B3-28E03C41C12C}" presName="level3hierChild" presStyleCnt="0"/>
      <dgm:spPr/>
    </dgm:pt>
  </dgm:ptLst>
  <dgm:cxnLst>
    <dgm:cxn modelId="{47673E09-E0A8-4B43-BAA3-5C36C8D5D6DA}" type="presOf" srcId="{61F5E9D7-CFC9-478B-B7B3-28E03C41C12C}" destId="{BD4D644B-B529-4E17-92E1-A0C020E44B1C}" srcOrd="0" destOrd="0" presId="urn:microsoft.com/office/officeart/2005/8/layout/hierarchy2"/>
    <dgm:cxn modelId="{568AB30A-B47D-4580-98D7-568923CC4A0B}" srcId="{30C2B9CD-5EA1-4289-AAD5-DF3109CE0912}" destId="{8D13E6B3-C4AB-49F2-99B2-5734A854CD9F}" srcOrd="0" destOrd="0" parTransId="{61387C66-34D6-4DB2-BDD5-3C53D2D261CA}" sibTransId="{47567A06-68CD-411F-966F-C86AA92E3375}"/>
    <dgm:cxn modelId="{0A13EE21-2E50-4733-B558-B3D2DDEED8CF}" type="presOf" srcId="{9C37F204-49DA-4B12-9E0E-E1A783A00E62}" destId="{EAED2B46-199D-4424-9F68-DA4A41D2D695}" srcOrd="0" destOrd="0" presId="urn:microsoft.com/office/officeart/2005/8/layout/hierarchy2"/>
    <dgm:cxn modelId="{6CB5EB22-7D25-4F28-8F6C-5E7B1E3BB107}" srcId="{8D13E6B3-C4AB-49F2-99B2-5734A854CD9F}" destId="{FBB7B9A8-61B4-4100-B4E8-989AA9A5A6F7}" srcOrd="0" destOrd="0" parTransId="{60EDEE5D-0135-4323-9A27-42489D409F18}" sibTransId="{BABDE84D-5236-4DE0-9960-62FD9259D679}"/>
    <dgm:cxn modelId="{43583F28-2B28-43AD-9EFA-F5A216B11905}" type="presOf" srcId="{67A3AE27-F95C-4A6B-AAD2-E7C957F3BAFC}" destId="{85DE90B5-DAD6-4954-AB08-A19BB0459904}" srcOrd="0" destOrd="0" presId="urn:microsoft.com/office/officeart/2005/8/layout/hierarchy2"/>
    <dgm:cxn modelId="{753DC430-481A-4896-881E-814987209AC7}" type="presOf" srcId="{F630D920-5694-4B60-9BB8-1729EE7AA6A3}" destId="{993C93D4-F6B2-45FA-8806-187B9A5647F2}" srcOrd="1" destOrd="0" presId="urn:microsoft.com/office/officeart/2005/8/layout/hierarchy2"/>
    <dgm:cxn modelId="{73D53235-A1F5-4D75-8ED2-C57093C60BEF}" srcId="{FBB7B9A8-61B4-4100-B4E8-989AA9A5A6F7}" destId="{6B767F55-5B36-4166-8A65-B2206A664CDB}" srcOrd="0" destOrd="0" parTransId="{9C37F204-49DA-4B12-9E0E-E1A783A00E62}" sibTransId="{43860B9A-3A44-4FBE-95EF-F1F5C03F05AB}"/>
    <dgm:cxn modelId="{DB21A94D-52E6-4D61-8BAB-FAF705E98E84}" srcId="{FBB7B9A8-61B4-4100-B4E8-989AA9A5A6F7}" destId="{B9A437F8-E398-4399-AEB3-2322FB06AFB9}" srcOrd="1" destOrd="0" parTransId="{F630D920-5694-4B60-9BB8-1729EE7AA6A3}" sibTransId="{8A439D73-F34E-41A4-9881-916727FB95B0}"/>
    <dgm:cxn modelId="{DF719855-4508-46ED-8B1F-2336BABA282D}" type="presOf" srcId="{8D13E6B3-C4AB-49F2-99B2-5734A854CD9F}" destId="{DCB43645-1A70-4BA4-BF52-FF6B199D9FAC}" srcOrd="0" destOrd="0" presId="urn:microsoft.com/office/officeart/2005/8/layout/hierarchy2"/>
    <dgm:cxn modelId="{2ACD4981-1861-46A2-A4D6-1E268452FD55}" type="presOf" srcId="{FBB7B9A8-61B4-4100-B4E8-989AA9A5A6F7}" destId="{83CCDEC4-9D21-43A8-8468-361A223A1632}" srcOrd="0" destOrd="0" presId="urn:microsoft.com/office/officeart/2005/8/layout/hierarchy2"/>
    <dgm:cxn modelId="{4C694CAB-37E1-4856-8A10-9E90E9517BF2}" type="presOf" srcId="{6B767F55-5B36-4166-8A65-B2206A664CDB}" destId="{69E1FE2E-44FC-439F-86BC-AFD442065D7A}" srcOrd="0" destOrd="0" presId="urn:microsoft.com/office/officeart/2005/8/layout/hierarchy2"/>
    <dgm:cxn modelId="{D03CF4AE-17BE-4C4F-9DEF-6B7AC3C53A35}" type="presOf" srcId="{60EDEE5D-0135-4323-9A27-42489D409F18}" destId="{6E0FE6D1-14CC-4BB2-887B-3525088C08AF}" srcOrd="0" destOrd="0" presId="urn:microsoft.com/office/officeart/2005/8/layout/hierarchy2"/>
    <dgm:cxn modelId="{038C11B5-431A-4BF8-B723-14F38BFF2767}" type="presOf" srcId="{B9A437F8-E398-4399-AEB3-2322FB06AFB9}" destId="{6D60DFD2-4233-442E-80E7-25756A8EBB77}" srcOrd="0" destOrd="0" presId="urn:microsoft.com/office/officeart/2005/8/layout/hierarchy2"/>
    <dgm:cxn modelId="{4B210CC1-F970-4C86-B5B6-8A1A22E09B63}" type="presOf" srcId="{F630D920-5694-4B60-9BB8-1729EE7AA6A3}" destId="{4DE15A66-0BB4-4F53-B691-6F26A063F197}" srcOrd="0" destOrd="0" presId="urn:microsoft.com/office/officeart/2005/8/layout/hierarchy2"/>
    <dgm:cxn modelId="{D9BA86D4-31A2-437C-A05D-740ED13CC6E3}" type="presOf" srcId="{9C37F204-49DA-4B12-9E0E-E1A783A00E62}" destId="{F196CAD7-B406-4908-9A86-96DE2BCFE21C}" srcOrd="1" destOrd="0" presId="urn:microsoft.com/office/officeart/2005/8/layout/hierarchy2"/>
    <dgm:cxn modelId="{97A12AE6-85A1-4BAA-A6A2-461FAABC2671}" type="presOf" srcId="{67A3AE27-F95C-4A6B-AAD2-E7C957F3BAFC}" destId="{6F12CA30-9643-488A-B89D-A04E79A0DDA8}" srcOrd="1" destOrd="0" presId="urn:microsoft.com/office/officeart/2005/8/layout/hierarchy2"/>
    <dgm:cxn modelId="{3DF49BE7-2AEF-4735-BF32-FB5E8690CAE0}" srcId="{8D13E6B3-C4AB-49F2-99B2-5734A854CD9F}" destId="{61F5E9D7-CFC9-478B-B7B3-28E03C41C12C}" srcOrd="1" destOrd="0" parTransId="{67A3AE27-F95C-4A6B-AAD2-E7C957F3BAFC}" sibTransId="{6752DEA0-E16E-473B-ADDC-F5CBAE1D0D4E}"/>
    <dgm:cxn modelId="{A13014EE-F7FD-4C31-8489-40E98DBCD118}" type="presOf" srcId="{60EDEE5D-0135-4323-9A27-42489D409F18}" destId="{DC87075E-BD05-44B6-8F57-F8EB9418406D}" srcOrd="1" destOrd="0" presId="urn:microsoft.com/office/officeart/2005/8/layout/hierarchy2"/>
    <dgm:cxn modelId="{077FC4F7-DBF7-4606-8E2E-D5D292C057FC}" type="presOf" srcId="{30C2B9CD-5EA1-4289-AAD5-DF3109CE0912}" destId="{A341C7A3-0A5F-421D-BBAC-930D05CC1F93}" srcOrd="0" destOrd="0" presId="urn:microsoft.com/office/officeart/2005/8/layout/hierarchy2"/>
    <dgm:cxn modelId="{F449F7E5-BB7D-45EE-8BC7-6225F4C24F10}" type="presParOf" srcId="{A341C7A3-0A5F-421D-BBAC-930D05CC1F93}" destId="{F9317637-432E-4462-A696-F0E5C20FC53C}" srcOrd="0" destOrd="0" presId="urn:microsoft.com/office/officeart/2005/8/layout/hierarchy2"/>
    <dgm:cxn modelId="{B9BAE89B-A5B0-4FC1-9558-BF5036E31CED}" type="presParOf" srcId="{F9317637-432E-4462-A696-F0E5C20FC53C}" destId="{DCB43645-1A70-4BA4-BF52-FF6B199D9FAC}" srcOrd="0" destOrd="0" presId="urn:microsoft.com/office/officeart/2005/8/layout/hierarchy2"/>
    <dgm:cxn modelId="{72AEE639-21CC-4115-8471-7C1F1DB0F94D}" type="presParOf" srcId="{F9317637-432E-4462-A696-F0E5C20FC53C}" destId="{C0777365-F2B7-4C7E-B48A-AA95CE60AC13}" srcOrd="1" destOrd="0" presId="urn:microsoft.com/office/officeart/2005/8/layout/hierarchy2"/>
    <dgm:cxn modelId="{20071D3E-AF05-4545-B90E-E2F1DC6B31B3}" type="presParOf" srcId="{C0777365-F2B7-4C7E-B48A-AA95CE60AC13}" destId="{6E0FE6D1-14CC-4BB2-887B-3525088C08AF}" srcOrd="0" destOrd="0" presId="urn:microsoft.com/office/officeart/2005/8/layout/hierarchy2"/>
    <dgm:cxn modelId="{1A40260A-DF38-4A08-8F14-4228170B6CAF}" type="presParOf" srcId="{6E0FE6D1-14CC-4BB2-887B-3525088C08AF}" destId="{DC87075E-BD05-44B6-8F57-F8EB9418406D}" srcOrd="0" destOrd="0" presId="urn:microsoft.com/office/officeart/2005/8/layout/hierarchy2"/>
    <dgm:cxn modelId="{CF6E38A7-1CB0-4ED4-B14B-BFE255BAF9C8}" type="presParOf" srcId="{C0777365-F2B7-4C7E-B48A-AA95CE60AC13}" destId="{47019BC0-C693-4DE2-96E4-8F870EB9B5DD}" srcOrd="1" destOrd="0" presId="urn:microsoft.com/office/officeart/2005/8/layout/hierarchy2"/>
    <dgm:cxn modelId="{15A5D375-595E-4D95-BD64-065A87584433}" type="presParOf" srcId="{47019BC0-C693-4DE2-96E4-8F870EB9B5DD}" destId="{83CCDEC4-9D21-43A8-8468-361A223A1632}" srcOrd="0" destOrd="0" presId="urn:microsoft.com/office/officeart/2005/8/layout/hierarchy2"/>
    <dgm:cxn modelId="{7DEEB43B-C9AC-4F01-9912-EEDEFCF5D59C}" type="presParOf" srcId="{47019BC0-C693-4DE2-96E4-8F870EB9B5DD}" destId="{E92B82DD-D0DB-40E4-ABB2-483075865802}" srcOrd="1" destOrd="0" presId="urn:microsoft.com/office/officeart/2005/8/layout/hierarchy2"/>
    <dgm:cxn modelId="{5654804E-306C-4FCF-B5B1-65119AFF4D60}" type="presParOf" srcId="{E92B82DD-D0DB-40E4-ABB2-483075865802}" destId="{EAED2B46-199D-4424-9F68-DA4A41D2D695}" srcOrd="0" destOrd="0" presId="urn:microsoft.com/office/officeart/2005/8/layout/hierarchy2"/>
    <dgm:cxn modelId="{919FF1F9-922D-4A74-9097-ECE025B04CE0}" type="presParOf" srcId="{EAED2B46-199D-4424-9F68-DA4A41D2D695}" destId="{F196CAD7-B406-4908-9A86-96DE2BCFE21C}" srcOrd="0" destOrd="0" presId="urn:microsoft.com/office/officeart/2005/8/layout/hierarchy2"/>
    <dgm:cxn modelId="{FD7FF1D8-1449-4266-8E92-87CAB3BED906}" type="presParOf" srcId="{E92B82DD-D0DB-40E4-ABB2-483075865802}" destId="{66DFBFEF-2C46-48AA-96F7-54EEFE808B99}" srcOrd="1" destOrd="0" presId="urn:microsoft.com/office/officeart/2005/8/layout/hierarchy2"/>
    <dgm:cxn modelId="{5108E4D5-81A9-424D-92DB-983E054DD1E1}" type="presParOf" srcId="{66DFBFEF-2C46-48AA-96F7-54EEFE808B99}" destId="{69E1FE2E-44FC-439F-86BC-AFD442065D7A}" srcOrd="0" destOrd="0" presId="urn:microsoft.com/office/officeart/2005/8/layout/hierarchy2"/>
    <dgm:cxn modelId="{8FE1611F-48B9-4D49-9F11-B283D443A185}" type="presParOf" srcId="{66DFBFEF-2C46-48AA-96F7-54EEFE808B99}" destId="{48C52B33-50B9-4E0D-B883-9A42D77F7F62}" srcOrd="1" destOrd="0" presId="urn:microsoft.com/office/officeart/2005/8/layout/hierarchy2"/>
    <dgm:cxn modelId="{839313A6-AF3D-45A0-B95D-F68C8798855F}" type="presParOf" srcId="{E92B82DD-D0DB-40E4-ABB2-483075865802}" destId="{4DE15A66-0BB4-4F53-B691-6F26A063F197}" srcOrd="2" destOrd="0" presId="urn:microsoft.com/office/officeart/2005/8/layout/hierarchy2"/>
    <dgm:cxn modelId="{D9F57B84-5A06-44C6-995B-59BC06BC63D3}" type="presParOf" srcId="{4DE15A66-0BB4-4F53-B691-6F26A063F197}" destId="{993C93D4-F6B2-45FA-8806-187B9A5647F2}" srcOrd="0" destOrd="0" presId="urn:microsoft.com/office/officeart/2005/8/layout/hierarchy2"/>
    <dgm:cxn modelId="{9D94B742-8E39-4CEB-BBB9-296260ECCB48}" type="presParOf" srcId="{E92B82DD-D0DB-40E4-ABB2-483075865802}" destId="{7C5686B0-2C4A-43B1-9247-19A66C3AEF11}" srcOrd="3" destOrd="0" presId="urn:microsoft.com/office/officeart/2005/8/layout/hierarchy2"/>
    <dgm:cxn modelId="{D773B0E5-D14A-447B-9E87-F765BC9BEBFB}" type="presParOf" srcId="{7C5686B0-2C4A-43B1-9247-19A66C3AEF11}" destId="{6D60DFD2-4233-442E-80E7-25756A8EBB77}" srcOrd="0" destOrd="0" presId="urn:microsoft.com/office/officeart/2005/8/layout/hierarchy2"/>
    <dgm:cxn modelId="{E874D85C-6F11-4B3E-BFA5-33EF7687552C}" type="presParOf" srcId="{7C5686B0-2C4A-43B1-9247-19A66C3AEF11}" destId="{D5FB1435-F821-41FD-B0D3-B280DEDC9F4D}" srcOrd="1" destOrd="0" presId="urn:microsoft.com/office/officeart/2005/8/layout/hierarchy2"/>
    <dgm:cxn modelId="{B6C975C7-905B-4636-89F7-DAFBE1C14537}" type="presParOf" srcId="{C0777365-F2B7-4C7E-B48A-AA95CE60AC13}" destId="{85DE90B5-DAD6-4954-AB08-A19BB0459904}" srcOrd="2" destOrd="0" presId="urn:microsoft.com/office/officeart/2005/8/layout/hierarchy2"/>
    <dgm:cxn modelId="{FCFD98F5-E25E-4B5E-9D5E-66A9CE9172BD}" type="presParOf" srcId="{85DE90B5-DAD6-4954-AB08-A19BB0459904}" destId="{6F12CA30-9643-488A-B89D-A04E79A0DDA8}" srcOrd="0" destOrd="0" presId="urn:microsoft.com/office/officeart/2005/8/layout/hierarchy2"/>
    <dgm:cxn modelId="{C33D3DF3-4114-40F8-A2E7-0076839C2724}" type="presParOf" srcId="{C0777365-F2B7-4C7E-B48A-AA95CE60AC13}" destId="{778BB2D9-C0D7-4CE9-BCD8-E5294BEFAE5F}" srcOrd="3" destOrd="0" presId="urn:microsoft.com/office/officeart/2005/8/layout/hierarchy2"/>
    <dgm:cxn modelId="{7516861E-764E-4A70-B5AB-68C81E03045E}" type="presParOf" srcId="{778BB2D9-C0D7-4CE9-BCD8-E5294BEFAE5F}" destId="{BD4D644B-B529-4E17-92E1-A0C020E44B1C}" srcOrd="0" destOrd="0" presId="urn:microsoft.com/office/officeart/2005/8/layout/hierarchy2"/>
    <dgm:cxn modelId="{E5FC9738-2727-4363-81B9-B26D5402221D}" type="presParOf" srcId="{778BB2D9-C0D7-4CE9-BCD8-E5294BEFAE5F}" destId="{5EAF3A54-F4E9-4C88-97B7-7E7916BEC59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C2B9CD-5EA1-4289-AAD5-DF3109CE0912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D13E6B3-C4AB-49F2-99B2-5734A854CD9F}">
      <dgm:prSet phldrT="[Text]"/>
      <dgm:spPr/>
      <dgm:t>
        <a:bodyPr/>
        <a:lstStyle/>
        <a:p>
          <a:r>
            <a:rPr lang="en-US" dirty="0" err="1"/>
            <a:t>ধানের</a:t>
          </a:r>
          <a:r>
            <a:rPr lang="en-US" dirty="0"/>
            <a:t> </a:t>
          </a:r>
          <a:r>
            <a:rPr lang="en-US" dirty="0" err="1"/>
            <a:t>মৌসুম</a:t>
          </a:r>
          <a:endParaRPr lang="en-US" dirty="0"/>
        </a:p>
      </dgm:t>
    </dgm:pt>
    <dgm:pt modelId="{61387C66-34D6-4DB2-BDD5-3C53D2D261CA}" type="parTrans" cxnId="{568AB30A-B47D-4580-98D7-568923CC4A0B}">
      <dgm:prSet/>
      <dgm:spPr/>
      <dgm:t>
        <a:bodyPr/>
        <a:lstStyle/>
        <a:p>
          <a:endParaRPr lang="en-US"/>
        </a:p>
      </dgm:t>
    </dgm:pt>
    <dgm:pt modelId="{47567A06-68CD-411F-966F-C86AA92E3375}" type="sibTrans" cxnId="{568AB30A-B47D-4580-98D7-568923CC4A0B}">
      <dgm:prSet/>
      <dgm:spPr/>
      <dgm:t>
        <a:bodyPr/>
        <a:lstStyle/>
        <a:p>
          <a:endParaRPr lang="en-US"/>
        </a:p>
      </dgm:t>
    </dgm:pt>
    <dgm:pt modelId="{61F5E9D7-CFC9-478B-B7B3-28E03C41C12C}">
      <dgm:prSet phldrT="[Text]"/>
      <dgm:spPr/>
      <dgm:t>
        <a:bodyPr/>
        <a:lstStyle/>
        <a:p>
          <a:r>
            <a:rPr lang="en-US" dirty="0" err="1"/>
            <a:t>বোরো</a:t>
          </a:r>
          <a:r>
            <a:rPr lang="en-US" dirty="0"/>
            <a:t> (</a:t>
          </a:r>
          <a:r>
            <a:rPr lang="en-US" dirty="0" err="1"/>
            <a:t>শীতকাল</a:t>
          </a:r>
          <a:r>
            <a:rPr lang="en-US" dirty="0"/>
            <a:t>) </a:t>
          </a:r>
        </a:p>
      </dgm:t>
    </dgm:pt>
    <dgm:pt modelId="{67A3AE27-F95C-4A6B-AAD2-E7C957F3BAFC}" type="parTrans" cxnId="{3DF49BE7-2AEF-4735-BF32-FB5E8690CAE0}">
      <dgm:prSet/>
      <dgm:spPr/>
      <dgm:t>
        <a:bodyPr/>
        <a:lstStyle/>
        <a:p>
          <a:endParaRPr lang="en-US"/>
        </a:p>
      </dgm:t>
    </dgm:pt>
    <dgm:pt modelId="{6752DEA0-E16E-473B-ADDC-F5CBAE1D0D4E}" type="sibTrans" cxnId="{3DF49BE7-2AEF-4735-BF32-FB5E8690CAE0}">
      <dgm:prSet/>
      <dgm:spPr/>
      <dgm:t>
        <a:bodyPr/>
        <a:lstStyle/>
        <a:p>
          <a:endParaRPr lang="en-US"/>
        </a:p>
      </dgm:t>
    </dgm:pt>
    <dgm:pt modelId="{6B767F55-5B36-4166-8A65-B2206A664CDB}">
      <dgm:prSet phldrT="[Text]"/>
      <dgm:spPr/>
      <dgm:t>
        <a:bodyPr/>
        <a:lstStyle/>
        <a:p>
          <a:r>
            <a:rPr lang="en-US" dirty="0" err="1"/>
            <a:t>আউশ</a:t>
          </a:r>
          <a:r>
            <a:rPr lang="en-US" dirty="0"/>
            <a:t> (</a:t>
          </a:r>
          <a:r>
            <a:rPr lang="en-US" dirty="0" err="1"/>
            <a:t>গ্রীষ্মকাল</a:t>
          </a:r>
          <a:r>
            <a:rPr lang="en-US" dirty="0"/>
            <a:t>)</a:t>
          </a:r>
        </a:p>
      </dgm:t>
    </dgm:pt>
    <dgm:pt modelId="{9C37F204-49DA-4B12-9E0E-E1A783A00E62}" type="parTrans" cxnId="{73D53235-A1F5-4D75-8ED2-C57093C60BEF}">
      <dgm:prSet/>
      <dgm:spPr/>
      <dgm:t>
        <a:bodyPr/>
        <a:lstStyle/>
        <a:p>
          <a:endParaRPr lang="en-US"/>
        </a:p>
      </dgm:t>
    </dgm:pt>
    <dgm:pt modelId="{43860B9A-3A44-4FBE-95EF-F1F5C03F05AB}" type="sibTrans" cxnId="{73D53235-A1F5-4D75-8ED2-C57093C60BEF}">
      <dgm:prSet/>
      <dgm:spPr/>
      <dgm:t>
        <a:bodyPr/>
        <a:lstStyle/>
        <a:p>
          <a:endParaRPr lang="en-US"/>
        </a:p>
      </dgm:t>
    </dgm:pt>
    <dgm:pt modelId="{B9A437F8-E398-4399-AEB3-2322FB06AFB9}">
      <dgm:prSet phldrT="[Text]"/>
      <dgm:spPr/>
      <dgm:t>
        <a:bodyPr/>
        <a:lstStyle/>
        <a:p>
          <a:r>
            <a:rPr lang="en-US" dirty="0" err="1"/>
            <a:t>আমন</a:t>
          </a:r>
          <a:r>
            <a:rPr lang="en-US" dirty="0"/>
            <a:t> (</a:t>
          </a:r>
          <a:r>
            <a:rPr lang="en-US" dirty="0" err="1"/>
            <a:t>বর্ষাকাল</a:t>
          </a:r>
          <a:r>
            <a:rPr lang="en-US" dirty="0"/>
            <a:t>)</a:t>
          </a:r>
        </a:p>
      </dgm:t>
    </dgm:pt>
    <dgm:pt modelId="{F630D920-5694-4B60-9BB8-1729EE7AA6A3}" type="parTrans" cxnId="{DB21A94D-52E6-4D61-8BAB-FAF705E98E84}">
      <dgm:prSet/>
      <dgm:spPr/>
      <dgm:t>
        <a:bodyPr/>
        <a:lstStyle/>
        <a:p>
          <a:endParaRPr lang="en-US"/>
        </a:p>
      </dgm:t>
    </dgm:pt>
    <dgm:pt modelId="{8A439D73-F34E-41A4-9881-916727FB95B0}" type="sibTrans" cxnId="{DB21A94D-52E6-4D61-8BAB-FAF705E98E84}">
      <dgm:prSet/>
      <dgm:spPr/>
      <dgm:t>
        <a:bodyPr/>
        <a:lstStyle/>
        <a:p>
          <a:endParaRPr lang="en-US"/>
        </a:p>
      </dgm:t>
    </dgm:pt>
    <dgm:pt modelId="{1F5427D8-D616-4B24-AD84-264D06AB0E1C}" type="pres">
      <dgm:prSet presAssocID="{30C2B9CD-5EA1-4289-AAD5-DF3109CE091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E564A3-4319-4B04-A445-0FEC44618158}" type="pres">
      <dgm:prSet presAssocID="{8D13E6B3-C4AB-49F2-99B2-5734A854CD9F}" presName="hierRoot1" presStyleCnt="0">
        <dgm:presLayoutVars>
          <dgm:hierBranch val="init"/>
        </dgm:presLayoutVars>
      </dgm:prSet>
      <dgm:spPr/>
    </dgm:pt>
    <dgm:pt modelId="{B31239E8-BD71-4AF9-A73B-07FF635CBD91}" type="pres">
      <dgm:prSet presAssocID="{8D13E6B3-C4AB-49F2-99B2-5734A854CD9F}" presName="rootComposite1" presStyleCnt="0"/>
      <dgm:spPr/>
    </dgm:pt>
    <dgm:pt modelId="{3A8F2070-7DB0-4EAA-9516-B22D3E023248}" type="pres">
      <dgm:prSet presAssocID="{8D13E6B3-C4AB-49F2-99B2-5734A854CD9F}" presName="rootText1" presStyleLbl="node0" presStyleIdx="0" presStyleCnt="1">
        <dgm:presLayoutVars>
          <dgm:chPref val="3"/>
        </dgm:presLayoutVars>
      </dgm:prSet>
      <dgm:spPr/>
    </dgm:pt>
    <dgm:pt modelId="{692768D1-22D3-4920-A959-2878262D7B2C}" type="pres">
      <dgm:prSet presAssocID="{8D13E6B3-C4AB-49F2-99B2-5734A854CD9F}" presName="rootConnector1" presStyleLbl="node1" presStyleIdx="0" presStyleCnt="0"/>
      <dgm:spPr/>
    </dgm:pt>
    <dgm:pt modelId="{369DA01D-0BA9-41E3-929E-E2437808996C}" type="pres">
      <dgm:prSet presAssocID="{8D13E6B3-C4AB-49F2-99B2-5734A854CD9F}" presName="hierChild2" presStyleCnt="0"/>
      <dgm:spPr/>
    </dgm:pt>
    <dgm:pt modelId="{FF930887-26F3-4E95-8A29-5A0A721268B0}" type="pres">
      <dgm:prSet presAssocID="{9C37F204-49DA-4B12-9E0E-E1A783A00E62}" presName="Name37" presStyleLbl="parChTrans1D2" presStyleIdx="0" presStyleCnt="3"/>
      <dgm:spPr/>
    </dgm:pt>
    <dgm:pt modelId="{B1BCE386-D1F0-49A1-A4C4-52AC0801B018}" type="pres">
      <dgm:prSet presAssocID="{6B767F55-5B36-4166-8A65-B2206A664CDB}" presName="hierRoot2" presStyleCnt="0">
        <dgm:presLayoutVars>
          <dgm:hierBranch val="init"/>
        </dgm:presLayoutVars>
      </dgm:prSet>
      <dgm:spPr/>
    </dgm:pt>
    <dgm:pt modelId="{BB863B43-9CB8-45FE-B49A-62133DB761A7}" type="pres">
      <dgm:prSet presAssocID="{6B767F55-5B36-4166-8A65-B2206A664CDB}" presName="rootComposite" presStyleCnt="0"/>
      <dgm:spPr/>
    </dgm:pt>
    <dgm:pt modelId="{FB78AEF2-A0F1-4206-A9ED-32BCB0490A3B}" type="pres">
      <dgm:prSet presAssocID="{6B767F55-5B36-4166-8A65-B2206A664CDB}" presName="rootText" presStyleLbl="node2" presStyleIdx="0" presStyleCnt="3">
        <dgm:presLayoutVars>
          <dgm:chPref val="3"/>
        </dgm:presLayoutVars>
      </dgm:prSet>
      <dgm:spPr/>
    </dgm:pt>
    <dgm:pt modelId="{79F04A2C-15A5-4B80-A211-3DEAE2C83D17}" type="pres">
      <dgm:prSet presAssocID="{6B767F55-5B36-4166-8A65-B2206A664CDB}" presName="rootConnector" presStyleLbl="node2" presStyleIdx="0" presStyleCnt="3"/>
      <dgm:spPr/>
    </dgm:pt>
    <dgm:pt modelId="{093EE63B-C0C8-4FA1-A161-50042B7978D7}" type="pres">
      <dgm:prSet presAssocID="{6B767F55-5B36-4166-8A65-B2206A664CDB}" presName="hierChild4" presStyleCnt="0"/>
      <dgm:spPr/>
    </dgm:pt>
    <dgm:pt modelId="{60251F4D-07A2-452E-AF6B-CA56579C34E6}" type="pres">
      <dgm:prSet presAssocID="{6B767F55-5B36-4166-8A65-B2206A664CDB}" presName="hierChild5" presStyleCnt="0"/>
      <dgm:spPr/>
    </dgm:pt>
    <dgm:pt modelId="{9D62A35A-9D6A-4823-B46D-B7D7713C7DA4}" type="pres">
      <dgm:prSet presAssocID="{F630D920-5694-4B60-9BB8-1729EE7AA6A3}" presName="Name37" presStyleLbl="parChTrans1D2" presStyleIdx="1" presStyleCnt="3"/>
      <dgm:spPr/>
    </dgm:pt>
    <dgm:pt modelId="{49545357-F6F5-45FA-94B8-1474B3C209AC}" type="pres">
      <dgm:prSet presAssocID="{B9A437F8-E398-4399-AEB3-2322FB06AFB9}" presName="hierRoot2" presStyleCnt="0">
        <dgm:presLayoutVars>
          <dgm:hierBranch val="init"/>
        </dgm:presLayoutVars>
      </dgm:prSet>
      <dgm:spPr/>
    </dgm:pt>
    <dgm:pt modelId="{52516175-0297-4000-83BB-5197F3306604}" type="pres">
      <dgm:prSet presAssocID="{B9A437F8-E398-4399-AEB3-2322FB06AFB9}" presName="rootComposite" presStyleCnt="0"/>
      <dgm:spPr/>
    </dgm:pt>
    <dgm:pt modelId="{D591B1F7-25FB-436C-8D0A-D69C17D71C27}" type="pres">
      <dgm:prSet presAssocID="{B9A437F8-E398-4399-AEB3-2322FB06AFB9}" presName="rootText" presStyleLbl="node2" presStyleIdx="1" presStyleCnt="3">
        <dgm:presLayoutVars>
          <dgm:chPref val="3"/>
        </dgm:presLayoutVars>
      </dgm:prSet>
      <dgm:spPr/>
    </dgm:pt>
    <dgm:pt modelId="{6EA95EB0-4214-41EB-B19A-71BE3416FA7B}" type="pres">
      <dgm:prSet presAssocID="{B9A437F8-E398-4399-AEB3-2322FB06AFB9}" presName="rootConnector" presStyleLbl="node2" presStyleIdx="1" presStyleCnt="3"/>
      <dgm:spPr/>
    </dgm:pt>
    <dgm:pt modelId="{16ECE423-19C4-464E-AD65-2EEB9FF64FE0}" type="pres">
      <dgm:prSet presAssocID="{B9A437F8-E398-4399-AEB3-2322FB06AFB9}" presName="hierChild4" presStyleCnt="0"/>
      <dgm:spPr/>
    </dgm:pt>
    <dgm:pt modelId="{0D4522D0-3DA6-4734-A11C-D76A9B27D4E7}" type="pres">
      <dgm:prSet presAssocID="{B9A437F8-E398-4399-AEB3-2322FB06AFB9}" presName="hierChild5" presStyleCnt="0"/>
      <dgm:spPr/>
    </dgm:pt>
    <dgm:pt modelId="{C26FD02A-F36B-4127-AACC-889A0B2A9D3B}" type="pres">
      <dgm:prSet presAssocID="{67A3AE27-F95C-4A6B-AAD2-E7C957F3BAFC}" presName="Name37" presStyleLbl="parChTrans1D2" presStyleIdx="2" presStyleCnt="3"/>
      <dgm:spPr/>
    </dgm:pt>
    <dgm:pt modelId="{CA1871EE-436D-467F-BB05-B164CA77851B}" type="pres">
      <dgm:prSet presAssocID="{61F5E9D7-CFC9-478B-B7B3-28E03C41C12C}" presName="hierRoot2" presStyleCnt="0">
        <dgm:presLayoutVars>
          <dgm:hierBranch val="init"/>
        </dgm:presLayoutVars>
      </dgm:prSet>
      <dgm:spPr/>
    </dgm:pt>
    <dgm:pt modelId="{CAE8C88F-D257-4398-B442-A465A7D1F33E}" type="pres">
      <dgm:prSet presAssocID="{61F5E9D7-CFC9-478B-B7B3-28E03C41C12C}" presName="rootComposite" presStyleCnt="0"/>
      <dgm:spPr/>
    </dgm:pt>
    <dgm:pt modelId="{1A11F41D-B4CA-4C5F-81D8-31A9BD6BBE04}" type="pres">
      <dgm:prSet presAssocID="{61F5E9D7-CFC9-478B-B7B3-28E03C41C12C}" presName="rootText" presStyleLbl="node2" presStyleIdx="2" presStyleCnt="3">
        <dgm:presLayoutVars>
          <dgm:chPref val="3"/>
        </dgm:presLayoutVars>
      </dgm:prSet>
      <dgm:spPr/>
    </dgm:pt>
    <dgm:pt modelId="{CB579AC0-8016-4B35-8279-37FD2A916FC4}" type="pres">
      <dgm:prSet presAssocID="{61F5E9D7-CFC9-478B-B7B3-28E03C41C12C}" presName="rootConnector" presStyleLbl="node2" presStyleIdx="2" presStyleCnt="3"/>
      <dgm:spPr/>
    </dgm:pt>
    <dgm:pt modelId="{333CFB1F-1AE3-473F-A3F3-90E61FCFDAD7}" type="pres">
      <dgm:prSet presAssocID="{61F5E9D7-CFC9-478B-B7B3-28E03C41C12C}" presName="hierChild4" presStyleCnt="0"/>
      <dgm:spPr/>
    </dgm:pt>
    <dgm:pt modelId="{49A395D2-33DD-4FAF-9D61-63E1CF6FD18C}" type="pres">
      <dgm:prSet presAssocID="{61F5E9D7-CFC9-478B-B7B3-28E03C41C12C}" presName="hierChild5" presStyleCnt="0"/>
      <dgm:spPr/>
    </dgm:pt>
    <dgm:pt modelId="{2C905598-EA56-48BD-AAF8-39974E4771C3}" type="pres">
      <dgm:prSet presAssocID="{8D13E6B3-C4AB-49F2-99B2-5734A854CD9F}" presName="hierChild3" presStyleCnt="0"/>
      <dgm:spPr/>
    </dgm:pt>
  </dgm:ptLst>
  <dgm:cxnLst>
    <dgm:cxn modelId="{568AB30A-B47D-4580-98D7-568923CC4A0B}" srcId="{30C2B9CD-5EA1-4289-AAD5-DF3109CE0912}" destId="{8D13E6B3-C4AB-49F2-99B2-5734A854CD9F}" srcOrd="0" destOrd="0" parTransId="{61387C66-34D6-4DB2-BDD5-3C53D2D261CA}" sibTransId="{47567A06-68CD-411F-966F-C86AA92E3375}"/>
    <dgm:cxn modelId="{69AA5510-3DA6-4D72-B69C-D6A0EF0D9D3D}" type="presOf" srcId="{61F5E9D7-CFC9-478B-B7B3-28E03C41C12C}" destId="{CB579AC0-8016-4B35-8279-37FD2A916FC4}" srcOrd="1" destOrd="0" presId="urn:microsoft.com/office/officeart/2005/8/layout/orgChart1"/>
    <dgm:cxn modelId="{1639B628-3BAB-42F3-82B9-B033F95680A9}" type="presOf" srcId="{B9A437F8-E398-4399-AEB3-2322FB06AFB9}" destId="{6EA95EB0-4214-41EB-B19A-71BE3416FA7B}" srcOrd="1" destOrd="0" presId="urn:microsoft.com/office/officeart/2005/8/layout/orgChart1"/>
    <dgm:cxn modelId="{0062E234-A734-4DF6-9E09-55D39C050EC1}" type="presOf" srcId="{8D13E6B3-C4AB-49F2-99B2-5734A854CD9F}" destId="{3A8F2070-7DB0-4EAA-9516-B22D3E023248}" srcOrd="0" destOrd="0" presId="urn:microsoft.com/office/officeart/2005/8/layout/orgChart1"/>
    <dgm:cxn modelId="{73D53235-A1F5-4D75-8ED2-C57093C60BEF}" srcId="{8D13E6B3-C4AB-49F2-99B2-5734A854CD9F}" destId="{6B767F55-5B36-4166-8A65-B2206A664CDB}" srcOrd="0" destOrd="0" parTransId="{9C37F204-49DA-4B12-9E0E-E1A783A00E62}" sibTransId="{43860B9A-3A44-4FBE-95EF-F1F5C03F05AB}"/>
    <dgm:cxn modelId="{6B237046-929C-437F-862E-52BA3FE46951}" type="presOf" srcId="{F630D920-5694-4B60-9BB8-1729EE7AA6A3}" destId="{9D62A35A-9D6A-4823-B46D-B7D7713C7DA4}" srcOrd="0" destOrd="0" presId="urn:microsoft.com/office/officeart/2005/8/layout/orgChart1"/>
    <dgm:cxn modelId="{DB21A94D-52E6-4D61-8BAB-FAF705E98E84}" srcId="{8D13E6B3-C4AB-49F2-99B2-5734A854CD9F}" destId="{B9A437F8-E398-4399-AEB3-2322FB06AFB9}" srcOrd="1" destOrd="0" parTransId="{F630D920-5694-4B60-9BB8-1729EE7AA6A3}" sibTransId="{8A439D73-F34E-41A4-9881-916727FB95B0}"/>
    <dgm:cxn modelId="{6D88E47D-FAA3-4F34-AE91-F269A03871D8}" type="presOf" srcId="{8D13E6B3-C4AB-49F2-99B2-5734A854CD9F}" destId="{692768D1-22D3-4920-A959-2878262D7B2C}" srcOrd="1" destOrd="0" presId="urn:microsoft.com/office/officeart/2005/8/layout/orgChart1"/>
    <dgm:cxn modelId="{5788FA7F-789E-471B-B5BB-4F30296ADA39}" type="presOf" srcId="{9C37F204-49DA-4B12-9E0E-E1A783A00E62}" destId="{FF930887-26F3-4E95-8A29-5A0A721268B0}" srcOrd="0" destOrd="0" presId="urn:microsoft.com/office/officeart/2005/8/layout/orgChart1"/>
    <dgm:cxn modelId="{345EB486-790D-488C-928A-2FD8FB95E760}" type="presOf" srcId="{6B767F55-5B36-4166-8A65-B2206A664CDB}" destId="{79F04A2C-15A5-4B80-A211-3DEAE2C83D17}" srcOrd="1" destOrd="0" presId="urn:microsoft.com/office/officeart/2005/8/layout/orgChart1"/>
    <dgm:cxn modelId="{D87F7887-6E14-4A53-ADD5-82C175A1323A}" type="presOf" srcId="{30C2B9CD-5EA1-4289-AAD5-DF3109CE0912}" destId="{1F5427D8-D616-4B24-AD84-264D06AB0E1C}" srcOrd="0" destOrd="0" presId="urn:microsoft.com/office/officeart/2005/8/layout/orgChart1"/>
    <dgm:cxn modelId="{AAC06D8C-4AA9-4B80-AB8D-187A60D89FAB}" type="presOf" srcId="{67A3AE27-F95C-4A6B-AAD2-E7C957F3BAFC}" destId="{C26FD02A-F36B-4127-AACC-889A0B2A9D3B}" srcOrd="0" destOrd="0" presId="urn:microsoft.com/office/officeart/2005/8/layout/orgChart1"/>
    <dgm:cxn modelId="{33F28BA7-1524-4A99-9832-F8C4218E6880}" type="presOf" srcId="{6B767F55-5B36-4166-8A65-B2206A664CDB}" destId="{FB78AEF2-A0F1-4206-A9ED-32BCB0490A3B}" srcOrd="0" destOrd="0" presId="urn:microsoft.com/office/officeart/2005/8/layout/orgChart1"/>
    <dgm:cxn modelId="{683622B0-502C-4768-80B5-B1C3A519FE28}" type="presOf" srcId="{B9A437F8-E398-4399-AEB3-2322FB06AFB9}" destId="{D591B1F7-25FB-436C-8D0A-D69C17D71C27}" srcOrd="0" destOrd="0" presId="urn:microsoft.com/office/officeart/2005/8/layout/orgChart1"/>
    <dgm:cxn modelId="{AAAE54B9-928A-4863-BFB6-2B173B5A4421}" type="presOf" srcId="{61F5E9D7-CFC9-478B-B7B3-28E03C41C12C}" destId="{1A11F41D-B4CA-4C5F-81D8-31A9BD6BBE04}" srcOrd="0" destOrd="0" presId="urn:microsoft.com/office/officeart/2005/8/layout/orgChart1"/>
    <dgm:cxn modelId="{3DF49BE7-2AEF-4735-BF32-FB5E8690CAE0}" srcId="{8D13E6B3-C4AB-49F2-99B2-5734A854CD9F}" destId="{61F5E9D7-CFC9-478B-B7B3-28E03C41C12C}" srcOrd="2" destOrd="0" parTransId="{67A3AE27-F95C-4A6B-AAD2-E7C957F3BAFC}" sibTransId="{6752DEA0-E16E-473B-ADDC-F5CBAE1D0D4E}"/>
    <dgm:cxn modelId="{359E11F2-80EC-4868-8BAF-8E9F5A0B95AD}" type="presParOf" srcId="{1F5427D8-D616-4B24-AD84-264D06AB0E1C}" destId="{1EE564A3-4319-4B04-A445-0FEC44618158}" srcOrd="0" destOrd="0" presId="urn:microsoft.com/office/officeart/2005/8/layout/orgChart1"/>
    <dgm:cxn modelId="{AB786B56-815C-42BB-951A-D97B372FB729}" type="presParOf" srcId="{1EE564A3-4319-4B04-A445-0FEC44618158}" destId="{B31239E8-BD71-4AF9-A73B-07FF635CBD91}" srcOrd="0" destOrd="0" presId="urn:microsoft.com/office/officeart/2005/8/layout/orgChart1"/>
    <dgm:cxn modelId="{8CFB5511-E7B7-437C-B022-D622146B1B96}" type="presParOf" srcId="{B31239E8-BD71-4AF9-A73B-07FF635CBD91}" destId="{3A8F2070-7DB0-4EAA-9516-B22D3E023248}" srcOrd="0" destOrd="0" presId="urn:microsoft.com/office/officeart/2005/8/layout/orgChart1"/>
    <dgm:cxn modelId="{7A4C8202-D335-402B-91EF-A550FF3D7D1A}" type="presParOf" srcId="{B31239E8-BD71-4AF9-A73B-07FF635CBD91}" destId="{692768D1-22D3-4920-A959-2878262D7B2C}" srcOrd="1" destOrd="0" presId="urn:microsoft.com/office/officeart/2005/8/layout/orgChart1"/>
    <dgm:cxn modelId="{E1F251E7-CA09-4B08-B393-99F9106191E5}" type="presParOf" srcId="{1EE564A3-4319-4B04-A445-0FEC44618158}" destId="{369DA01D-0BA9-41E3-929E-E2437808996C}" srcOrd="1" destOrd="0" presId="urn:microsoft.com/office/officeart/2005/8/layout/orgChart1"/>
    <dgm:cxn modelId="{4D23F620-9FEB-45A1-B46A-A3001E8257E1}" type="presParOf" srcId="{369DA01D-0BA9-41E3-929E-E2437808996C}" destId="{FF930887-26F3-4E95-8A29-5A0A721268B0}" srcOrd="0" destOrd="0" presId="urn:microsoft.com/office/officeart/2005/8/layout/orgChart1"/>
    <dgm:cxn modelId="{AB534840-0921-4B6C-B3E1-0A39E0BB762F}" type="presParOf" srcId="{369DA01D-0BA9-41E3-929E-E2437808996C}" destId="{B1BCE386-D1F0-49A1-A4C4-52AC0801B018}" srcOrd="1" destOrd="0" presId="urn:microsoft.com/office/officeart/2005/8/layout/orgChart1"/>
    <dgm:cxn modelId="{5EA26F1E-7AAB-42B4-8BDA-BA3F7E4B7D72}" type="presParOf" srcId="{B1BCE386-D1F0-49A1-A4C4-52AC0801B018}" destId="{BB863B43-9CB8-45FE-B49A-62133DB761A7}" srcOrd="0" destOrd="0" presId="urn:microsoft.com/office/officeart/2005/8/layout/orgChart1"/>
    <dgm:cxn modelId="{C5C2C3A2-B162-48C6-82A8-BC9205517888}" type="presParOf" srcId="{BB863B43-9CB8-45FE-B49A-62133DB761A7}" destId="{FB78AEF2-A0F1-4206-A9ED-32BCB0490A3B}" srcOrd="0" destOrd="0" presId="urn:microsoft.com/office/officeart/2005/8/layout/orgChart1"/>
    <dgm:cxn modelId="{677A4B0B-82D3-4F74-98C6-D43D1C784C61}" type="presParOf" srcId="{BB863B43-9CB8-45FE-B49A-62133DB761A7}" destId="{79F04A2C-15A5-4B80-A211-3DEAE2C83D17}" srcOrd="1" destOrd="0" presId="urn:microsoft.com/office/officeart/2005/8/layout/orgChart1"/>
    <dgm:cxn modelId="{733B6ADD-D72D-4F1A-A226-F2969B40B5A4}" type="presParOf" srcId="{B1BCE386-D1F0-49A1-A4C4-52AC0801B018}" destId="{093EE63B-C0C8-4FA1-A161-50042B7978D7}" srcOrd="1" destOrd="0" presId="urn:microsoft.com/office/officeart/2005/8/layout/orgChart1"/>
    <dgm:cxn modelId="{768F6FC8-6F73-45D7-A31F-3C9A46E97046}" type="presParOf" srcId="{B1BCE386-D1F0-49A1-A4C4-52AC0801B018}" destId="{60251F4D-07A2-452E-AF6B-CA56579C34E6}" srcOrd="2" destOrd="0" presId="urn:microsoft.com/office/officeart/2005/8/layout/orgChart1"/>
    <dgm:cxn modelId="{53888DDD-306C-4196-BB12-FF278B372C61}" type="presParOf" srcId="{369DA01D-0BA9-41E3-929E-E2437808996C}" destId="{9D62A35A-9D6A-4823-B46D-B7D7713C7DA4}" srcOrd="2" destOrd="0" presId="urn:microsoft.com/office/officeart/2005/8/layout/orgChart1"/>
    <dgm:cxn modelId="{CAA22BCF-D6DB-45B6-94B6-F9CC8507140D}" type="presParOf" srcId="{369DA01D-0BA9-41E3-929E-E2437808996C}" destId="{49545357-F6F5-45FA-94B8-1474B3C209AC}" srcOrd="3" destOrd="0" presId="urn:microsoft.com/office/officeart/2005/8/layout/orgChart1"/>
    <dgm:cxn modelId="{976DEA35-D72B-41BE-8EDB-F2F92946E52A}" type="presParOf" srcId="{49545357-F6F5-45FA-94B8-1474B3C209AC}" destId="{52516175-0297-4000-83BB-5197F3306604}" srcOrd="0" destOrd="0" presId="urn:microsoft.com/office/officeart/2005/8/layout/orgChart1"/>
    <dgm:cxn modelId="{592B4658-7FD4-4EEC-ABC1-4A1F77742AF6}" type="presParOf" srcId="{52516175-0297-4000-83BB-5197F3306604}" destId="{D591B1F7-25FB-436C-8D0A-D69C17D71C27}" srcOrd="0" destOrd="0" presId="urn:microsoft.com/office/officeart/2005/8/layout/orgChart1"/>
    <dgm:cxn modelId="{ECA40A92-763E-4E9B-AB51-D393F8EB8878}" type="presParOf" srcId="{52516175-0297-4000-83BB-5197F3306604}" destId="{6EA95EB0-4214-41EB-B19A-71BE3416FA7B}" srcOrd="1" destOrd="0" presId="urn:microsoft.com/office/officeart/2005/8/layout/orgChart1"/>
    <dgm:cxn modelId="{F2206BC6-6068-4A5A-B4E4-22550604550A}" type="presParOf" srcId="{49545357-F6F5-45FA-94B8-1474B3C209AC}" destId="{16ECE423-19C4-464E-AD65-2EEB9FF64FE0}" srcOrd="1" destOrd="0" presId="urn:microsoft.com/office/officeart/2005/8/layout/orgChart1"/>
    <dgm:cxn modelId="{6AEF783A-B7F2-4D7C-8C57-672713539BE6}" type="presParOf" srcId="{49545357-F6F5-45FA-94B8-1474B3C209AC}" destId="{0D4522D0-3DA6-4734-A11C-D76A9B27D4E7}" srcOrd="2" destOrd="0" presId="urn:microsoft.com/office/officeart/2005/8/layout/orgChart1"/>
    <dgm:cxn modelId="{460E6FAB-F739-4F51-9740-3740284A8446}" type="presParOf" srcId="{369DA01D-0BA9-41E3-929E-E2437808996C}" destId="{C26FD02A-F36B-4127-AACC-889A0B2A9D3B}" srcOrd="4" destOrd="0" presId="urn:microsoft.com/office/officeart/2005/8/layout/orgChart1"/>
    <dgm:cxn modelId="{16399D0C-38C9-4546-A3C1-49ABB956AC75}" type="presParOf" srcId="{369DA01D-0BA9-41E3-929E-E2437808996C}" destId="{CA1871EE-436D-467F-BB05-B164CA77851B}" srcOrd="5" destOrd="0" presId="urn:microsoft.com/office/officeart/2005/8/layout/orgChart1"/>
    <dgm:cxn modelId="{C56B68CC-22F2-478F-84EA-BAB735F13713}" type="presParOf" srcId="{CA1871EE-436D-467F-BB05-B164CA77851B}" destId="{CAE8C88F-D257-4398-B442-A465A7D1F33E}" srcOrd="0" destOrd="0" presId="urn:microsoft.com/office/officeart/2005/8/layout/orgChart1"/>
    <dgm:cxn modelId="{924D582E-18A0-4385-B45D-965FAFFCB4D2}" type="presParOf" srcId="{CAE8C88F-D257-4398-B442-A465A7D1F33E}" destId="{1A11F41D-B4CA-4C5F-81D8-31A9BD6BBE04}" srcOrd="0" destOrd="0" presId="urn:microsoft.com/office/officeart/2005/8/layout/orgChart1"/>
    <dgm:cxn modelId="{C1B34666-0CAC-4BDC-B0BD-F9C5E2C30BEF}" type="presParOf" srcId="{CAE8C88F-D257-4398-B442-A465A7D1F33E}" destId="{CB579AC0-8016-4B35-8279-37FD2A916FC4}" srcOrd="1" destOrd="0" presId="urn:microsoft.com/office/officeart/2005/8/layout/orgChart1"/>
    <dgm:cxn modelId="{2EC05245-B8BF-485A-85F6-374B02C2930B}" type="presParOf" srcId="{CA1871EE-436D-467F-BB05-B164CA77851B}" destId="{333CFB1F-1AE3-473F-A3F3-90E61FCFDAD7}" srcOrd="1" destOrd="0" presId="urn:microsoft.com/office/officeart/2005/8/layout/orgChart1"/>
    <dgm:cxn modelId="{5245E009-BB8B-4F48-B441-2FBE72AFA656}" type="presParOf" srcId="{CA1871EE-436D-467F-BB05-B164CA77851B}" destId="{49A395D2-33DD-4FAF-9D61-63E1CF6FD18C}" srcOrd="2" destOrd="0" presId="urn:microsoft.com/office/officeart/2005/8/layout/orgChart1"/>
    <dgm:cxn modelId="{25898C38-A4BF-4275-B503-643E9F842DC5}" type="presParOf" srcId="{1EE564A3-4319-4B04-A445-0FEC44618158}" destId="{2C905598-EA56-48BD-AAF8-39974E4771C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64401A-9AE2-433B-83C1-034220E9C61C}">
      <dsp:nvSpPr>
        <dsp:cNvPr id="0" name=""/>
        <dsp:cNvSpPr/>
      </dsp:nvSpPr>
      <dsp:spPr>
        <a:xfrm>
          <a:off x="5620793" y="1604666"/>
          <a:ext cx="3085016" cy="7340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0263"/>
              </a:lnTo>
              <a:lnTo>
                <a:pt x="3085016" y="500263"/>
              </a:lnTo>
              <a:lnTo>
                <a:pt x="3085016" y="734093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2205AE-F416-4B9A-AC06-5B4BF1BD9CC9}">
      <dsp:nvSpPr>
        <dsp:cNvPr id="0" name=""/>
        <dsp:cNvSpPr/>
      </dsp:nvSpPr>
      <dsp:spPr>
        <a:xfrm>
          <a:off x="5575073" y="1604666"/>
          <a:ext cx="91440" cy="73409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34093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C912E0-EDF6-4E1A-BF6B-6BE653C56142}">
      <dsp:nvSpPr>
        <dsp:cNvPr id="0" name=""/>
        <dsp:cNvSpPr/>
      </dsp:nvSpPr>
      <dsp:spPr>
        <a:xfrm>
          <a:off x="2535777" y="1604666"/>
          <a:ext cx="3085016" cy="734093"/>
        </a:xfrm>
        <a:custGeom>
          <a:avLst/>
          <a:gdLst/>
          <a:ahLst/>
          <a:cxnLst/>
          <a:rect l="0" t="0" r="0" b="0"/>
          <a:pathLst>
            <a:path>
              <a:moveTo>
                <a:pt x="3085016" y="0"/>
              </a:moveTo>
              <a:lnTo>
                <a:pt x="3085016" y="500263"/>
              </a:lnTo>
              <a:lnTo>
                <a:pt x="0" y="500263"/>
              </a:lnTo>
              <a:lnTo>
                <a:pt x="0" y="734093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4B6C9-B18E-4C78-A1E2-211973EB9CB9}">
      <dsp:nvSpPr>
        <dsp:cNvPr id="0" name=""/>
        <dsp:cNvSpPr/>
      </dsp:nvSpPr>
      <dsp:spPr>
        <a:xfrm>
          <a:off x="4358741" y="1860"/>
          <a:ext cx="2524104" cy="160280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C1D6C-C41A-4C99-9329-137642420FA6}">
      <dsp:nvSpPr>
        <dsp:cNvPr id="0" name=""/>
        <dsp:cNvSpPr/>
      </dsp:nvSpPr>
      <dsp:spPr>
        <a:xfrm>
          <a:off x="4639197" y="268293"/>
          <a:ext cx="2524104" cy="1602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দিবাদৈর্ঘ</a:t>
          </a:r>
          <a:endParaRPr lang="en-US" sz="2100" kern="1200" dirty="0"/>
        </a:p>
      </dsp:txBody>
      <dsp:txXfrm>
        <a:off x="4686142" y="315238"/>
        <a:ext cx="2430214" cy="1508916"/>
      </dsp:txXfrm>
    </dsp:sp>
    <dsp:sp modelId="{3A787E2E-3C8D-4E7C-AFB0-44C2548685F2}">
      <dsp:nvSpPr>
        <dsp:cNvPr id="0" name=""/>
        <dsp:cNvSpPr/>
      </dsp:nvSpPr>
      <dsp:spPr>
        <a:xfrm>
          <a:off x="1273725" y="2338760"/>
          <a:ext cx="2524104" cy="160280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4D1DA-CF91-44F0-AE45-3A535ECABB5E}">
      <dsp:nvSpPr>
        <dsp:cNvPr id="0" name=""/>
        <dsp:cNvSpPr/>
      </dsp:nvSpPr>
      <dsp:spPr>
        <a:xfrm>
          <a:off x="1554181" y="2605193"/>
          <a:ext cx="2524104" cy="1602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দীর্ঘ</a:t>
          </a:r>
          <a:r>
            <a:rPr lang="en-US" sz="2100" kern="1200" dirty="0"/>
            <a:t> </a:t>
          </a:r>
          <a:r>
            <a:rPr lang="en-US" sz="2100" kern="1200" dirty="0" err="1"/>
            <a:t>দিবা</a:t>
          </a:r>
          <a:r>
            <a:rPr lang="en-US" sz="2100" kern="1200" dirty="0"/>
            <a:t> </a:t>
          </a:r>
          <a:r>
            <a:rPr lang="en-US" sz="2100" kern="1200" dirty="0" err="1"/>
            <a:t>উদ্ভিদ</a:t>
          </a:r>
          <a:r>
            <a:rPr lang="en-US" sz="2100" kern="1200" dirty="0"/>
            <a:t>। </a:t>
          </a:r>
          <a:r>
            <a:rPr lang="en-US" sz="2100" kern="1200" dirty="0" err="1"/>
            <a:t>যেমনঃ</a:t>
          </a:r>
          <a:r>
            <a:rPr lang="en-US" sz="2100" kern="1200" dirty="0"/>
            <a:t> </a:t>
          </a:r>
          <a:r>
            <a:rPr lang="en-US" sz="2100" kern="1200" dirty="0" err="1"/>
            <a:t>ধান</a:t>
          </a:r>
          <a:r>
            <a:rPr lang="en-US" sz="2100" kern="1200" dirty="0"/>
            <a:t>, </a:t>
          </a:r>
          <a:r>
            <a:rPr lang="en-US" sz="2100" kern="1200" dirty="0" err="1"/>
            <a:t>পাঠ</a:t>
          </a:r>
          <a:r>
            <a:rPr lang="en-US" sz="2100" kern="1200" dirty="0"/>
            <a:t> </a:t>
          </a:r>
          <a:r>
            <a:rPr lang="en-US" sz="2100" kern="1200" dirty="0" err="1"/>
            <a:t>কুমড়া</a:t>
          </a:r>
          <a:r>
            <a:rPr lang="en-US" sz="2100" kern="1200" dirty="0"/>
            <a:t>, </a:t>
          </a:r>
          <a:r>
            <a:rPr lang="en-US" sz="2100" kern="1200" dirty="0" err="1"/>
            <a:t>চিচিঙ্গা</a:t>
          </a:r>
          <a:r>
            <a:rPr lang="en-US" sz="2100" kern="1200" dirty="0"/>
            <a:t> , </a:t>
          </a:r>
          <a:r>
            <a:rPr lang="en-US" sz="2100" kern="1200" dirty="0" err="1"/>
            <a:t>ধুন্দল</a:t>
          </a:r>
          <a:endParaRPr lang="en-US" sz="2100" kern="1200" dirty="0"/>
        </a:p>
      </dsp:txBody>
      <dsp:txXfrm>
        <a:off x="1601126" y="2652138"/>
        <a:ext cx="2430214" cy="1508916"/>
      </dsp:txXfrm>
    </dsp:sp>
    <dsp:sp modelId="{6B067BAB-A945-4250-B255-0E5346314FB2}">
      <dsp:nvSpPr>
        <dsp:cNvPr id="0" name=""/>
        <dsp:cNvSpPr/>
      </dsp:nvSpPr>
      <dsp:spPr>
        <a:xfrm>
          <a:off x="4358741" y="2338760"/>
          <a:ext cx="2524104" cy="160280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9C5C6-423B-4864-9CC3-51A5A2F7348D}">
      <dsp:nvSpPr>
        <dsp:cNvPr id="0" name=""/>
        <dsp:cNvSpPr/>
      </dsp:nvSpPr>
      <dsp:spPr>
        <a:xfrm>
          <a:off x="4639197" y="2605193"/>
          <a:ext cx="2524104" cy="1602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স্বল্প</a:t>
          </a:r>
          <a:r>
            <a:rPr lang="en-US" sz="2100" kern="1200" dirty="0"/>
            <a:t> </a:t>
          </a:r>
          <a:r>
            <a:rPr lang="en-US" sz="2100" kern="1200" dirty="0" err="1"/>
            <a:t>দিবা</a:t>
          </a:r>
          <a:r>
            <a:rPr lang="en-US" sz="2100" kern="1200" dirty="0"/>
            <a:t> </a:t>
          </a:r>
          <a:r>
            <a:rPr lang="en-US" sz="2100" kern="1200" dirty="0" err="1"/>
            <a:t>উদ্ভিদ</a:t>
          </a:r>
          <a:r>
            <a:rPr lang="en-US" sz="2100" kern="1200" dirty="0"/>
            <a:t>। </a:t>
          </a:r>
          <a:r>
            <a:rPr lang="en-US" sz="2100" kern="1200" dirty="0" err="1"/>
            <a:t>যেমনঃ</a:t>
          </a:r>
          <a:r>
            <a:rPr lang="en-US" sz="2100" kern="1200" dirty="0"/>
            <a:t> </a:t>
          </a:r>
          <a:r>
            <a:rPr lang="en-US" sz="2100" kern="1200" dirty="0" err="1"/>
            <a:t>সরিষা</a:t>
          </a:r>
          <a:r>
            <a:rPr lang="en-US" sz="2100" kern="1200" dirty="0"/>
            <a:t>, </a:t>
          </a:r>
          <a:r>
            <a:rPr lang="en-US" sz="2100" kern="1200" dirty="0" err="1"/>
            <a:t>গম</a:t>
          </a:r>
          <a:r>
            <a:rPr lang="en-US" sz="2100" kern="1200" dirty="0"/>
            <a:t>, </a:t>
          </a:r>
          <a:r>
            <a:rPr lang="en-US" sz="2100" kern="1200" dirty="0" err="1"/>
            <a:t>আমন</a:t>
          </a:r>
          <a:r>
            <a:rPr lang="en-US" sz="2100" kern="1200" dirty="0"/>
            <a:t> </a:t>
          </a:r>
          <a:r>
            <a:rPr lang="en-US" sz="2100" kern="1200" dirty="0" err="1"/>
            <a:t>ধান</a:t>
          </a:r>
          <a:r>
            <a:rPr lang="en-US" sz="2100" kern="1200" dirty="0"/>
            <a:t>, </a:t>
          </a:r>
          <a:r>
            <a:rPr lang="en-US" sz="2100" kern="1200" dirty="0" err="1"/>
            <a:t>পুইশাক</a:t>
          </a:r>
          <a:r>
            <a:rPr lang="en-US" sz="2100" kern="1200" dirty="0"/>
            <a:t>, </a:t>
          </a:r>
          <a:r>
            <a:rPr lang="en-US" sz="2100" kern="1200" dirty="0" err="1"/>
            <a:t>মসুর</a:t>
          </a:r>
          <a:r>
            <a:rPr lang="en-US" sz="2100" kern="1200" dirty="0"/>
            <a:t>, </a:t>
          </a:r>
          <a:r>
            <a:rPr lang="en-US" sz="2100" kern="1200" dirty="0" err="1"/>
            <a:t>মটর</a:t>
          </a:r>
          <a:endParaRPr lang="en-US" sz="2100" kern="1200" dirty="0"/>
        </a:p>
      </dsp:txBody>
      <dsp:txXfrm>
        <a:off x="4686142" y="2652138"/>
        <a:ext cx="2430214" cy="1508916"/>
      </dsp:txXfrm>
    </dsp:sp>
    <dsp:sp modelId="{F7B89B02-5DFC-4B61-A282-32B872B4F69C}">
      <dsp:nvSpPr>
        <dsp:cNvPr id="0" name=""/>
        <dsp:cNvSpPr/>
      </dsp:nvSpPr>
      <dsp:spPr>
        <a:xfrm>
          <a:off x="7443758" y="2338760"/>
          <a:ext cx="2524104" cy="160280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69633-A89B-4160-8306-6D10444E743D}">
      <dsp:nvSpPr>
        <dsp:cNvPr id="0" name=""/>
        <dsp:cNvSpPr/>
      </dsp:nvSpPr>
      <dsp:spPr>
        <a:xfrm>
          <a:off x="7724214" y="2605193"/>
          <a:ext cx="2524104" cy="1602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দিবা</a:t>
          </a:r>
          <a:r>
            <a:rPr lang="en-US" sz="2100" kern="1200" dirty="0"/>
            <a:t> </a:t>
          </a:r>
          <a:r>
            <a:rPr lang="en-US" sz="2100" kern="1200" dirty="0" err="1"/>
            <a:t>নিরপেক্ষ</a:t>
          </a:r>
          <a:r>
            <a:rPr lang="en-US" sz="2100" kern="1200" dirty="0"/>
            <a:t> </a:t>
          </a:r>
          <a:r>
            <a:rPr lang="en-US" sz="2100" kern="1200" dirty="0" err="1"/>
            <a:t>উদ্ভিদ</a:t>
          </a:r>
          <a:r>
            <a:rPr lang="en-US" sz="2100" kern="1200" dirty="0"/>
            <a:t> । </a:t>
          </a:r>
          <a:r>
            <a:rPr lang="en-US" sz="2100" kern="1200" dirty="0" err="1"/>
            <a:t>যেমনঃ</a:t>
          </a:r>
          <a:r>
            <a:rPr lang="en-US" sz="2100" kern="1200" dirty="0"/>
            <a:t> </a:t>
          </a:r>
          <a:r>
            <a:rPr lang="en-US" sz="2100" kern="1200" dirty="0" err="1"/>
            <a:t>চীনাবাদাম</a:t>
          </a:r>
          <a:r>
            <a:rPr lang="en-US" sz="2100" kern="1200" dirty="0"/>
            <a:t>, </a:t>
          </a:r>
          <a:r>
            <a:rPr lang="en-US" sz="2100" kern="1200" dirty="0" err="1"/>
            <a:t>টমেটো</a:t>
          </a:r>
          <a:r>
            <a:rPr lang="en-US" sz="2100" kern="1200" dirty="0"/>
            <a:t>, </a:t>
          </a:r>
          <a:r>
            <a:rPr lang="en-US" sz="2100" kern="1200" dirty="0" err="1"/>
            <a:t>শশা</a:t>
          </a:r>
          <a:r>
            <a:rPr lang="en-US" sz="2100" kern="1200" dirty="0"/>
            <a:t>, </a:t>
          </a:r>
          <a:r>
            <a:rPr lang="en-US" sz="2100" kern="1200" dirty="0" err="1"/>
            <a:t>কার্পাস</a:t>
          </a:r>
          <a:r>
            <a:rPr lang="en-US" sz="2100" kern="1200" dirty="0"/>
            <a:t> </a:t>
          </a:r>
          <a:r>
            <a:rPr lang="en-US" sz="2100" kern="1200" dirty="0" err="1"/>
            <a:t>তুলা</a:t>
          </a:r>
          <a:endParaRPr lang="en-US" sz="2100" kern="1200" dirty="0"/>
        </a:p>
      </dsp:txBody>
      <dsp:txXfrm>
        <a:off x="7771159" y="2652138"/>
        <a:ext cx="2430214" cy="15089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43645-1A70-4BA4-BF52-FF6B199D9FAC}">
      <dsp:nvSpPr>
        <dsp:cNvPr id="0" name=""/>
        <dsp:cNvSpPr/>
      </dsp:nvSpPr>
      <dsp:spPr>
        <a:xfrm>
          <a:off x="1286633" y="1294042"/>
          <a:ext cx="2248523" cy="1124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ফসলের</a:t>
          </a:r>
          <a:r>
            <a:rPr lang="en-US" sz="3300" kern="1200" dirty="0"/>
            <a:t> </a:t>
          </a:r>
          <a:r>
            <a:rPr lang="en-US" sz="3300" kern="1200" dirty="0" err="1"/>
            <a:t>মৌসুম</a:t>
          </a:r>
          <a:endParaRPr lang="en-US" sz="3300" kern="1200" dirty="0"/>
        </a:p>
      </dsp:txBody>
      <dsp:txXfrm>
        <a:off x="1319561" y="1326970"/>
        <a:ext cx="2182667" cy="1058405"/>
      </dsp:txXfrm>
    </dsp:sp>
    <dsp:sp modelId="{6E0FE6D1-14CC-4BB2-887B-3525088C08AF}">
      <dsp:nvSpPr>
        <dsp:cNvPr id="0" name=""/>
        <dsp:cNvSpPr/>
      </dsp:nvSpPr>
      <dsp:spPr>
        <a:xfrm rot="19457599">
          <a:off x="3431048" y="1499945"/>
          <a:ext cx="1107625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107625" y="33002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7170" y="1505257"/>
        <a:ext cx="55381" cy="55381"/>
      </dsp:txXfrm>
    </dsp:sp>
    <dsp:sp modelId="{83CCDEC4-9D21-43A8-8468-361A223A1632}">
      <dsp:nvSpPr>
        <dsp:cNvPr id="0" name=""/>
        <dsp:cNvSpPr/>
      </dsp:nvSpPr>
      <dsp:spPr>
        <a:xfrm>
          <a:off x="4434565" y="647591"/>
          <a:ext cx="2248523" cy="11242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খরিপ</a:t>
          </a:r>
          <a:endParaRPr lang="en-US" sz="3300" kern="1200" dirty="0"/>
        </a:p>
      </dsp:txBody>
      <dsp:txXfrm>
        <a:off x="4467493" y="680519"/>
        <a:ext cx="2182667" cy="1058405"/>
      </dsp:txXfrm>
    </dsp:sp>
    <dsp:sp modelId="{EAED2B46-199D-4424-9F68-DA4A41D2D695}">
      <dsp:nvSpPr>
        <dsp:cNvPr id="0" name=""/>
        <dsp:cNvSpPr/>
      </dsp:nvSpPr>
      <dsp:spPr>
        <a:xfrm rot="19457599">
          <a:off x="6578980" y="853494"/>
          <a:ext cx="1107625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107625" y="3300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105103" y="858806"/>
        <a:ext cx="55381" cy="55381"/>
      </dsp:txXfrm>
    </dsp:sp>
    <dsp:sp modelId="{69E1FE2E-44FC-439F-86BC-AFD442065D7A}">
      <dsp:nvSpPr>
        <dsp:cNvPr id="0" name=""/>
        <dsp:cNvSpPr/>
      </dsp:nvSpPr>
      <dsp:spPr>
        <a:xfrm>
          <a:off x="7582498" y="1141"/>
          <a:ext cx="2248523" cy="11242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খরিপ-১ (</a:t>
          </a:r>
          <a:r>
            <a:rPr lang="en-US" sz="3300" kern="1200" dirty="0" err="1"/>
            <a:t>গ্রীষ্মকাল</a:t>
          </a:r>
          <a:r>
            <a:rPr lang="en-US" sz="3300" kern="1200" dirty="0"/>
            <a:t>)</a:t>
          </a:r>
        </a:p>
      </dsp:txBody>
      <dsp:txXfrm>
        <a:off x="7615426" y="34069"/>
        <a:ext cx="2182667" cy="1058405"/>
      </dsp:txXfrm>
    </dsp:sp>
    <dsp:sp modelId="{4DE15A66-0BB4-4F53-B691-6F26A063F197}">
      <dsp:nvSpPr>
        <dsp:cNvPr id="0" name=""/>
        <dsp:cNvSpPr/>
      </dsp:nvSpPr>
      <dsp:spPr>
        <a:xfrm rot="2142401">
          <a:off x="6578980" y="1499945"/>
          <a:ext cx="1107625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107625" y="3300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105103" y="1505257"/>
        <a:ext cx="55381" cy="55381"/>
      </dsp:txXfrm>
    </dsp:sp>
    <dsp:sp modelId="{6D60DFD2-4233-442E-80E7-25756A8EBB77}">
      <dsp:nvSpPr>
        <dsp:cNvPr id="0" name=""/>
        <dsp:cNvSpPr/>
      </dsp:nvSpPr>
      <dsp:spPr>
        <a:xfrm>
          <a:off x="7582498" y="1294042"/>
          <a:ext cx="2248523" cy="11242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খরিপ-২ (</a:t>
          </a:r>
          <a:r>
            <a:rPr lang="en-US" sz="3300" kern="1200" dirty="0" err="1"/>
            <a:t>বর্ষাকাল</a:t>
          </a:r>
          <a:r>
            <a:rPr lang="en-US" sz="3300" kern="1200" dirty="0"/>
            <a:t>)</a:t>
          </a:r>
        </a:p>
      </dsp:txBody>
      <dsp:txXfrm>
        <a:off x="7615426" y="1326970"/>
        <a:ext cx="2182667" cy="1058405"/>
      </dsp:txXfrm>
    </dsp:sp>
    <dsp:sp modelId="{85DE90B5-DAD6-4954-AB08-A19BB0459904}">
      <dsp:nvSpPr>
        <dsp:cNvPr id="0" name=""/>
        <dsp:cNvSpPr/>
      </dsp:nvSpPr>
      <dsp:spPr>
        <a:xfrm rot="2142401">
          <a:off x="3431048" y="2146395"/>
          <a:ext cx="1107625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107625" y="33002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7170" y="2151707"/>
        <a:ext cx="55381" cy="55381"/>
      </dsp:txXfrm>
    </dsp:sp>
    <dsp:sp modelId="{BD4D644B-B529-4E17-92E1-A0C020E44B1C}">
      <dsp:nvSpPr>
        <dsp:cNvPr id="0" name=""/>
        <dsp:cNvSpPr/>
      </dsp:nvSpPr>
      <dsp:spPr>
        <a:xfrm>
          <a:off x="4434565" y="1940492"/>
          <a:ext cx="2248523" cy="11242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রবি</a:t>
          </a:r>
          <a:r>
            <a:rPr lang="en-US" sz="3300" kern="1200" dirty="0"/>
            <a:t> (</a:t>
          </a:r>
          <a:r>
            <a:rPr lang="en-US" sz="3300" kern="1200" dirty="0" err="1"/>
            <a:t>শীতকাল</a:t>
          </a:r>
          <a:r>
            <a:rPr lang="en-US" sz="3300" kern="1200" dirty="0"/>
            <a:t>) </a:t>
          </a:r>
        </a:p>
      </dsp:txBody>
      <dsp:txXfrm>
        <a:off x="4467493" y="1973420"/>
        <a:ext cx="2182667" cy="10584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FD02A-F36B-4127-AACC-889A0B2A9D3B}">
      <dsp:nvSpPr>
        <dsp:cNvPr id="0" name=""/>
        <dsp:cNvSpPr/>
      </dsp:nvSpPr>
      <dsp:spPr>
        <a:xfrm>
          <a:off x="5558827" y="1212949"/>
          <a:ext cx="2931209" cy="508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361"/>
              </a:lnTo>
              <a:lnTo>
                <a:pt x="2931209" y="254361"/>
              </a:lnTo>
              <a:lnTo>
                <a:pt x="2931209" y="508722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62A35A-9D6A-4823-B46D-B7D7713C7DA4}">
      <dsp:nvSpPr>
        <dsp:cNvPr id="0" name=""/>
        <dsp:cNvSpPr/>
      </dsp:nvSpPr>
      <dsp:spPr>
        <a:xfrm>
          <a:off x="5513107" y="1212949"/>
          <a:ext cx="91440" cy="50872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8722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30887-26F3-4E95-8A29-5A0A721268B0}">
      <dsp:nvSpPr>
        <dsp:cNvPr id="0" name=""/>
        <dsp:cNvSpPr/>
      </dsp:nvSpPr>
      <dsp:spPr>
        <a:xfrm>
          <a:off x="2627618" y="1212949"/>
          <a:ext cx="2931209" cy="508722"/>
        </a:xfrm>
        <a:custGeom>
          <a:avLst/>
          <a:gdLst/>
          <a:ahLst/>
          <a:cxnLst/>
          <a:rect l="0" t="0" r="0" b="0"/>
          <a:pathLst>
            <a:path>
              <a:moveTo>
                <a:pt x="2931209" y="0"/>
              </a:moveTo>
              <a:lnTo>
                <a:pt x="2931209" y="254361"/>
              </a:lnTo>
              <a:lnTo>
                <a:pt x="0" y="254361"/>
              </a:lnTo>
              <a:lnTo>
                <a:pt x="0" y="508722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8F2070-7DB0-4EAA-9516-B22D3E023248}">
      <dsp:nvSpPr>
        <dsp:cNvPr id="0" name=""/>
        <dsp:cNvSpPr/>
      </dsp:nvSpPr>
      <dsp:spPr>
        <a:xfrm>
          <a:off x="4347583" y="1705"/>
          <a:ext cx="2422487" cy="12112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ধানের</a:t>
          </a:r>
          <a:r>
            <a:rPr lang="en-US" sz="3800" kern="1200" dirty="0"/>
            <a:t> </a:t>
          </a:r>
          <a:r>
            <a:rPr lang="en-US" sz="3800" kern="1200" dirty="0" err="1"/>
            <a:t>মৌসুম</a:t>
          </a:r>
          <a:endParaRPr lang="en-US" sz="3800" kern="1200" dirty="0"/>
        </a:p>
      </dsp:txBody>
      <dsp:txXfrm>
        <a:off x="4347583" y="1705"/>
        <a:ext cx="2422487" cy="1211243"/>
      </dsp:txXfrm>
    </dsp:sp>
    <dsp:sp modelId="{FB78AEF2-A0F1-4206-A9ED-32BCB0490A3B}">
      <dsp:nvSpPr>
        <dsp:cNvPr id="0" name=""/>
        <dsp:cNvSpPr/>
      </dsp:nvSpPr>
      <dsp:spPr>
        <a:xfrm>
          <a:off x="1416374" y="1721671"/>
          <a:ext cx="2422487" cy="12112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আউশ</a:t>
          </a:r>
          <a:r>
            <a:rPr lang="en-US" sz="3800" kern="1200" dirty="0"/>
            <a:t> (</a:t>
          </a:r>
          <a:r>
            <a:rPr lang="en-US" sz="3800" kern="1200" dirty="0" err="1"/>
            <a:t>গ্রীষ্মকাল</a:t>
          </a:r>
          <a:r>
            <a:rPr lang="en-US" sz="3800" kern="1200" dirty="0"/>
            <a:t>)</a:t>
          </a:r>
        </a:p>
      </dsp:txBody>
      <dsp:txXfrm>
        <a:off x="1416374" y="1721671"/>
        <a:ext cx="2422487" cy="1211243"/>
      </dsp:txXfrm>
    </dsp:sp>
    <dsp:sp modelId="{D591B1F7-25FB-436C-8D0A-D69C17D71C27}">
      <dsp:nvSpPr>
        <dsp:cNvPr id="0" name=""/>
        <dsp:cNvSpPr/>
      </dsp:nvSpPr>
      <dsp:spPr>
        <a:xfrm>
          <a:off x="4347583" y="1721671"/>
          <a:ext cx="2422487" cy="12112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আমন</a:t>
          </a:r>
          <a:r>
            <a:rPr lang="en-US" sz="3800" kern="1200" dirty="0"/>
            <a:t> (</a:t>
          </a:r>
          <a:r>
            <a:rPr lang="en-US" sz="3800" kern="1200" dirty="0" err="1"/>
            <a:t>বর্ষাকাল</a:t>
          </a:r>
          <a:r>
            <a:rPr lang="en-US" sz="3800" kern="1200" dirty="0"/>
            <a:t>)</a:t>
          </a:r>
        </a:p>
      </dsp:txBody>
      <dsp:txXfrm>
        <a:off x="4347583" y="1721671"/>
        <a:ext cx="2422487" cy="1211243"/>
      </dsp:txXfrm>
    </dsp:sp>
    <dsp:sp modelId="{1A11F41D-B4CA-4C5F-81D8-31A9BD6BBE04}">
      <dsp:nvSpPr>
        <dsp:cNvPr id="0" name=""/>
        <dsp:cNvSpPr/>
      </dsp:nvSpPr>
      <dsp:spPr>
        <a:xfrm>
          <a:off x="7278793" y="1721671"/>
          <a:ext cx="2422487" cy="12112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বোরো</a:t>
          </a:r>
          <a:r>
            <a:rPr lang="en-US" sz="3800" kern="1200" dirty="0"/>
            <a:t> (</a:t>
          </a:r>
          <a:r>
            <a:rPr lang="en-US" sz="3800" kern="1200" dirty="0" err="1"/>
            <a:t>শীতকাল</a:t>
          </a:r>
          <a:r>
            <a:rPr lang="en-US" sz="3800" kern="1200" dirty="0"/>
            <a:t>) </a:t>
          </a:r>
        </a:p>
      </dsp:txBody>
      <dsp:txXfrm>
        <a:off x="7278793" y="1721671"/>
        <a:ext cx="2422487" cy="1211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D23A4-7872-4EDC-8B4E-B4F3D4C19AD5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1B3B5-C2E7-47F5-9B09-DD092E763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73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4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7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4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5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1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48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0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30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4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B33026C-CD84-4AB1-B98C-25DBADB9748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239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EDFE-A3E1-49FE-B561-0608A1CB1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কৃষি</a:t>
            </a:r>
            <a:r>
              <a:rPr lang="en-US" dirty="0"/>
              <a:t> ও </a:t>
            </a:r>
            <a:r>
              <a:rPr lang="en-US" dirty="0" err="1"/>
              <a:t>জলবায়ু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DD907-26D8-40C1-AEC7-C34E7C270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414244"/>
          </a:xfrm>
        </p:spPr>
        <p:txBody>
          <a:bodyPr>
            <a:normAutofit/>
          </a:bodyPr>
          <a:lstStyle/>
          <a:p>
            <a:r>
              <a:rPr lang="bn-IN" sz="2400" dirty="0"/>
              <a:t>কৃষিবিদ আব্দুল্লাহ–</a:t>
            </a:r>
            <a:r>
              <a:rPr lang="en-US" sz="2400" dirty="0"/>
              <a:t> </a:t>
            </a:r>
            <a:r>
              <a:rPr lang="bn-IN" sz="2400" dirty="0"/>
              <a:t>আল- আমিন,</a:t>
            </a:r>
          </a:p>
          <a:p>
            <a:r>
              <a:rPr lang="bn-IN" sz="2400" dirty="0"/>
              <a:t>প্রভাষক, রাজেন্দ্রপুর ক্যান্টনমেন্ট পাবলিক কলেজ, গাজীপুর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557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আবহাওয়া</a:t>
            </a:r>
            <a:r>
              <a:rPr lang="en-US" dirty="0"/>
              <a:t> ও </a:t>
            </a:r>
            <a:r>
              <a:rPr lang="en-US" dirty="0" err="1"/>
              <a:t>জলবায়ু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407405" y="2330936"/>
            <a:ext cx="115431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কোন</a:t>
            </a:r>
            <a:r>
              <a:rPr lang="en-US" sz="2800" dirty="0"/>
              <a:t> </a:t>
            </a:r>
            <a:r>
              <a:rPr lang="en-US" sz="2800" dirty="0" err="1"/>
              <a:t>একটি</a:t>
            </a:r>
            <a:r>
              <a:rPr lang="en-US" sz="2800" dirty="0"/>
              <a:t> </a:t>
            </a:r>
            <a:r>
              <a:rPr lang="en-US" sz="2800" dirty="0" err="1"/>
              <a:t>নির্দিষ্ট</a:t>
            </a:r>
            <a:r>
              <a:rPr lang="en-US" sz="2800" dirty="0"/>
              <a:t> </a:t>
            </a:r>
            <a:r>
              <a:rPr lang="en-US" sz="2800" dirty="0" err="1"/>
              <a:t>স্থানের</a:t>
            </a:r>
            <a:r>
              <a:rPr lang="en-US" sz="2800" dirty="0"/>
              <a:t> </a:t>
            </a:r>
            <a:r>
              <a:rPr lang="en-US" sz="2800" dirty="0" err="1"/>
              <a:t>দৈনন্দিন</a:t>
            </a:r>
            <a:r>
              <a:rPr lang="en-US" sz="2800" dirty="0"/>
              <a:t> </a:t>
            </a:r>
            <a:r>
              <a:rPr lang="en-US" sz="2800" dirty="0" err="1"/>
              <a:t>তাপমাত্রা</a:t>
            </a:r>
            <a:r>
              <a:rPr lang="en-US" sz="2800" dirty="0"/>
              <a:t>, </a:t>
            </a:r>
            <a:r>
              <a:rPr lang="en-US" sz="2800" dirty="0" err="1"/>
              <a:t>বৃষ্টিপাত</a:t>
            </a:r>
            <a:r>
              <a:rPr lang="en-US" sz="2800" dirty="0"/>
              <a:t>, </a:t>
            </a:r>
            <a:r>
              <a:rPr lang="en-US" sz="2800" dirty="0" err="1"/>
              <a:t>বায়ুপ্রবাহ</a:t>
            </a:r>
            <a:r>
              <a:rPr lang="en-US" sz="2800" dirty="0"/>
              <a:t>, </a:t>
            </a:r>
            <a:r>
              <a:rPr lang="en-US" sz="2800" dirty="0" err="1"/>
              <a:t>আদ্রতা</a:t>
            </a:r>
            <a:r>
              <a:rPr lang="en-US" sz="2800" dirty="0"/>
              <a:t>, </a:t>
            </a:r>
            <a:r>
              <a:rPr lang="en-US" sz="2800" dirty="0" err="1"/>
              <a:t>চাপ</a:t>
            </a:r>
            <a:r>
              <a:rPr lang="en-US" sz="2800" dirty="0"/>
              <a:t> </a:t>
            </a:r>
            <a:r>
              <a:rPr lang="en-US" sz="2800" dirty="0" err="1"/>
              <a:t>ইত্যাদির</a:t>
            </a:r>
            <a:r>
              <a:rPr lang="en-US" sz="2800" dirty="0"/>
              <a:t> </a:t>
            </a:r>
            <a:r>
              <a:rPr lang="en-US" sz="2800" dirty="0" err="1"/>
              <a:t>সামগ্রিক</a:t>
            </a:r>
            <a:r>
              <a:rPr lang="en-US" sz="2800" dirty="0"/>
              <a:t> </a:t>
            </a:r>
            <a:r>
              <a:rPr lang="en-US" sz="2800" dirty="0" err="1"/>
              <a:t>অবস্থাকে</a:t>
            </a:r>
            <a:r>
              <a:rPr lang="en-US" sz="2800" dirty="0"/>
              <a:t> </a:t>
            </a:r>
            <a:r>
              <a:rPr lang="en-US" sz="2800" dirty="0" err="1"/>
              <a:t>ঐদিনের</a:t>
            </a:r>
            <a:r>
              <a:rPr lang="en-US" sz="2800" dirty="0"/>
              <a:t> </a:t>
            </a:r>
            <a:r>
              <a:rPr lang="en-US" sz="2800" dirty="0" err="1"/>
              <a:t>আবহাওয়া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/>
              <a:t> </a:t>
            </a:r>
            <a:r>
              <a:rPr lang="en-US" sz="2800" dirty="0" err="1"/>
              <a:t>কোন</a:t>
            </a:r>
            <a:r>
              <a:rPr lang="en-US" sz="2800" dirty="0"/>
              <a:t> </a:t>
            </a:r>
            <a:r>
              <a:rPr lang="en-US" sz="2800" dirty="0" err="1"/>
              <a:t>স্থানের</a:t>
            </a:r>
            <a:r>
              <a:rPr lang="en-US" sz="2800" dirty="0"/>
              <a:t> ২০-৩০ </a:t>
            </a:r>
            <a:r>
              <a:rPr lang="en-US" sz="2800" dirty="0" err="1"/>
              <a:t>বছরের</a:t>
            </a:r>
            <a:r>
              <a:rPr lang="en-US" sz="2800" dirty="0"/>
              <a:t> </a:t>
            </a:r>
            <a:r>
              <a:rPr lang="en-US" sz="2800" dirty="0" err="1"/>
              <a:t>আবহাওয়ার</a:t>
            </a:r>
            <a:r>
              <a:rPr lang="en-US" sz="2800" dirty="0"/>
              <a:t> </a:t>
            </a:r>
            <a:r>
              <a:rPr lang="en-US" sz="2800" dirty="0" err="1"/>
              <a:t>গড়কে</a:t>
            </a:r>
            <a:r>
              <a:rPr lang="en-US" sz="2800" dirty="0"/>
              <a:t> ঐ </a:t>
            </a:r>
            <a:r>
              <a:rPr lang="en-US" sz="2800" dirty="0" err="1"/>
              <a:t>স্থানের</a:t>
            </a:r>
            <a:r>
              <a:rPr lang="en-US" sz="2800" dirty="0"/>
              <a:t> </a:t>
            </a:r>
            <a:r>
              <a:rPr lang="en-US" sz="2800" dirty="0" err="1"/>
              <a:t>জলবায়ু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endParaRPr lang="en-US" sz="2800" dirty="0"/>
          </a:p>
        </p:txBody>
      </p:sp>
      <p:pic>
        <p:nvPicPr>
          <p:cNvPr id="1026" name="Picture 2" descr="Rainy Weather Facts - Oakdale Leader">
            <a:extLst>
              <a:ext uri="{FF2B5EF4-FFF2-40B4-BE49-F238E27FC236}">
                <a16:creationId xmlns:a16="http://schemas.microsoft.com/office/drawing/2014/main" id="{7237CDFF-8926-433D-635D-3DB0713A8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17" y="481864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L ABOUT FOG - IMUNOTES">
            <a:extLst>
              <a:ext uri="{FF2B5EF4-FFF2-40B4-BE49-F238E27FC236}">
                <a16:creationId xmlns:a16="http://schemas.microsoft.com/office/drawing/2014/main" id="{EF89A0E2-B599-EBFE-A9E6-0B80B1A00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050" y="4818646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ay safe in hot weather - North ...">
            <a:extLst>
              <a:ext uri="{FF2B5EF4-FFF2-40B4-BE49-F238E27FC236}">
                <a16:creationId xmlns:a16="http://schemas.microsoft.com/office/drawing/2014/main" id="{27BB9D9E-8F73-2895-23BC-85E1B431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584" y="4818646"/>
            <a:ext cx="2895600" cy="184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rops">
            <a:extLst>
              <a:ext uri="{FF2B5EF4-FFF2-40B4-BE49-F238E27FC236}">
                <a16:creationId xmlns:a16="http://schemas.microsoft.com/office/drawing/2014/main" id="{AD03C307-7FDF-D2CB-BDBD-BB519E31C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743" y="4818646"/>
            <a:ext cx="2619375" cy="184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10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আবহাওয়া</a:t>
            </a:r>
            <a:r>
              <a:rPr lang="en-US" dirty="0"/>
              <a:t> ও </a:t>
            </a:r>
            <a:r>
              <a:rPr lang="en-US" dirty="0" err="1"/>
              <a:t>জলবায়ুর</a:t>
            </a:r>
            <a:r>
              <a:rPr lang="en-US" dirty="0"/>
              <a:t> </a:t>
            </a:r>
            <a:r>
              <a:rPr lang="en-US" dirty="0" err="1"/>
              <a:t>পার্থক্য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22D92F-4DA2-89F1-116D-3B5643256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291014"/>
              </p:ext>
            </p:extLst>
          </p:nvPr>
        </p:nvGraphicFramePr>
        <p:xfrm>
          <a:off x="461726" y="2539414"/>
          <a:ext cx="10920272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0136">
                  <a:extLst>
                    <a:ext uri="{9D8B030D-6E8A-4147-A177-3AD203B41FA5}">
                      <a16:colId xmlns:a16="http://schemas.microsoft.com/office/drawing/2014/main" val="2843961235"/>
                    </a:ext>
                  </a:extLst>
                </a:gridCol>
                <a:gridCol w="5460136">
                  <a:extLst>
                    <a:ext uri="{9D8B030D-6E8A-4147-A177-3AD203B41FA5}">
                      <a16:colId xmlns:a16="http://schemas.microsoft.com/office/drawing/2014/main" val="2185610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আবহাওয়া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জলবায়ু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86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কোন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স্থানের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একদিনের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সামগ্রিক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অবস্থা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কোন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স্থানের</a:t>
                      </a:r>
                      <a:r>
                        <a:rPr lang="en-US" dirty="0"/>
                        <a:t> ২০-৩০ </a:t>
                      </a:r>
                      <a:r>
                        <a:rPr lang="en-US" dirty="0" err="1"/>
                        <a:t>বছরের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সামগ্রিক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অবস্থার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গড়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91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আবহাওয়া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দ্রুত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পরিবর্তনশীল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জলবায়ু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ধীরে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ধীরে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পরিবর্তন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31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আবহাওয়ার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প্রভাবে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দৈনন্দিন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কৃষি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কাজের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ধরণ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নির্বাচিত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সার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প্রয়োগ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সেচ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মালচিং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আগাছাদমন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ইত্যাদি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জলবায়ুর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প্রভাবে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ফসল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নির্বাচন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চাষের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ধরণ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পরিবর্তিত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আবহাওয়া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মৌসুমী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বায়ু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দ্বারা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প্রভাবিত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জলবায়ু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অক্ষাংশ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সমুদ্র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পৃষ্ঠ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থেকে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উচ্চতা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বৃষ্টিপাত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ইত্যাদি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দ্বারা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নিয়ন্ত্রিত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441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আবহাওয়ার</a:t>
                      </a:r>
                      <a:r>
                        <a:rPr lang="en-US" dirty="0"/>
                        <a:t> উপর </a:t>
                      </a:r>
                      <a:r>
                        <a:rPr lang="en-US" dirty="0" err="1"/>
                        <a:t>ফসলের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কীটপতংগ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রোগবালাইয়ের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আক্রমনের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তীব্রতা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নিয়ন্ত্রিত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জলবায়ুর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ক্ষেত্রে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কোন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কোন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রোগের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আক্রমন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হবে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ইঙ্গিত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949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ঋতু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পরিবর্তনের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সাথে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আবহাওয়া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পরিবর্তিত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জলবায়ুর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দ্বারা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ঋতু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নিয়ন্ত্রিত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নির্ধারিত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396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600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49" y="408371"/>
            <a:ext cx="10571998" cy="1339571"/>
          </a:xfrm>
        </p:spPr>
        <p:txBody>
          <a:bodyPr/>
          <a:lstStyle/>
          <a:p>
            <a:r>
              <a:rPr lang="en-US" dirty="0" err="1"/>
              <a:t>জলবায়ুর</a:t>
            </a:r>
            <a:r>
              <a:rPr lang="en-US" dirty="0"/>
              <a:t> </a:t>
            </a:r>
            <a:r>
              <a:rPr lang="en-US" dirty="0" err="1"/>
              <a:t>উপাদান</a:t>
            </a:r>
            <a:r>
              <a:rPr lang="en-US" dirty="0"/>
              <a:t> </a:t>
            </a:r>
            <a:r>
              <a:rPr lang="en-US" dirty="0" err="1"/>
              <a:t>সমূহ</a:t>
            </a:r>
            <a:r>
              <a:rPr lang="en-US" dirty="0"/>
              <a:t> </a:t>
            </a:r>
            <a:br>
              <a:rPr lang="en-US" dirty="0"/>
            </a:b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398352" y="2204188"/>
            <a:ext cx="100493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তাপমাত্রা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বৃষ্টিপাত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আদ্রতা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কুয়াশা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দিবাদৈর্ঘ</a:t>
            </a:r>
            <a:r>
              <a:rPr lang="en-US" sz="28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বায়ুপ্রবাহ</a:t>
            </a:r>
            <a:r>
              <a:rPr lang="en-US" sz="28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/>
          </a:p>
          <a:p>
            <a:r>
              <a:rPr lang="en-US" sz="3600" dirty="0" err="1">
                <a:solidFill>
                  <a:srgbClr val="FF0000"/>
                </a:solidFill>
              </a:rPr>
              <a:t>কৃষি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জলবায়ু</a:t>
            </a:r>
            <a:endParaRPr lang="en-US" sz="3600" dirty="0">
              <a:solidFill>
                <a:srgbClr val="FF0000"/>
              </a:solidFill>
            </a:endParaRPr>
          </a:p>
          <a:p>
            <a:r>
              <a:rPr lang="en-US" sz="2800" dirty="0" err="1"/>
              <a:t>কৃষি</a:t>
            </a:r>
            <a:r>
              <a:rPr lang="en-US" sz="2800" dirty="0"/>
              <a:t> </a:t>
            </a:r>
            <a:r>
              <a:rPr lang="en-US" sz="2800" dirty="0" err="1"/>
              <a:t>উৎপাদনের</a:t>
            </a:r>
            <a:r>
              <a:rPr lang="en-US" sz="2800" dirty="0"/>
              <a:t> </a:t>
            </a:r>
            <a:r>
              <a:rPr lang="en-US" sz="2800" dirty="0" err="1"/>
              <a:t>সাথে</a:t>
            </a:r>
            <a:r>
              <a:rPr lang="en-US" sz="2800" dirty="0"/>
              <a:t> </a:t>
            </a:r>
            <a:r>
              <a:rPr lang="en-US" sz="2800" dirty="0" err="1"/>
              <a:t>সম্পৃক্ত</a:t>
            </a:r>
            <a:r>
              <a:rPr lang="en-US" sz="2800" dirty="0"/>
              <a:t> </a:t>
            </a:r>
            <a:r>
              <a:rPr lang="en-US" sz="2800" dirty="0" err="1"/>
              <a:t>জলবায়ুকেই</a:t>
            </a:r>
            <a:r>
              <a:rPr lang="en-US" sz="2800" dirty="0"/>
              <a:t> </a:t>
            </a:r>
            <a:r>
              <a:rPr lang="en-US" sz="2800" dirty="0" err="1"/>
              <a:t>কৃষি</a:t>
            </a:r>
            <a:r>
              <a:rPr lang="en-US" sz="2800" dirty="0"/>
              <a:t> </a:t>
            </a:r>
            <a:r>
              <a:rPr lang="en-US" sz="2800" dirty="0" err="1"/>
              <a:t>জলবায়ু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14537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49" y="408371"/>
            <a:ext cx="10571998" cy="1339571"/>
          </a:xfrm>
        </p:spPr>
        <p:txBody>
          <a:bodyPr/>
          <a:lstStyle/>
          <a:p>
            <a:r>
              <a:rPr lang="en-US" dirty="0" err="1"/>
              <a:t>জলবায়ুর</a:t>
            </a:r>
            <a:r>
              <a:rPr lang="en-US" dirty="0"/>
              <a:t> </a:t>
            </a:r>
            <a:r>
              <a:rPr lang="en-US" dirty="0" err="1"/>
              <a:t>নিয়ামকসমূহ</a:t>
            </a:r>
            <a:r>
              <a:rPr lang="en-US" dirty="0"/>
              <a:t> </a:t>
            </a:r>
            <a:br>
              <a:rPr lang="en-US" dirty="0"/>
            </a:b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398352" y="2204188"/>
            <a:ext cx="111629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অক্ষাংশ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সমুদ্র</a:t>
            </a:r>
            <a:r>
              <a:rPr lang="en-US" sz="2800" dirty="0"/>
              <a:t> </a:t>
            </a:r>
            <a:r>
              <a:rPr lang="en-US" sz="2800" dirty="0" err="1"/>
              <a:t>পৃষ্ঠ</a:t>
            </a:r>
            <a:r>
              <a:rPr lang="en-US" sz="2800" dirty="0"/>
              <a:t> </a:t>
            </a:r>
            <a:r>
              <a:rPr lang="en-US" sz="2800" dirty="0" err="1"/>
              <a:t>থেকে</a:t>
            </a:r>
            <a:r>
              <a:rPr lang="en-US" sz="2800" dirty="0"/>
              <a:t> </a:t>
            </a:r>
            <a:r>
              <a:rPr lang="en-US" sz="2800" dirty="0" err="1"/>
              <a:t>উচ্চতা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সমুদ্রের</a:t>
            </a:r>
            <a:r>
              <a:rPr lang="en-US" sz="2800" dirty="0"/>
              <a:t> </a:t>
            </a:r>
            <a:r>
              <a:rPr lang="en-US" sz="2800" dirty="0" err="1"/>
              <a:t>অবস্থান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তাপমাত্রা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বৃষ্টিপাত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/>
          </a:p>
          <a:p>
            <a:r>
              <a:rPr lang="en-US" sz="3600" dirty="0" err="1">
                <a:solidFill>
                  <a:srgbClr val="FF0000"/>
                </a:solidFill>
              </a:rPr>
              <a:t>নিয়ামক</a:t>
            </a:r>
            <a:r>
              <a:rPr lang="en-US" sz="3600" dirty="0">
                <a:solidFill>
                  <a:srgbClr val="FF0000"/>
                </a:solidFill>
              </a:rPr>
              <a:t> আর </a:t>
            </a:r>
            <a:r>
              <a:rPr lang="en-US" sz="3600" dirty="0" err="1">
                <a:solidFill>
                  <a:srgbClr val="FF0000"/>
                </a:solidFill>
              </a:rPr>
              <a:t>উপদানের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মধ্যে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পার্থক্য</a:t>
            </a:r>
            <a:endParaRPr lang="en-US" sz="3600" dirty="0">
              <a:solidFill>
                <a:srgbClr val="FF0000"/>
              </a:solidFill>
            </a:endParaRPr>
          </a:p>
          <a:p>
            <a:r>
              <a:rPr lang="en-US" sz="2800" dirty="0" err="1"/>
              <a:t>নিয়ামক</a:t>
            </a:r>
            <a:r>
              <a:rPr lang="en-US" sz="2800" dirty="0"/>
              <a:t> </a:t>
            </a:r>
            <a:r>
              <a:rPr lang="en-US" sz="2800" dirty="0" err="1"/>
              <a:t>হচ্ছে</a:t>
            </a:r>
            <a:r>
              <a:rPr lang="en-US" sz="2800" dirty="0"/>
              <a:t> </a:t>
            </a:r>
            <a:r>
              <a:rPr lang="en-US" sz="2800" dirty="0" err="1"/>
              <a:t>যার</a:t>
            </a:r>
            <a:r>
              <a:rPr lang="en-US" sz="2800" dirty="0"/>
              <a:t> </a:t>
            </a:r>
            <a:r>
              <a:rPr lang="en-US" sz="2800" dirty="0" err="1"/>
              <a:t>কারণে</a:t>
            </a:r>
            <a:r>
              <a:rPr lang="en-US" sz="2800" dirty="0"/>
              <a:t> </a:t>
            </a:r>
            <a:r>
              <a:rPr lang="en-US" sz="2800" dirty="0" err="1"/>
              <a:t>জলবায়ু</a:t>
            </a:r>
            <a:r>
              <a:rPr lang="en-US" sz="2800" dirty="0"/>
              <a:t> </a:t>
            </a:r>
            <a:r>
              <a:rPr lang="en-US" sz="2800" dirty="0" err="1"/>
              <a:t>পরিবর্তিত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(</a:t>
            </a:r>
            <a:r>
              <a:rPr lang="en-US" sz="2800" dirty="0" err="1"/>
              <a:t>যেমনঃ</a:t>
            </a:r>
            <a:r>
              <a:rPr lang="en-US" sz="2800" dirty="0"/>
              <a:t> </a:t>
            </a:r>
            <a:r>
              <a:rPr lang="en-US" sz="2800" dirty="0" err="1"/>
              <a:t>অক্ষাংশের</a:t>
            </a:r>
            <a:r>
              <a:rPr lang="en-US" sz="2800" dirty="0"/>
              <a:t> </a:t>
            </a:r>
            <a:r>
              <a:rPr lang="en-US" sz="2800" dirty="0" err="1"/>
              <a:t>অবস্থান</a:t>
            </a:r>
            <a:r>
              <a:rPr lang="en-US" sz="2800" dirty="0"/>
              <a:t>, </a:t>
            </a:r>
            <a:r>
              <a:rPr lang="en-US" sz="2800" dirty="0" err="1"/>
              <a:t>তাপমাত্রা</a:t>
            </a:r>
            <a:r>
              <a:rPr lang="en-US" sz="2800" dirty="0"/>
              <a:t>, </a:t>
            </a:r>
            <a:r>
              <a:rPr lang="en-US" sz="2800" dirty="0" err="1"/>
              <a:t>সমুদ্র</a:t>
            </a:r>
            <a:r>
              <a:rPr lang="en-US" sz="2800" dirty="0"/>
              <a:t> </a:t>
            </a:r>
            <a:r>
              <a:rPr lang="en-US" sz="2800" dirty="0" err="1"/>
              <a:t>পৃষ্ঠ</a:t>
            </a:r>
            <a:r>
              <a:rPr lang="en-US" sz="2800" dirty="0"/>
              <a:t> </a:t>
            </a:r>
            <a:r>
              <a:rPr lang="en-US" sz="2800" dirty="0" err="1"/>
              <a:t>থেকে</a:t>
            </a:r>
            <a:r>
              <a:rPr lang="en-US" sz="2800" dirty="0"/>
              <a:t> </a:t>
            </a:r>
            <a:r>
              <a:rPr lang="en-US" sz="2800" dirty="0" err="1"/>
              <a:t>উচ্চতা</a:t>
            </a:r>
            <a:r>
              <a:rPr lang="en-US" sz="2800" dirty="0"/>
              <a:t>), আর </a:t>
            </a:r>
            <a:r>
              <a:rPr lang="en-US" sz="2800" dirty="0" err="1"/>
              <a:t>উপাদান</a:t>
            </a:r>
            <a:r>
              <a:rPr lang="en-US" sz="2800" dirty="0"/>
              <a:t> হল </a:t>
            </a:r>
            <a:r>
              <a:rPr lang="en-US" sz="2800" dirty="0" err="1"/>
              <a:t>জলবায়ুর</a:t>
            </a:r>
            <a:r>
              <a:rPr lang="en-US" sz="2800" dirty="0"/>
              <a:t> </a:t>
            </a:r>
            <a:r>
              <a:rPr lang="en-US" sz="2800" dirty="0" err="1"/>
              <a:t>পরিবর্তনগুলা</a:t>
            </a:r>
            <a:r>
              <a:rPr lang="en-US" sz="2800" dirty="0"/>
              <a:t> </a:t>
            </a:r>
            <a:r>
              <a:rPr lang="en-US" sz="2800" dirty="0" err="1"/>
              <a:t>কোথায়</a:t>
            </a:r>
            <a:r>
              <a:rPr lang="en-US" sz="2800" dirty="0"/>
              <a:t> </a:t>
            </a:r>
            <a:r>
              <a:rPr lang="en-US" sz="2800" dirty="0" err="1"/>
              <a:t>হচ্ছে</a:t>
            </a:r>
            <a:r>
              <a:rPr lang="en-US" sz="2800" dirty="0"/>
              <a:t> (</a:t>
            </a:r>
            <a:r>
              <a:rPr lang="en-US" sz="2800" dirty="0" err="1"/>
              <a:t>তাপমাত্রা</a:t>
            </a:r>
            <a:r>
              <a:rPr lang="en-US" sz="2800" dirty="0"/>
              <a:t>, </a:t>
            </a:r>
            <a:r>
              <a:rPr lang="en-US" sz="2800" dirty="0" err="1"/>
              <a:t>আদ্রতা</a:t>
            </a:r>
            <a:r>
              <a:rPr lang="en-US" sz="2800" dirty="0"/>
              <a:t> </a:t>
            </a:r>
            <a:r>
              <a:rPr lang="en-US" sz="2800" dirty="0" err="1"/>
              <a:t>ইত্যাদি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7698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49" y="408371"/>
            <a:ext cx="10571998" cy="1339571"/>
          </a:xfrm>
        </p:spPr>
        <p:txBody>
          <a:bodyPr/>
          <a:lstStyle/>
          <a:p>
            <a:r>
              <a:rPr lang="en-US" dirty="0" err="1"/>
              <a:t>কৃষি</a:t>
            </a:r>
            <a:r>
              <a:rPr lang="en-US" dirty="0"/>
              <a:t> </a:t>
            </a:r>
            <a:r>
              <a:rPr lang="en-US" dirty="0" err="1"/>
              <a:t>জলবায়ুর</a:t>
            </a:r>
            <a:r>
              <a:rPr lang="en-US" dirty="0"/>
              <a:t> </a:t>
            </a:r>
            <a:r>
              <a:rPr lang="en-US" dirty="0" err="1"/>
              <a:t>প্রকারভেদ</a:t>
            </a:r>
            <a:br>
              <a:rPr lang="en-US" dirty="0"/>
            </a:b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398352" y="2204188"/>
            <a:ext cx="100493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সমভাবাপন্ন</a:t>
            </a:r>
            <a:r>
              <a:rPr lang="en-US" sz="2800" dirty="0"/>
              <a:t> (Equable)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চরমভাবাপন্ন</a:t>
            </a:r>
            <a:r>
              <a:rPr lang="en-US" sz="2800" dirty="0"/>
              <a:t> (Extreme)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আদ্র</a:t>
            </a:r>
            <a:r>
              <a:rPr lang="en-US" sz="2800" dirty="0"/>
              <a:t> (Humid/Moist)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নাতিশীতোষ্ণ</a:t>
            </a:r>
            <a:r>
              <a:rPr lang="en-US" sz="2800" dirty="0"/>
              <a:t> (Temperate)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মহাদেশীয়</a:t>
            </a:r>
            <a:r>
              <a:rPr lang="en-US" sz="2800" dirty="0"/>
              <a:t> (Continental)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সামুদ্রিক</a:t>
            </a:r>
            <a:r>
              <a:rPr lang="en-US" sz="2800" dirty="0"/>
              <a:t> (Marine)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ব্যাপক</a:t>
            </a:r>
            <a:r>
              <a:rPr lang="en-US" sz="2800" dirty="0"/>
              <a:t> (Macro)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ব্যাষ্টিক</a:t>
            </a:r>
            <a:r>
              <a:rPr lang="en-US" sz="2800" dirty="0"/>
              <a:t> (Micro)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83218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দিবাদৈর্ঘের</a:t>
            </a:r>
            <a:r>
              <a:rPr lang="en-US" dirty="0"/>
              <a:t> উপর </a:t>
            </a:r>
            <a:r>
              <a:rPr lang="en-US" dirty="0" err="1"/>
              <a:t>ভিত্তি</a:t>
            </a:r>
            <a:r>
              <a:rPr lang="en-US" dirty="0"/>
              <a:t> </a:t>
            </a:r>
            <a:r>
              <a:rPr lang="en-US" dirty="0" err="1"/>
              <a:t>করে</a:t>
            </a:r>
            <a:r>
              <a:rPr lang="en-US" dirty="0"/>
              <a:t> </a:t>
            </a:r>
            <a:r>
              <a:rPr lang="en-US" dirty="0" err="1"/>
              <a:t>উদ্ভিদের</a:t>
            </a:r>
            <a:r>
              <a:rPr lang="en-US" dirty="0"/>
              <a:t> </a:t>
            </a:r>
            <a:r>
              <a:rPr lang="en-US" dirty="0" err="1"/>
              <a:t>প্রকারভেদ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24A1A4-E075-F5FB-8E4E-25DC21A54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9351269"/>
              </p:ext>
            </p:extLst>
          </p:nvPr>
        </p:nvGraphicFramePr>
        <p:xfrm>
          <a:off x="334978" y="1955549"/>
          <a:ext cx="11522044" cy="4209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90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49" y="408371"/>
            <a:ext cx="10571998" cy="1339571"/>
          </a:xfrm>
        </p:spPr>
        <p:txBody>
          <a:bodyPr/>
          <a:lstStyle/>
          <a:p>
            <a:r>
              <a:rPr lang="en-US" dirty="0" err="1"/>
              <a:t>সংকট</a:t>
            </a:r>
            <a:r>
              <a:rPr lang="en-US" dirty="0"/>
              <a:t> </a:t>
            </a:r>
            <a:r>
              <a:rPr lang="en-US" dirty="0" err="1"/>
              <a:t>সময়</a:t>
            </a:r>
            <a:r>
              <a:rPr lang="en-US" dirty="0"/>
              <a:t> (Critical Time/Day Length) ও </a:t>
            </a:r>
            <a:r>
              <a:rPr lang="en-US" dirty="0" err="1"/>
              <a:t>কার্ডিনাল</a:t>
            </a:r>
            <a:r>
              <a:rPr lang="en-US" dirty="0"/>
              <a:t> </a:t>
            </a:r>
            <a:r>
              <a:rPr lang="en-US" dirty="0" err="1"/>
              <a:t>তাপমাত্রার</a:t>
            </a:r>
            <a:r>
              <a:rPr lang="en-US" dirty="0"/>
              <a:t> </a:t>
            </a:r>
            <a:r>
              <a:rPr lang="en-US" dirty="0" err="1"/>
              <a:t>পরিচয়</a:t>
            </a:r>
            <a:r>
              <a:rPr lang="en-US" dirty="0"/>
              <a:t> 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389298" y="2711182"/>
            <a:ext cx="10049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যে</a:t>
            </a:r>
            <a:r>
              <a:rPr lang="en-US" sz="2800" dirty="0"/>
              <a:t> </a:t>
            </a:r>
            <a:r>
              <a:rPr lang="en-US" sz="2800" dirty="0" err="1"/>
              <a:t>দিনের</a:t>
            </a:r>
            <a:r>
              <a:rPr lang="en-US" sz="2800" dirty="0"/>
              <a:t> </a:t>
            </a:r>
            <a:r>
              <a:rPr lang="en-US" sz="2800" dirty="0" err="1"/>
              <a:t>দৈর্ঘের</a:t>
            </a:r>
            <a:r>
              <a:rPr lang="en-US" sz="2800" dirty="0"/>
              <a:t> </a:t>
            </a:r>
            <a:r>
              <a:rPr lang="en-US" sz="2800" dirty="0" err="1"/>
              <a:t>উপরে</a:t>
            </a:r>
            <a:r>
              <a:rPr lang="en-US" sz="2800" dirty="0"/>
              <a:t>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নিচে</a:t>
            </a:r>
            <a:r>
              <a:rPr lang="en-US" sz="2800" dirty="0"/>
              <a:t> </a:t>
            </a:r>
            <a:r>
              <a:rPr lang="en-US" sz="2800" dirty="0" err="1"/>
              <a:t>গেলে</a:t>
            </a:r>
            <a:r>
              <a:rPr lang="en-US" sz="2800" dirty="0"/>
              <a:t> </a:t>
            </a:r>
            <a:r>
              <a:rPr lang="en-US" sz="2800" dirty="0" err="1"/>
              <a:t>কোন</a:t>
            </a:r>
            <a:r>
              <a:rPr lang="en-US" sz="2800" dirty="0"/>
              <a:t> </a:t>
            </a:r>
            <a:r>
              <a:rPr lang="en-US" sz="2800" dirty="0" err="1"/>
              <a:t>একটি</a:t>
            </a:r>
            <a:r>
              <a:rPr lang="en-US" sz="2800" dirty="0"/>
              <a:t> </a:t>
            </a:r>
            <a:r>
              <a:rPr lang="en-US" sz="2800" dirty="0" err="1"/>
              <a:t>উদ্ভিদের</a:t>
            </a:r>
            <a:r>
              <a:rPr lang="en-US" sz="2800" dirty="0"/>
              <a:t> </a:t>
            </a:r>
            <a:r>
              <a:rPr lang="en-US" sz="2800" dirty="0" err="1"/>
              <a:t>ফুল</a:t>
            </a:r>
            <a:r>
              <a:rPr lang="en-US" sz="2800" dirty="0"/>
              <a:t> </a:t>
            </a:r>
            <a:r>
              <a:rPr lang="en-US" sz="2800" dirty="0" err="1"/>
              <a:t>ধারণ</a:t>
            </a:r>
            <a:r>
              <a:rPr lang="en-US" sz="2800" dirty="0"/>
              <a:t> </a:t>
            </a:r>
            <a:r>
              <a:rPr lang="en-US" sz="2800" dirty="0" err="1"/>
              <a:t>প্রভাবিত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</a:t>
            </a:r>
            <a:r>
              <a:rPr lang="en-US" sz="2800" dirty="0" err="1"/>
              <a:t>তাকে</a:t>
            </a:r>
            <a:r>
              <a:rPr lang="en-US" sz="2800" dirty="0"/>
              <a:t> </a:t>
            </a:r>
            <a:r>
              <a:rPr lang="en-US" sz="2800" dirty="0" err="1"/>
              <a:t>সংকট</a:t>
            </a:r>
            <a:r>
              <a:rPr lang="en-US" sz="2800" dirty="0"/>
              <a:t> </a:t>
            </a:r>
            <a:r>
              <a:rPr lang="en-US" sz="2800" dirty="0" err="1"/>
              <a:t>সময়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 </a:t>
            </a:r>
            <a:r>
              <a:rPr lang="en-US" sz="2800" dirty="0" err="1">
                <a:solidFill>
                  <a:schemeClr val="accent3"/>
                </a:solidFill>
              </a:rPr>
              <a:t>সংকট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সময়</a:t>
            </a:r>
            <a:r>
              <a:rPr lang="en-US" sz="2800" dirty="0">
                <a:solidFill>
                  <a:schemeClr val="accent3"/>
                </a:solidFill>
              </a:rPr>
              <a:t> হল ১২ </a:t>
            </a:r>
            <a:r>
              <a:rPr lang="en-US" sz="2800" dirty="0" err="1">
                <a:solidFill>
                  <a:schemeClr val="accent3"/>
                </a:solidFill>
              </a:rPr>
              <a:t>ঘন্টা</a:t>
            </a:r>
            <a:r>
              <a:rPr lang="en-US" sz="2800" dirty="0">
                <a:solidFill>
                  <a:schemeClr val="accent3"/>
                </a:solidFill>
              </a:rPr>
              <a:t> ।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accent3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কোন</a:t>
            </a:r>
            <a:r>
              <a:rPr lang="en-US" sz="2800" dirty="0"/>
              <a:t> </a:t>
            </a:r>
            <a:r>
              <a:rPr lang="en-US" sz="2800" dirty="0" err="1"/>
              <a:t>ফসলের</a:t>
            </a:r>
            <a:r>
              <a:rPr lang="en-US" sz="2800" dirty="0"/>
              <a:t> </a:t>
            </a:r>
            <a:r>
              <a:rPr lang="en-US" sz="2800" dirty="0" err="1"/>
              <a:t>বৃদ্ধির</a:t>
            </a:r>
            <a:r>
              <a:rPr lang="en-US" sz="2800" dirty="0"/>
              <a:t> </a:t>
            </a:r>
            <a:r>
              <a:rPr lang="en-US" sz="2800" dirty="0" err="1"/>
              <a:t>জন্য</a:t>
            </a:r>
            <a:r>
              <a:rPr lang="en-US" sz="2800" dirty="0"/>
              <a:t> </a:t>
            </a:r>
            <a:r>
              <a:rPr lang="en-US" sz="2800" dirty="0" err="1"/>
              <a:t>সর্বোচ্চ</a:t>
            </a:r>
            <a:r>
              <a:rPr lang="en-US" sz="2800" dirty="0"/>
              <a:t>, </a:t>
            </a:r>
            <a:r>
              <a:rPr lang="en-US" sz="2800" dirty="0" err="1"/>
              <a:t>সর্বনিম্ন</a:t>
            </a:r>
            <a:r>
              <a:rPr lang="en-US" sz="2800" dirty="0"/>
              <a:t> ও </a:t>
            </a:r>
            <a:r>
              <a:rPr lang="en-US" sz="2800" dirty="0" err="1"/>
              <a:t>সর্বোত্তম</a:t>
            </a:r>
            <a:r>
              <a:rPr lang="en-US" sz="2800" dirty="0"/>
              <a:t> </a:t>
            </a:r>
            <a:r>
              <a:rPr lang="en-US" sz="2800" dirty="0" err="1"/>
              <a:t>তাপমাত্রাকে</a:t>
            </a:r>
            <a:r>
              <a:rPr lang="en-US" sz="2800" dirty="0"/>
              <a:t> </a:t>
            </a:r>
            <a:r>
              <a:rPr lang="en-US" sz="2800" dirty="0" err="1"/>
              <a:t>একত্রে</a:t>
            </a:r>
            <a:r>
              <a:rPr lang="en-US" sz="2800" dirty="0"/>
              <a:t> </a:t>
            </a:r>
            <a:r>
              <a:rPr lang="en-US" sz="2800" dirty="0" err="1"/>
              <a:t>কার্ডিনাল</a:t>
            </a:r>
            <a:r>
              <a:rPr lang="en-US" sz="2800" dirty="0"/>
              <a:t> </a:t>
            </a:r>
            <a:r>
              <a:rPr lang="en-US" sz="2800" dirty="0" err="1"/>
              <a:t>তাপমাত্রা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3411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ফসল</a:t>
            </a:r>
            <a:r>
              <a:rPr lang="en-US" dirty="0"/>
              <a:t>, </a:t>
            </a:r>
            <a:r>
              <a:rPr lang="en-US" dirty="0" err="1"/>
              <a:t>গবাদি</a:t>
            </a:r>
            <a:r>
              <a:rPr lang="en-US" dirty="0"/>
              <a:t> </a:t>
            </a:r>
            <a:r>
              <a:rPr lang="en-US" dirty="0" err="1"/>
              <a:t>পশু</a:t>
            </a:r>
            <a:r>
              <a:rPr lang="en-US" dirty="0"/>
              <a:t> ও </a:t>
            </a:r>
            <a:r>
              <a:rPr lang="en-US" dirty="0" err="1"/>
              <a:t>পাখির</a:t>
            </a:r>
            <a:r>
              <a:rPr lang="en-US" dirty="0"/>
              <a:t> উপর </a:t>
            </a:r>
            <a:r>
              <a:rPr lang="en-US" dirty="0" err="1"/>
              <a:t>জলবায়ুর</a:t>
            </a:r>
            <a:r>
              <a:rPr lang="en-US" dirty="0"/>
              <a:t> </a:t>
            </a:r>
            <a:r>
              <a:rPr lang="en-US" dirty="0" err="1"/>
              <a:t>প্রভাব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মাঠ</a:t>
            </a:r>
            <a:r>
              <a:rPr lang="en-US" sz="2800" dirty="0"/>
              <a:t> ও </a:t>
            </a:r>
            <a:r>
              <a:rPr lang="en-US" sz="2800" dirty="0" err="1"/>
              <a:t>উদ্যান</a:t>
            </a:r>
            <a:r>
              <a:rPr lang="en-US" sz="2800" dirty="0"/>
              <a:t> </a:t>
            </a:r>
            <a:r>
              <a:rPr lang="en-US" sz="2800" dirty="0" err="1"/>
              <a:t>ফসলের</a:t>
            </a:r>
            <a:r>
              <a:rPr lang="en-US" sz="2800" dirty="0"/>
              <a:t> উপর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তাপমাত্রার</a:t>
            </a:r>
            <a:r>
              <a:rPr lang="en-US" sz="2800" dirty="0"/>
              <a:t>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বৃষ্টিপাতের</a:t>
            </a:r>
            <a:r>
              <a:rPr lang="en-US" sz="2800" dirty="0"/>
              <a:t>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বনায়নের</a:t>
            </a:r>
            <a:r>
              <a:rPr lang="en-US" sz="2800" dirty="0"/>
              <a:t> উপর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গবাদিপশুর</a:t>
            </a:r>
            <a:r>
              <a:rPr lang="en-US" sz="2800" dirty="0"/>
              <a:t> উপর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পাখির</a:t>
            </a:r>
            <a:r>
              <a:rPr lang="en-US" sz="2800" dirty="0"/>
              <a:t> উপর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মাৎস্য</a:t>
            </a:r>
            <a:r>
              <a:rPr lang="en-US" sz="2800" dirty="0"/>
              <a:t> </a:t>
            </a:r>
            <a:r>
              <a:rPr lang="en-US" sz="2800" dirty="0" err="1"/>
              <a:t>চাষের</a:t>
            </a:r>
            <a:r>
              <a:rPr lang="en-US" sz="2800" dirty="0"/>
              <a:t> উপর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1283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মাঠ</a:t>
            </a:r>
            <a:r>
              <a:rPr lang="en-US" dirty="0"/>
              <a:t> ও </a:t>
            </a:r>
            <a:r>
              <a:rPr lang="en-US" dirty="0" err="1"/>
              <a:t>উদ্যান</a:t>
            </a:r>
            <a:r>
              <a:rPr lang="en-US" dirty="0"/>
              <a:t> </a:t>
            </a:r>
            <a:r>
              <a:rPr lang="en-US" dirty="0" err="1"/>
              <a:t>ফসলের</a:t>
            </a:r>
            <a:r>
              <a:rPr lang="en-US" dirty="0"/>
              <a:t> উপর </a:t>
            </a:r>
            <a:r>
              <a:rPr lang="en-US" dirty="0" err="1"/>
              <a:t>প্রভাব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তাপমাত্রার</a:t>
            </a:r>
            <a:r>
              <a:rPr lang="en-US" sz="2800" dirty="0"/>
              <a:t>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 err="1"/>
              <a:t>উষ্ণ</a:t>
            </a:r>
            <a:r>
              <a:rPr lang="en-US" sz="2000" dirty="0"/>
              <a:t> ও </a:t>
            </a:r>
            <a:r>
              <a:rPr lang="en-US" sz="2000" dirty="0" err="1"/>
              <a:t>আদ্র</a:t>
            </a:r>
            <a:r>
              <a:rPr lang="en-US" sz="2000" dirty="0"/>
              <a:t> </a:t>
            </a:r>
            <a:r>
              <a:rPr lang="en-US" sz="2000" dirty="0" err="1"/>
              <a:t>আবহাওয়ার</a:t>
            </a:r>
            <a:r>
              <a:rPr lang="en-US" sz="2000" dirty="0"/>
              <a:t> </a:t>
            </a:r>
            <a:r>
              <a:rPr lang="en-US" sz="2000" dirty="0" err="1"/>
              <a:t>কারণে</a:t>
            </a:r>
            <a:r>
              <a:rPr lang="en-US" sz="2000" dirty="0"/>
              <a:t> আম, </a:t>
            </a:r>
            <a:r>
              <a:rPr lang="en-US" sz="2000" dirty="0" err="1"/>
              <a:t>পেপে</a:t>
            </a:r>
            <a:r>
              <a:rPr lang="en-US" sz="2000" dirty="0"/>
              <a:t>, </a:t>
            </a:r>
            <a:r>
              <a:rPr lang="en-US" sz="2000" dirty="0" err="1"/>
              <a:t>আনারস</a:t>
            </a:r>
            <a:r>
              <a:rPr lang="en-US" sz="2000" dirty="0"/>
              <a:t>, </a:t>
            </a:r>
            <a:r>
              <a:rPr lang="en-US" sz="2000" dirty="0" err="1"/>
              <a:t>পাঠ</a:t>
            </a:r>
            <a:r>
              <a:rPr lang="en-US" sz="2000" dirty="0"/>
              <a:t>, </a:t>
            </a:r>
            <a:r>
              <a:rPr lang="en-US" sz="2000" dirty="0" err="1"/>
              <a:t>লিচু</a:t>
            </a:r>
            <a:r>
              <a:rPr lang="en-US" sz="2000" dirty="0"/>
              <a:t> </a:t>
            </a:r>
            <a:r>
              <a:rPr lang="en-US" sz="2000" dirty="0" err="1"/>
              <a:t>ভালো</a:t>
            </a:r>
            <a:r>
              <a:rPr lang="en-US" sz="2000" dirty="0"/>
              <a:t> </a:t>
            </a:r>
            <a:r>
              <a:rPr lang="en-US" sz="2000" dirty="0" err="1"/>
              <a:t>জন্মে</a:t>
            </a:r>
            <a:endParaRPr lang="en-US" sz="2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 err="1"/>
              <a:t>শীতকালে</a:t>
            </a:r>
            <a:r>
              <a:rPr lang="en-US" sz="2000" dirty="0"/>
              <a:t> </a:t>
            </a:r>
            <a:r>
              <a:rPr lang="en-US" sz="2000" dirty="0" err="1"/>
              <a:t>নিম্ন</a:t>
            </a:r>
            <a:r>
              <a:rPr lang="en-US" sz="2000" dirty="0"/>
              <a:t> </a:t>
            </a:r>
            <a:r>
              <a:rPr lang="en-US" sz="2000" dirty="0" err="1"/>
              <a:t>তাপমাত্রায়</a:t>
            </a:r>
            <a:r>
              <a:rPr lang="en-US" sz="2000" dirty="0"/>
              <a:t> </a:t>
            </a:r>
            <a:r>
              <a:rPr lang="en-US" sz="2000" dirty="0" err="1"/>
              <a:t>গম</a:t>
            </a:r>
            <a:r>
              <a:rPr lang="en-US" sz="2000" dirty="0"/>
              <a:t> </a:t>
            </a:r>
            <a:r>
              <a:rPr lang="en-US" sz="2000" dirty="0" err="1"/>
              <a:t>ভালো</a:t>
            </a:r>
            <a:r>
              <a:rPr lang="en-US" sz="2000" dirty="0"/>
              <a:t> </a:t>
            </a:r>
            <a:r>
              <a:rPr lang="en-US" sz="2000" dirty="0" err="1"/>
              <a:t>জন্মে</a:t>
            </a:r>
            <a:endParaRPr lang="en-US" sz="2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 err="1"/>
              <a:t>ফসল</a:t>
            </a:r>
            <a:r>
              <a:rPr lang="en-US" sz="2000" dirty="0"/>
              <a:t> </a:t>
            </a:r>
            <a:r>
              <a:rPr lang="en-US" sz="2000" dirty="0" err="1"/>
              <a:t>পাকা</a:t>
            </a:r>
            <a:r>
              <a:rPr lang="en-US" sz="2000" dirty="0"/>
              <a:t> </a:t>
            </a:r>
            <a:r>
              <a:rPr lang="en-US" sz="2000" dirty="0" err="1"/>
              <a:t>তাপমাত্রার</a:t>
            </a:r>
            <a:r>
              <a:rPr lang="en-US" sz="2000" dirty="0"/>
              <a:t> উপর </a:t>
            </a:r>
            <a:r>
              <a:rPr lang="en-US" sz="2000" dirty="0" err="1"/>
              <a:t>নির্ভরশীল</a:t>
            </a:r>
            <a:r>
              <a:rPr lang="en-US" sz="2000" dirty="0"/>
              <a:t> </a:t>
            </a:r>
          </a:p>
          <a:p>
            <a:pPr lvl="1"/>
            <a:endParaRPr lang="en-US" sz="20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বৃষ্টিপাতের</a:t>
            </a:r>
            <a:r>
              <a:rPr lang="en-US" sz="2800" dirty="0"/>
              <a:t> </a:t>
            </a:r>
            <a:r>
              <a:rPr lang="en-US" sz="2800" dirty="0" err="1"/>
              <a:t>প্রভাব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বর্ষাকালে</a:t>
            </a:r>
            <a:r>
              <a:rPr lang="en-US" dirty="0"/>
              <a:t> </a:t>
            </a:r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জমিতে</a:t>
            </a:r>
            <a:r>
              <a:rPr lang="en-US" dirty="0"/>
              <a:t> </a:t>
            </a:r>
            <a:r>
              <a:rPr lang="en-US" dirty="0" err="1"/>
              <a:t>সেচের</a:t>
            </a:r>
            <a:r>
              <a:rPr lang="en-US" dirty="0"/>
              <a:t> </a:t>
            </a:r>
            <a:r>
              <a:rPr lang="en-US" dirty="0" err="1"/>
              <a:t>প্রয়োজন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</a:t>
            </a:r>
            <a:r>
              <a:rPr lang="en-US" dirty="0" err="1"/>
              <a:t>না</a:t>
            </a:r>
            <a:r>
              <a:rPr lang="en-US" dirty="0"/>
              <a:t>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বৃষ্টিপাত</a:t>
            </a:r>
            <a:r>
              <a:rPr lang="en-US" dirty="0"/>
              <a:t> </a:t>
            </a:r>
            <a:r>
              <a:rPr lang="en-US" dirty="0" err="1"/>
              <a:t>থাকার</a:t>
            </a:r>
            <a:r>
              <a:rPr lang="en-US" dirty="0"/>
              <a:t> </a:t>
            </a:r>
            <a:r>
              <a:rPr lang="en-US" dirty="0" err="1"/>
              <a:t>কারনে</a:t>
            </a:r>
            <a:r>
              <a:rPr lang="en-US" dirty="0"/>
              <a:t> </a:t>
            </a:r>
            <a:r>
              <a:rPr lang="en-US" dirty="0" err="1"/>
              <a:t>দেশে</a:t>
            </a:r>
            <a:r>
              <a:rPr lang="en-US" dirty="0"/>
              <a:t> </a:t>
            </a:r>
            <a:r>
              <a:rPr lang="en-US" dirty="0" err="1"/>
              <a:t>পাঠ</a:t>
            </a:r>
            <a:r>
              <a:rPr lang="en-US" dirty="0"/>
              <a:t> </a:t>
            </a:r>
            <a:r>
              <a:rPr lang="en-US" dirty="0" err="1"/>
              <a:t>ভালো</a:t>
            </a:r>
            <a:r>
              <a:rPr lang="en-US" dirty="0"/>
              <a:t> </a:t>
            </a:r>
            <a:r>
              <a:rPr lang="en-US" dirty="0" err="1"/>
              <a:t>জন্মে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তুলা</a:t>
            </a:r>
            <a:r>
              <a:rPr lang="en-US" dirty="0"/>
              <a:t> ও </a:t>
            </a:r>
            <a:r>
              <a:rPr lang="en-US" dirty="0" err="1"/>
              <a:t>আখ</a:t>
            </a:r>
            <a:r>
              <a:rPr lang="en-US" dirty="0"/>
              <a:t> </a:t>
            </a:r>
            <a:r>
              <a:rPr lang="en-US" dirty="0" err="1"/>
              <a:t>গাছের</a:t>
            </a:r>
            <a:r>
              <a:rPr lang="en-US" dirty="0"/>
              <a:t> </a:t>
            </a:r>
            <a:r>
              <a:rPr lang="en-US" dirty="0" err="1"/>
              <a:t>জন্য</a:t>
            </a:r>
            <a:r>
              <a:rPr lang="en-US" dirty="0"/>
              <a:t> </a:t>
            </a:r>
            <a:r>
              <a:rPr lang="en-US" dirty="0" err="1"/>
              <a:t>মাঝারী</a:t>
            </a:r>
            <a:r>
              <a:rPr lang="en-US" dirty="0"/>
              <a:t> </a:t>
            </a:r>
            <a:r>
              <a:rPr lang="en-US" dirty="0" err="1"/>
              <a:t>বৃষ্টিপাত</a:t>
            </a:r>
            <a:r>
              <a:rPr lang="en-US" dirty="0"/>
              <a:t> </a:t>
            </a:r>
            <a:r>
              <a:rPr lang="en-US" dirty="0" err="1"/>
              <a:t>প্রয়োজন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ফসল</a:t>
            </a:r>
            <a:r>
              <a:rPr lang="en-US" dirty="0"/>
              <a:t> </a:t>
            </a:r>
            <a:r>
              <a:rPr lang="en-US" dirty="0" err="1"/>
              <a:t>পাকার</a:t>
            </a:r>
            <a:r>
              <a:rPr lang="en-US" dirty="0"/>
              <a:t> পর </a:t>
            </a:r>
            <a:r>
              <a:rPr lang="en-US" dirty="0" err="1"/>
              <a:t>বৃষ্টিপাত</a:t>
            </a:r>
            <a:r>
              <a:rPr lang="en-US" dirty="0"/>
              <a:t> </a:t>
            </a:r>
            <a:r>
              <a:rPr lang="en-US" dirty="0" err="1"/>
              <a:t>হলে</a:t>
            </a:r>
            <a:r>
              <a:rPr lang="en-US" dirty="0"/>
              <a:t> </a:t>
            </a:r>
            <a:r>
              <a:rPr lang="en-US" dirty="0" err="1"/>
              <a:t>ফসল</a:t>
            </a:r>
            <a:r>
              <a:rPr lang="en-US" dirty="0"/>
              <a:t> </a:t>
            </a:r>
            <a:r>
              <a:rPr lang="en-US" dirty="0" err="1"/>
              <a:t>নষ্ট</a:t>
            </a:r>
            <a:r>
              <a:rPr lang="en-US" dirty="0"/>
              <a:t> </a:t>
            </a:r>
            <a:r>
              <a:rPr lang="en-US" dirty="0" err="1"/>
              <a:t>হতে</a:t>
            </a:r>
            <a:r>
              <a:rPr lang="en-US" dirty="0"/>
              <a:t> </a:t>
            </a:r>
            <a:r>
              <a:rPr lang="en-US" dirty="0" err="1"/>
              <a:t>পারে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1319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বনায়নের</a:t>
            </a:r>
            <a:r>
              <a:rPr lang="en-US" dirty="0"/>
              <a:t> উপর </a:t>
            </a:r>
            <a:r>
              <a:rPr lang="en-US" dirty="0" err="1"/>
              <a:t>প্রভাব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জোয়ার</a:t>
            </a:r>
            <a:r>
              <a:rPr lang="en-US" sz="2800" dirty="0"/>
              <a:t> </a:t>
            </a:r>
            <a:r>
              <a:rPr lang="en-US" sz="2800" dirty="0" err="1"/>
              <a:t>ভাটার</a:t>
            </a:r>
            <a:r>
              <a:rPr lang="en-US" sz="2800" dirty="0"/>
              <a:t> </a:t>
            </a:r>
            <a:r>
              <a:rPr lang="en-US" sz="2800" dirty="0" err="1"/>
              <a:t>কারণে</a:t>
            </a:r>
            <a:r>
              <a:rPr lang="en-US" sz="2800" dirty="0"/>
              <a:t> </a:t>
            </a:r>
            <a:r>
              <a:rPr lang="en-US" sz="2800" dirty="0" err="1"/>
              <a:t>লবনাক্ত</a:t>
            </a:r>
            <a:r>
              <a:rPr lang="en-US" sz="2800" dirty="0"/>
              <a:t>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ম্যানগ্রোভ</a:t>
            </a:r>
            <a:r>
              <a:rPr lang="en-US" sz="2800" dirty="0"/>
              <a:t> </a:t>
            </a:r>
            <a:r>
              <a:rPr lang="en-US" sz="2800" dirty="0" err="1"/>
              <a:t>বন</a:t>
            </a:r>
            <a:r>
              <a:rPr lang="en-US" sz="2800" dirty="0"/>
              <a:t> </a:t>
            </a:r>
            <a:r>
              <a:rPr lang="en-US" sz="2800" dirty="0" err="1"/>
              <a:t>সৃষ্টি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।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বেশী</a:t>
            </a:r>
            <a:r>
              <a:rPr lang="en-US" sz="2800" dirty="0"/>
              <a:t> </a:t>
            </a:r>
            <a:r>
              <a:rPr lang="en-US" sz="2800" dirty="0" err="1"/>
              <a:t>আদ্রতা</a:t>
            </a:r>
            <a:r>
              <a:rPr lang="en-US" sz="2800" dirty="0"/>
              <a:t> ও </a:t>
            </a:r>
            <a:r>
              <a:rPr lang="en-US" sz="2800" dirty="0" err="1"/>
              <a:t>বৃষ্টিপাত</a:t>
            </a:r>
            <a:r>
              <a:rPr lang="en-US" sz="2800" dirty="0"/>
              <a:t> </a:t>
            </a:r>
            <a:r>
              <a:rPr lang="en-US" sz="2800" dirty="0" err="1"/>
              <a:t>পায়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 </a:t>
            </a:r>
            <a:r>
              <a:rPr lang="en-US" sz="2800" dirty="0" err="1"/>
              <a:t>গড়ে</a:t>
            </a:r>
            <a:r>
              <a:rPr lang="en-US" sz="2800" dirty="0"/>
              <a:t> </a:t>
            </a:r>
            <a:r>
              <a:rPr lang="en-US" sz="2800" dirty="0" err="1"/>
              <a:t>উঠে</a:t>
            </a:r>
            <a:r>
              <a:rPr lang="en-US" sz="2800" dirty="0"/>
              <a:t> </a:t>
            </a:r>
            <a:r>
              <a:rPr lang="en-US" sz="2800" dirty="0" err="1"/>
              <a:t>চিরহরি</a:t>
            </a:r>
            <a:r>
              <a:rPr lang="en-US" sz="2800" dirty="0"/>
              <a:t>ৎ </a:t>
            </a:r>
            <a:r>
              <a:rPr lang="en-US" sz="2800" dirty="0" err="1"/>
              <a:t>বন</a:t>
            </a:r>
            <a:r>
              <a:rPr lang="en-US" sz="2800" dirty="0"/>
              <a:t> </a:t>
            </a:r>
            <a:r>
              <a:rPr lang="en-US" sz="2800" dirty="0" err="1"/>
              <a:t>যা</a:t>
            </a:r>
            <a:r>
              <a:rPr lang="en-US" sz="2800" dirty="0"/>
              <a:t> </a:t>
            </a:r>
            <a:r>
              <a:rPr lang="en-US" sz="2800" dirty="0" err="1"/>
              <a:t>পাহাড়ী</a:t>
            </a:r>
            <a:r>
              <a:rPr lang="en-US" sz="2800" dirty="0"/>
              <a:t> </a:t>
            </a:r>
            <a:r>
              <a:rPr lang="en-US" sz="2800" dirty="0" err="1"/>
              <a:t>অঞ্চলে</a:t>
            </a:r>
            <a:r>
              <a:rPr lang="en-US" sz="2800" dirty="0"/>
              <a:t> </a:t>
            </a:r>
            <a:r>
              <a:rPr lang="en-US" sz="2800" dirty="0" err="1"/>
              <a:t>অবস্থিত</a:t>
            </a:r>
            <a:r>
              <a:rPr lang="en-US" sz="28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শীতকালে</a:t>
            </a:r>
            <a:r>
              <a:rPr lang="en-US" sz="2800" dirty="0"/>
              <a:t> </a:t>
            </a:r>
            <a:r>
              <a:rPr lang="en-US" sz="2800" dirty="0" err="1"/>
              <a:t>বৃষ্টিপাত</a:t>
            </a:r>
            <a:r>
              <a:rPr lang="en-US" sz="2800" dirty="0"/>
              <a:t> </a:t>
            </a:r>
            <a:r>
              <a:rPr lang="en-US" sz="2800" dirty="0" err="1"/>
              <a:t>কমে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 </a:t>
            </a:r>
            <a:r>
              <a:rPr lang="en-US" sz="2800" dirty="0" err="1"/>
              <a:t>বরেন্দ্র</a:t>
            </a:r>
            <a:r>
              <a:rPr lang="en-US" sz="2800" dirty="0"/>
              <a:t> </a:t>
            </a:r>
            <a:r>
              <a:rPr lang="en-US" sz="2800" dirty="0" err="1"/>
              <a:t>অঞ্চলে</a:t>
            </a:r>
            <a:r>
              <a:rPr lang="en-US" sz="2800" dirty="0"/>
              <a:t> </a:t>
            </a:r>
            <a:r>
              <a:rPr lang="en-US" sz="2800" dirty="0" err="1"/>
              <a:t>পত্রপতনশীল</a:t>
            </a:r>
            <a:r>
              <a:rPr lang="en-US" sz="2800" dirty="0"/>
              <a:t> </a:t>
            </a:r>
            <a:r>
              <a:rPr lang="en-US" sz="2800" dirty="0" err="1"/>
              <a:t>বৃক্ষ</a:t>
            </a:r>
            <a:r>
              <a:rPr lang="en-US" sz="2800" dirty="0"/>
              <a:t> </a:t>
            </a:r>
            <a:r>
              <a:rPr lang="en-US" sz="2800" dirty="0" err="1"/>
              <a:t>দেখা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চারা</a:t>
            </a:r>
            <a:r>
              <a:rPr lang="en-US" sz="2800" dirty="0"/>
              <a:t> </a:t>
            </a:r>
            <a:r>
              <a:rPr lang="en-US" sz="2800" dirty="0" err="1"/>
              <a:t>গজানোর</a:t>
            </a:r>
            <a:r>
              <a:rPr lang="en-US" sz="2800" dirty="0"/>
              <a:t> </a:t>
            </a:r>
            <a:r>
              <a:rPr lang="en-US" sz="2800" dirty="0" err="1"/>
              <a:t>জন্য</a:t>
            </a:r>
            <a:r>
              <a:rPr lang="en-US" sz="2800" dirty="0"/>
              <a:t> </a:t>
            </a:r>
            <a:r>
              <a:rPr lang="en-US" sz="2800" dirty="0" err="1"/>
              <a:t>বৃষ্টিপাত</a:t>
            </a:r>
            <a:r>
              <a:rPr lang="en-US" sz="2800" dirty="0"/>
              <a:t> </a:t>
            </a:r>
            <a:r>
              <a:rPr lang="en-US" sz="2800" dirty="0" err="1"/>
              <a:t>প্রয়োজন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বনায়নের</a:t>
            </a:r>
            <a:r>
              <a:rPr lang="en-US" sz="2800" dirty="0"/>
              <a:t> </a:t>
            </a:r>
            <a:r>
              <a:rPr lang="en-US" sz="2800" dirty="0" err="1"/>
              <a:t>উত্তম</a:t>
            </a:r>
            <a:r>
              <a:rPr lang="en-US" sz="2800" dirty="0"/>
              <a:t> </a:t>
            </a:r>
            <a:r>
              <a:rPr lang="en-US" sz="2800" dirty="0" err="1"/>
              <a:t>সময়</a:t>
            </a:r>
            <a:r>
              <a:rPr lang="en-US" sz="2800" dirty="0"/>
              <a:t> </a:t>
            </a:r>
            <a:r>
              <a:rPr lang="en-US" sz="2800" dirty="0" err="1"/>
              <a:t>বর্ষার</a:t>
            </a:r>
            <a:r>
              <a:rPr lang="en-US" sz="2800" dirty="0"/>
              <a:t> </a:t>
            </a:r>
            <a:r>
              <a:rPr lang="en-US" sz="2800" dirty="0" err="1"/>
              <a:t>প্রারম্ভে</a:t>
            </a:r>
            <a:r>
              <a:rPr lang="en-US" sz="2800" dirty="0"/>
              <a:t> </a:t>
            </a:r>
            <a:r>
              <a:rPr lang="en-US" sz="2800" dirty="0" err="1"/>
              <a:t>শুরু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212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গবাদী</a:t>
            </a:r>
            <a:r>
              <a:rPr lang="en-US" dirty="0"/>
              <a:t> </a:t>
            </a:r>
            <a:r>
              <a:rPr lang="en-US" dirty="0" err="1"/>
              <a:t>পশুর</a:t>
            </a:r>
            <a:r>
              <a:rPr lang="en-US" dirty="0"/>
              <a:t> উপর </a:t>
            </a:r>
            <a:r>
              <a:rPr lang="en-US" dirty="0" err="1"/>
              <a:t>প্রভাব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পশুর</a:t>
            </a:r>
            <a:r>
              <a:rPr lang="en-US" sz="2800" dirty="0"/>
              <a:t> </a:t>
            </a:r>
            <a:r>
              <a:rPr lang="en-US" sz="2800" dirty="0" err="1"/>
              <a:t>দৈহিক</a:t>
            </a:r>
            <a:r>
              <a:rPr lang="en-US" sz="2800" dirty="0"/>
              <a:t> </a:t>
            </a:r>
            <a:r>
              <a:rPr lang="en-US" sz="2800" dirty="0" err="1"/>
              <a:t>বৃদ্ধি</a:t>
            </a:r>
            <a:r>
              <a:rPr lang="en-US" sz="2800" dirty="0"/>
              <a:t>, </a:t>
            </a:r>
            <a:r>
              <a:rPr lang="en-US" sz="2800" dirty="0" err="1"/>
              <a:t>প্রজনন</a:t>
            </a:r>
            <a:r>
              <a:rPr lang="en-US" sz="2800" dirty="0"/>
              <a:t>, </a:t>
            </a:r>
            <a:r>
              <a:rPr lang="en-US" sz="2800" dirty="0" err="1"/>
              <a:t>খাদ্য</a:t>
            </a:r>
            <a:r>
              <a:rPr lang="en-US" sz="2800" dirty="0"/>
              <a:t> </a:t>
            </a:r>
            <a:r>
              <a:rPr lang="en-US" sz="2800" dirty="0" err="1"/>
              <a:t>গ্রহণ</a:t>
            </a:r>
            <a:r>
              <a:rPr lang="en-US" sz="2800" dirty="0"/>
              <a:t>, </a:t>
            </a:r>
            <a:r>
              <a:rPr lang="en-US" sz="2800" dirty="0" err="1"/>
              <a:t>দুধ</a:t>
            </a:r>
            <a:r>
              <a:rPr lang="en-US" sz="2800" dirty="0"/>
              <a:t> </a:t>
            </a:r>
            <a:r>
              <a:rPr lang="en-US" sz="2800" dirty="0" err="1"/>
              <a:t>উৎপাদন</a:t>
            </a:r>
            <a:r>
              <a:rPr lang="en-US" sz="2800" dirty="0"/>
              <a:t> </a:t>
            </a:r>
            <a:r>
              <a:rPr lang="en-US" sz="2800" dirty="0" err="1"/>
              <a:t>ব্যাহত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</a:t>
            </a:r>
            <a:r>
              <a:rPr lang="en-US" sz="2800" dirty="0" err="1"/>
              <a:t>তাপমাত্রার</a:t>
            </a:r>
            <a:r>
              <a:rPr lang="en-US" sz="2800" dirty="0"/>
              <a:t> </a:t>
            </a:r>
            <a:r>
              <a:rPr lang="en-US" sz="2800" dirty="0" err="1"/>
              <a:t>তারতম্যের</a:t>
            </a:r>
            <a:r>
              <a:rPr lang="en-US" sz="2800" dirty="0"/>
              <a:t> </a:t>
            </a:r>
            <a:r>
              <a:rPr lang="en-US" sz="2800" dirty="0" err="1"/>
              <a:t>কারণে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অতিরিক্ত</a:t>
            </a:r>
            <a:r>
              <a:rPr lang="en-US" sz="2800" dirty="0"/>
              <a:t> </a:t>
            </a:r>
            <a:r>
              <a:rPr lang="en-US" sz="2800" dirty="0" err="1"/>
              <a:t>গরমে</a:t>
            </a:r>
            <a:r>
              <a:rPr lang="en-US" sz="2800" dirty="0"/>
              <a:t> </a:t>
            </a:r>
            <a:r>
              <a:rPr lang="en-US" sz="2800" dirty="0" err="1"/>
              <a:t>পশুর</a:t>
            </a:r>
            <a:r>
              <a:rPr lang="en-US" sz="2800" dirty="0"/>
              <a:t> </a:t>
            </a:r>
            <a:r>
              <a:rPr lang="en-US" sz="2800" dirty="0" err="1"/>
              <a:t>দেহে</a:t>
            </a:r>
            <a:r>
              <a:rPr lang="en-US" sz="2800" dirty="0"/>
              <a:t> </a:t>
            </a:r>
            <a:r>
              <a:rPr lang="en-US" sz="2800" dirty="0" err="1"/>
              <a:t>পানিশুন্যতা</a:t>
            </a:r>
            <a:r>
              <a:rPr lang="en-US" sz="2800" dirty="0"/>
              <a:t> </a:t>
            </a:r>
            <a:r>
              <a:rPr lang="en-US" sz="2800" dirty="0" err="1"/>
              <a:t>দেখা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অতিরিক্ত</a:t>
            </a:r>
            <a:r>
              <a:rPr lang="en-US" sz="2800" dirty="0"/>
              <a:t> </a:t>
            </a:r>
            <a:r>
              <a:rPr lang="en-US" sz="2800" dirty="0" err="1"/>
              <a:t>গরমে</a:t>
            </a:r>
            <a:r>
              <a:rPr lang="en-US" sz="2800" dirty="0"/>
              <a:t>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ঠান্ডায়</a:t>
            </a:r>
            <a:r>
              <a:rPr lang="en-US" sz="2800" dirty="0"/>
              <a:t> </a:t>
            </a:r>
            <a:r>
              <a:rPr lang="en-US" sz="2800" dirty="0" err="1"/>
              <a:t>পশুর</a:t>
            </a:r>
            <a:r>
              <a:rPr lang="en-US" sz="2800" dirty="0"/>
              <a:t> </a:t>
            </a:r>
            <a:r>
              <a:rPr lang="en-US" sz="2800" dirty="0" err="1"/>
              <a:t>নানা</a:t>
            </a:r>
            <a:r>
              <a:rPr lang="en-US" sz="2800" dirty="0"/>
              <a:t> </a:t>
            </a:r>
            <a:r>
              <a:rPr lang="en-US" sz="2800" dirty="0" err="1"/>
              <a:t>রোগবালাই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2914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পাখির</a:t>
            </a:r>
            <a:r>
              <a:rPr lang="en-US" dirty="0"/>
              <a:t> উপর </a:t>
            </a:r>
            <a:r>
              <a:rPr lang="en-US" dirty="0" err="1"/>
              <a:t>প্রভাব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পাখির</a:t>
            </a:r>
            <a:r>
              <a:rPr lang="en-US" sz="2800" dirty="0"/>
              <a:t> </a:t>
            </a:r>
            <a:r>
              <a:rPr lang="en-US" sz="2800" dirty="0" err="1"/>
              <a:t>দৈহিক</a:t>
            </a:r>
            <a:r>
              <a:rPr lang="en-US" sz="2800" dirty="0"/>
              <a:t> </a:t>
            </a:r>
            <a:r>
              <a:rPr lang="en-US" sz="2800" dirty="0" err="1"/>
              <a:t>বৃদ্ধি</a:t>
            </a:r>
            <a:r>
              <a:rPr lang="en-US" sz="2800" dirty="0"/>
              <a:t>, </a:t>
            </a:r>
            <a:r>
              <a:rPr lang="en-US" sz="2800" dirty="0" err="1"/>
              <a:t>প্রজনন</a:t>
            </a:r>
            <a:r>
              <a:rPr lang="en-US" sz="2800" dirty="0"/>
              <a:t>, </a:t>
            </a:r>
            <a:r>
              <a:rPr lang="en-US" sz="2800" dirty="0" err="1"/>
              <a:t>খাদ্য</a:t>
            </a:r>
            <a:r>
              <a:rPr lang="en-US" sz="2800" dirty="0"/>
              <a:t> </a:t>
            </a:r>
            <a:r>
              <a:rPr lang="en-US" sz="2800" dirty="0" err="1"/>
              <a:t>গ্রহণ</a:t>
            </a:r>
            <a:r>
              <a:rPr lang="en-US" sz="2800" dirty="0"/>
              <a:t>, </a:t>
            </a:r>
            <a:r>
              <a:rPr lang="en-US" sz="2800" dirty="0" err="1"/>
              <a:t>ডিম</a:t>
            </a:r>
            <a:r>
              <a:rPr lang="en-US" sz="2800" dirty="0"/>
              <a:t> </a:t>
            </a:r>
            <a:r>
              <a:rPr lang="en-US" sz="2800" dirty="0" err="1"/>
              <a:t>উৎপাদন</a:t>
            </a:r>
            <a:r>
              <a:rPr lang="en-US" sz="2800" dirty="0"/>
              <a:t> </a:t>
            </a:r>
            <a:r>
              <a:rPr lang="en-US" sz="2800" dirty="0" err="1"/>
              <a:t>ব্যাহত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</a:t>
            </a:r>
            <a:r>
              <a:rPr lang="en-US" sz="2800" dirty="0" err="1"/>
              <a:t>তাপমাত্রার</a:t>
            </a:r>
            <a:r>
              <a:rPr lang="en-US" sz="2800" dirty="0"/>
              <a:t> </a:t>
            </a:r>
            <a:r>
              <a:rPr lang="en-US" sz="2800" dirty="0" err="1"/>
              <a:t>তারতম্যের</a:t>
            </a:r>
            <a:r>
              <a:rPr lang="en-US" sz="2800" dirty="0"/>
              <a:t> </a:t>
            </a:r>
            <a:r>
              <a:rPr lang="en-US" sz="2800" dirty="0" err="1"/>
              <a:t>কারণে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অতিরিক্ত</a:t>
            </a:r>
            <a:r>
              <a:rPr lang="en-US" sz="2800" dirty="0"/>
              <a:t> </a:t>
            </a:r>
            <a:r>
              <a:rPr lang="en-US" sz="2800" dirty="0" err="1"/>
              <a:t>গরমে</a:t>
            </a:r>
            <a:r>
              <a:rPr lang="en-US" sz="2800" dirty="0"/>
              <a:t> </a:t>
            </a:r>
            <a:r>
              <a:rPr lang="en-US" sz="2800" dirty="0" err="1"/>
              <a:t>পাখির</a:t>
            </a:r>
            <a:r>
              <a:rPr lang="en-US" sz="2800" dirty="0"/>
              <a:t> </a:t>
            </a:r>
            <a:r>
              <a:rPr lang="en-US" sz="2800" dirty="0" err="1"/>
              <a:t>দেহে</a:t>
            </a:r>
            <a:r>
              <a:rPr lang="en-US" sz="2800" dirty="0"/>
              <a:t> </a:t>
            </a:r>
            <a:r>
              <a:rPr lang="en-US" sz="2800" dirty="0" err="1"/>
              <a:t>পানিশুন্যতা</a:t>
            </a:r>
            <a:r>
              <a:rPr lang="en-US" sz="2800" dirty="0"/>
              <a:t> </a:t>
            </a:r>
            <a:r>
              <a:rPr lang="en-US" sz="2800" dirty="0" err="1"/>
              <a:t>দেখা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অতিরিক্ত</a:t>
            </a:r>
            <a:r>
              <a:rPr lang="en-US" sz="2800" dirty="0"/>
              <a:t> </a:t>
            </a:r>
            <a:r>
              <a:rPr lang="en-US" sz="2800" dirty="0" err="1"/>
              <a:t>গরমে</a:t>
            </a:r>
            <a:r>
              <a:rPr lang="en-US" sz="2800" dirty="0"/>
              <a:t>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ঠান্ডায়</a:t>
            </a:r>
            <a:r>
              <a:rPr lang="en-US" sz="2800" dirty="0"/>
              <a:t> </a:t>
            </a:r>
            <a:r>
              <a:rPr lang="en-US" sz="2800" dirty="0" err="1"/>
              <a:t>পাখির</a:t>
            </a:r>
            <a:r>
              <a:rPr lang="en-US" sz="2800" dirty="0"/>
              <a:t> </a:t>
            </a:r>
            <a:r>
              <a:rPr lang="en-US" sz="2800" dirty="0" err="1"/>
              <a:t>নানা</a:t>
            </a:r>
            <a:r>
              <a:rPr lang="en-US" sz="2800" dirty="0"/>
              <a:t> </a:t>
            </a:r>
            <a:r>
              <a:rPr lang="en-US" sz="2800" dirty="0" err="1"/>
              <a:t>রোগবালাই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ঋতু</a:t>
            </a:r>
            <a:r>
              <a:rPr lang="en-US" sz="2800" dirty="0"/>
              <a:t> </a:t>
            </a:r>
            <a:r>
              <a:rPr lang="en-US" sz="2800" dirty="0" err="1"/>
              <a:t>ভেদে</a:t>
            </a:r>
            <a:r>
              <a:rPr lang="en-US" sz="2800" dirty="0"/>
              <a:t> </a:t>
            </a:r>
            <a:r>
              <a:rPr lang="en-US" sz="2800" dirty="0" err="1"/>
              <a:t>পাখির</a:t>
            </a:r>
            <a:r>
              <a:rPr lang="en-US" sz="2800" dirty="0"/>
              <a:t> </a:t>
            </a:r>
            <a:r>
              <a:rPr lang="en-US" sz="2800" dirty="0" err="1"/>
              <a:t>উপস্থিতি</a:t>
            </a:r>
            <a:r>
              <a:rPr lang="en-US" sz="2800" dirty="0"/>
              <a:t> কম </a:t>
            </a:r>
            <a:r>
              <a:rPr lang="en-US" sz="2800" dirty="0" err="1"/>
              <a:t>বেশী</a:t>
            </a:r>
            <a:r>
              <a:rPr lang="en-US" sz="2800" dirty="0"/>
              <a:t> </a:t>
            </a:r>
            <a:r>
              <a:rPr lang="en-US" sz="2800" dirty="0" err="1"/>
              <a:t>হতে</a:t>
            </a:r>
            <a:r>
              <a:rPr lang="en-US" sz="2800" dirty="0"/>
              <a:t> </a:t>
            </a:r>
            <a:r>
              <a:rPr lang="en-US" sz="2800" dirty="0" err="1"/>
              <a:t>দেখা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42525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মাৎস্য</a:t>
            </a:r>
            <a:r>
              <a:rPr lang="en-US" dirty="0"/>
              <a:t> </a:t>
            </a:r>
            <a:r>
              <a:rPr lang="en-US" dirty="0" err="1"/>
              <a:t>চাষের</a:t>
            </a:r>
            <a:r>
              <a:rPr lang="en-US" dirty="0"/>
              <a:t> উপর </a:t>
            </a:r>
            <a:r>
              <a:rPr lang="en-US" dirty="0" err="1"/>
              <a:t>প্রভাব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অতিরিক্ত</a:t>
            </a:r>
            <a:r>
              <a:rPr lang="en-US" sz="2800" dirty="0"/>
              <a:t> </a:t>
            </a:r>
            <a:r>
              <a:rPr lang="en-US" sz="2800" dirty="0" err="1"/>
              <a:t>বৃষ্টিতে</a:t>
            </a:r>
            <a:r>
              <a:rPr lang="en-US" sz="2800" dirty="0"/>
              <a:t> </a:t>
            </a:r>
            <a:r>
              <a:rPr lang="en-US" sz="2800" dirty="0" err="1"/>
              <a:t>নদী</a:t>
            </a:r>
            <a:r>
              <a:rPr lang="en-US" sz="2800" dirty="0"/>
              <a:t> </a:t>
            </a:r>
            <a:r>
              <a:rPr lang="en-US" sz="2800" dirty="0" err="1"/>
              <a:t>নালা</a:t>
            </a:r>
            <a:r>
              <a:rPr lang="en-US" sz="2800" dirty="0"/>
              <a:t> </a:t>
            </a:r>
            <a:r>
              <a:rPr lang="en-US" sz="2800" dirty="0" err="1"/>
              <a:t>খাল</a:t>
            </a:r>
            <a:r>
              <a:rPr lang="en-US" sz="2800" dirty="0"/>
              <a:t> </a:t>
            </a:r>
            <a:r>
              <a:rPr lang="en-US" sz="2800" dirty="0" err="1"/>
              <a:t>বিল</a:t>
            </a:r>
            <a:r>
              <a:rPr lang="en-US" sz="2800" dirty="0"/>
              <a:t> </a:t>
            </a:r>
            <a:r>
              <a:rPr lang="en-US" sz="2800" dirty="0" err="1"/>
              <a:t>ভরে</a:t>
            </a:r>
            <a:r>
              <a:rPr lang="en-US" sz="2800" dirty="0"/>
              <a:t> </a:t>
            </a:r>
            <a:r>
              <a:rPr lang="en-US" sz="2800" dirty="0" err="1"/>
              <a:t>গেলে</a:t>
            </a:r>
            <a:r>
              <a:rPr lang="en-US" sz="2800" dirty="0"/>
              <a:t> </a:t>
            </a:r>
            <a:r>
              <a:rPr lang="en-US" sz="2800" dirty="0" err="1"/>
              <a:t>মাছের</a:t>
            </a:r>
            <a:r>
              <a:rPr lang="en-US" sz="2800" dirty="0"/>
              <a:t> </a:t>
            </a:r>
            <a:r>
              <a:rPr lang="en-US" sz="2800" dirty="0" err="1"/>
              <a:t>প্রজননের</a:t>
            </a:r>
            <a:r>
              <a:rPr lang="en-US" sz="2800" dirty="0"/>
              <a:t> </a:t>
            </a:r>
            <a:r>
              <a:rPr lang="en-US" sz="2800" dirty="0" err="1"/>
              <a:t>ক্ষেত্র</a:t>
            </a:r>
            <a:r>
              <a:rPr lang="en-US" sz="2800" dirty="0"/>
              <a:t> </a:t>
            </a:r>
            <a:r>
              <a:rPr lang="en-US" sz="2800" dirty="0" err="1"/>
              <a:t>তৈরী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ইলিশ</a:t>
            </a:r>
            <a:r>
              <a:rPr lang="en-US" sz="2800" dirty="0"/>
              <a:t> </a:t>
            </a:r>
            <a:r>
              <a:rPr lang="en-US" sz="2800" dirty="0" err="1"/>
              <a:t>মাছ</a:t>
            </a:r>
            <a:r>
              <a:rPr lang="en-US" sz="2800" dirty="0"/>
              <a:t> </a:t>
            </a:r>
            <a:r>
              <a:rPr lang="en-US" sz="2800" dirty="0" err="1"/>
              <a:t>উতপাদনে</a:t>
            </a:r>
            <a:r>
              <a:rPr lang="en-US" sz="2800" dirty="0"/>
              <a:t> </a:t>
            </a:r>
            <a:r>
              <a:rPr lang="en-US" sz="2800" dirty="0" err="1"/>
              <a:t>মৌসুমী</a:t>
            </a:r>
            <a:r>
              <a:rPr lang="en-US" sz="2800" dirty="0"/>
              <a:t> </a:t>
            </a:r>
            <a:r>
              <a:rPr lang="en-US" sz="2800" dirty="0" err="1"/>
              <a:t>জলবায়ুর</a:t>
            </a:r>
            <a:r>
              <a:rPr lang="en-US" sz="2800" dirty="0"/>
              <a:t> </a:t>
            </a:r>
            <a:r>
              <a:rPr lang="en-US" sz="2800" dirty="0" err="1"/>
              <a:t>প্রভাব</a:t>
            </a:r>
            <a:r>
              <a:rPr lang="en-US" sz="2800" dirty="0"/>
              <a:t> </a:t>
            </a:r>
            <a:r>
              <a:rPr lang="en-US" sz="2800" dirty="0" err="1"/>
              <a:t>গুরুত্বপূর্ণ</a:t>
            </a:r>
            <a:r>
              <a:rPr lang="en-US" sz="28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উপকূলীয়</a:t>
            </a:r>
            <a:r>
              <a:rPr lang="en-US" sz="2800" dirty="0"/>
              <a:t> </a:t>
            </a:r>
            <a:r>
              <a:rPr lang="en-US" sz="2800" dirty="0" err="1"/>
              <a:t>এলাকায়</a:t>
            </a:r>
            <a:r>
              <a:rPr lang="en-US" sz="2800" dirty="0"/>
              <a:t> </a:t>
            </a:r>
            <a:r>
              <a:rPr lang="en-US" sz="2800" dirty="0" err="1"/>
              <a:t>জোয়ার</a:t>
            </a:r>
            <a:r>
              <a:rPr lang="en-US" sz="2800" dirty="0"/>
              <a:t> </a:t>
            </a:r>
            <a:r>
              <a:rPr lang="en-US" sz="2800" dirty="0" err="1"/>
              <a:t>ভাটার</a:t>
            </a:r>
            <a:r>
              <a:rPr lang="en-US" sz="2800" dirty="0"/>
              <a:t> </a:t>
            </a:r>
            <a:r>
              <a:rPr lang="en-US" sz="2800" dirty="0" err="1"/>
              <a:t>কারণে</a:t>
            </a:r>
            <a:r>
              <a:rPr lang="en-US" sz="2800" dirty="0"/>
              <a:t> </a:t>
            </a:r>
            <a:r>
              <a:rPr lang="en-US" sz="2800" dirty="0" err="1"/>
              <a:t>লোনা</a:t>
            </a:r>
            <a:r>
              <a:rPr lang="en-US" sz="2800" dirty="0"/>
              <a:t> </a:t>
            </a:r>
            <a:r>
              <a:rPr lang="en-US" sz="2800" dirty="0" err="1"/>
              <a:t>পানিতে</a:t>
            </a:r>
            <a:r>
              <a:rPr lang="en-US" sz="2800" dirty="0"/>
              <a:t> </a:t>
            </a:r>
            <a:r>
              <a:rPr lang="en-US" sz="2800" dirty="0" err="1"/>
              <a:t>চিংড়ী</a:t>
            </a:r>
            <a:r>
              <a:rPr lang="en-US" sz="2800" dirty="0"/>
              <a:t> </a:t>
            </a:r>
            <a:r>
              <a:rPr lang="en-US" sz="2800" dirty="0" err="1"/>
              <a:t>চাষ</a:t>
            </a:r>
            <a:r>
              <a:rPr lang="en-US" sz="2800" dirty="0"/>
              <a:t> </a:t>
            </a:r>
            <a:r>
              <a:rPr lang="en-US" sz="2800" dirty="0" err="1"/>
              <a:t>সম্ভব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জলোচ্ছাস</a:t>
            </a:r>
            <a:r>
              <a:rPr lang="en-US" sz="2800" dirty="0"/>
              <a:t>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দূর্যোগে</a:t>
            </a:r>
            <a:r>
              <a:rPr lang="en-US" sz="2800" dirty="0"/>
              <a:t> </a:t>
            </a:r>
            <a:r>
              <a:rPr lang="en-US" sz="2800" dirty="0" err="1"/>
              <a:t>মাছ</a:t>
            </a:r>
            <a:r>
              <a:rPr lang="en-US" sz="2800" dirty="0"/>
              <a:t> </a:t>
            </a:r>
            <a:r>
              <a:rPr lang="en-US" sz="2800" dirty="0" err="1"/>
              <a:t>মরে</a:t>
            </a:r>
            <a:r>
              <a:rPr lang="en-US" sz="2800" dirty="0"/>
              <a:t> </a:t>
            </a:r>
            <a:r>
              <a:rPr lang="en-US" sz="2800" dirty="0" err="1"/>
              <a:t>ভেসে</a:t>
            </a:r>
            <a:r>
              <a:rPr lang="en-US" sz="2800" dirty="0"/>
              <a:t> </a:t>
            </a:r>
            <a:r>
              <a:rPr lang="en-US" sz="2800" dirty="0" err="1"/>
              <a:t>যেতে</a:t>
            </a:r>
            <a:r>
              <a:rPr lang="en-US" sz="2800" dirty="0"/>
              <a:t> </a:t>
            </a:r>
            <a:r>
              <a:rPr lang="en-US" sz="2800" dirty="0" err="1"/>
              <a:t>পারে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এসিড</a:t>
            </a:r>
            <a:r>
              <a:rPr lang="en-US" sz="2800" dirty="0"/>
              <a:t> </a:t>
            </a:r>
            <a:r>
              <a:rPr lang="en-US" sz="2800" dirty="0" err="1"/>
              <a:t>বৃষ্টিতে</a:t>
            </a:r>
            <a:r>
              <a:rPr lang="en-US" sz="2800" dirty="0"/>
              <a:t> </a:t>
            </a:r>
            <a:r>
              <a:rPr lang="en-US" sz="2800" dirty="0" err="1"/>
              <a:t>মাছের</a:t>
            </a:r>
            <a:r>
              <a:rPr lang="en-US" sz="2800" dirty="0"/>
              <a:t> </a:t>
            </a:r>
            <a:r>
              <a:rPr lang="en-US" sz="2800" dirty="0" err="1"/>
              <a:t>পুকুরে</a:t>
            </a:r>
            <a:r>
              <a:rPr lang="en-US" sz="2800" dirty="0"/>
              <a:t> </a:t>
            </a:r>
            <a:r>
              <a:rPr lang="en-US" sz="2800" dirty="0" err="1"/>
              <a:t>বিশাক্ততা</a:t>
            </a:r>
            <a:r>
              <a:rPr lang="en-US" sz="2800" dirty="0"/>
              <a:t> </a:t>
            </a:r>
            <a:r>
              <a:rPr lang="en-US" sz="2800" dirty="0" err="1"/>
              <a:t>দেখা</a:t>
            </a:r>
            <a:r>
              <a:rPr lang="en-US" sz="2800" dirty="0"/>
              <a:t> </a:t>
            </a:r>
            <a:r>
              <a:rPr lang="en-US" sz="2800" dirty="0" err="1"/>
              <a:t>দিতে</a:t>
            </a:r>
            <a:r>
              <a:rPr lang="en-US" sz="2800" dirty="0"/>
              <a:t> </a:t>
            </a:r>
            <a:r>
              <a:rPr lang="en-US" sz="2800" dirty="0" err="1"/>
              <a:t>পারে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8070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মৌসুমী</a:t>
            </a:r>
            <a:r>
              <a:rPr lang="en-US" dirty="0"/>
              <a:t> </a:t>
            </a:r>
            <a:r>
              <a:rPr lang="en-US" dirty="0" err="1"/>
              <a:t>জলবায়ূ</a:t>
            </a:r>
            <a:r>
              <a:rPr lang="en-US" dirty="0"/>
              <a:t> ও </a:t>
            </a:r>
            <a:r>
              <a:rPr lang="en-US" dirty="0" err="1"/>
              <a:t>ফসলের</a:t>
            </a:r>
            <a:r>
              <a:rPr lang="en-US" dirty="0"/>
              <a:t> </a:t>
            </a:r>
            <a:r>
              <a:rPr lang="en-US" dirty="0" err="1"/>
              <a:t>মৌসুম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24A1A4-E075-F5FB-8E4E-25DC21A54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707234"/>
              </p:ext>
            </p:extLst>
          </p:nvPr>
        </p:nvGraphicFramePr>
        <p:xfrm>
          <a:off x="264343" y="3417683"/>
          <a:ext cx="11117655" cy="306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11E6E4-66F1-8C64-278F-87E7D7B1F1E4}"/>
              </a:ext>
            </a:extLst>
          </p:cNvPr>
          <p:cNvSpPr txBox="1"/>
          <p:nvPr/>
        </p:nvSpPr>
        <p:spPr>
          <a:xfrm>
            <a:off x="262549" y="2493898"/>
            <a:ext cx="115431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মৌসুমী</a:t>
            </a:r>
            <a:r>
              <a:rPr lang="en-US" sz="2800" dirty="0"/>
              <a:t> </a:t>
            </a:r>
            <a:r>
              <a:rPr lang="en-US" sz="2800" dirty="0" err="1"/>
              <a:t>জলবায়ুর</a:t>
            </a:r>
            <a:r>
              <a:rPr lang="en-US" sz="2800" dirty="0"/>
              <a:t> </a:t>
            </a:r>
            <a:r>
              <a:rPr lang="en-US" sz="2800" dirty="0" err="1"/>
              <a:t>প্রভাবে</a:t>
            </a:r>
            <a:r>
              <a:rPr lang="en-US" sz="2800" dirty="0"/>
              <a:t> </a:t>
            </a:r>
            <a:r>
              <a:rPr lang="en-US" sz="2800" dirty="0" err="1"/>
              <a:t>যে</a:t>
            </a:r>
            <a:r>
              <a:rPr lang="en-US" sz="2800" dirty="0"/>
              <a:t> </a:t>
            </a:r>
            <a:r>
              <a:rPr lang="en-US" sz="2800" dirty="0" err="1"/>
              <a:t>জলবায়ু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</a:t>
            </a:r>
            <a:r>
              <a:rPr lang="en-US" sz="2800" dirty="0" err="1"/>
              <a:t>তাকে</a:t>
            </a:r>
            <a:r>
              <a:rPr lang="en-US" sz="2800" dirty="0"/>
              <a:t> </a:t>
            </a:r>
            <a:r>
              <a:rPr lang="en-US" sz="2800" dirty="0" err="1"/>
              <a:t>মৌসুমী</a:t>
            </a:r>
            <a:r>
              <a:rPr lang="en-US" sz="2800" dirty="0"/>
              <a:t> </a:t>
            </a:r>
            <a:r>
              <a:rPr lang="en-US" sz="2800" dirty="0" err="1"/>
              <a:t>জলবায়ু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 </a:t>
            </a:r>
            <a:r>
              <a:rPr lang="en-US" sz="2800" dirty="0" err="1">
                <a:solidFill>
                  <a:schemeClr val="accent3"/>
                </a:solidFill>
              </a:rPr>
              <a:t>ফসলের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ঋতুকে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ফসলের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মৌসুম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বলে</a:t>
            </a:r>
            <a:r>
              <a:rPr lang="en-US" sz="2800" dirty="0">
                <a:solidFill>
                  <a:schemeClr val="accent3"/>
                </a:solidFill>
              </a:rPr>
              <a:t> ।</a:t>
            </a:r>
          </a:p>
        </p:txBody>
      </p:sp>
    </p:spTree>
    <p:extLst>
      <p:ext uri="{BB962C8B-B14F-4D97-AF65-F5344CB8AC3E}">
        <p14:creationId xmlns:p14="http://schemas.microsoft.com/office/powerpoint/2010/main" val="240264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মৌসুম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24A1A4-E075-F5FB-8E4E-25DC21A54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4069458"/>
              </p:ext>
            </p:extLst>
          </p:nvPr>
        </p:nvGraphicFramePr>
        <p:xfrm>
          <a:off x="264343" y="3548957"/>
          <a:ext cx="11117655" cy="2934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11E6E4-66F1-8C64-278F-87E7D7B1F1E4}"/>
              </a:ext>
            </a:extLst>
          </p:cNvPr>
          <p:cNvSpPr txBox="1"/>
          <p:nvPr/>
        </p:nvSpPr>
        <p:spPr>
          <a:xfrm>
            <a:off x="262549" y="2493898"/>
            <a:ext cx="115431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মৌসুমী</a:t>
            </a:r>
            <a:r>
              <a:rPr lang="en-US" sz="2800" dirty="0"/>
              <a:t> </a:t>
            </a:r>
            <a:r>
              <a:rPr lang="en-US" sz="2800" dirty="0" err="1"/>
              <a:t>জলবায়ুর</a:t>
            </a:r>
            <a:r>
              <a:rPr lang="en-US" sz="2800" dirty="0"/>
              <a:t> </a:t>
            </a:r>
            <a:r>
              <a:rPr lang="en-US" sz="2800" dirty="0" err="1"/>
              <a:t>প্রভাবে</a:t>
            </a:r>
            <a:r>
              <a:rPr lang="en-US" sz="2800" dirty="0"/>
              <a:t> </a:t>
            </a:r>
            <a:r>
              <a:rPr lang="en-US" sz="2800" dirty="0" err="1"/>
              <a:t>যে</a:t>
            </a:r>
            <a:r>
              <a:rPr lang="en-US" sz="2800" dirty="0"/>
              <a:t> </a:t>
            </a:r>
            <a:r>
              <a:rPr lang="en-US" sz="2800" dirty="0" err="1"/>
              <a:t>জলবায়ু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</a:t>
            </a:r>
            <a:r>
              <a:rPr lang="en-US" sz="2800" dirty="0" err="1"/>
              <a:t>তাকে</a:t>
            </a:r>
            <a:r>
              <a:rPr lang="en-US" sz="2800" dirty="0"/>
              <a:t> </a:t>
            </a:r>
            <a:r>
              <a:rPr lang="en-US" sz="2800" dirty="0" err="1"/>
              <a:t>মৌসুমী</a:t>
            </a:r>
            <a:r>
              <a:rPr lang="en-US" sz="2800" dirty="0"/>
              <a:t> </a:t>
            </a:r>
            <a:r>
              <a:rPr lang="en-US" sz="2800" dirty="0" err="1"/>
              <a:t>জলবায়ু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 </a:t>
            </a:r>
            <a:r>
              <a:rPr lang="en-US" sz="2800" dirty="0" err="1">
                <a:solidFill>
                  <a:schemeClr val="accent3"/>
                </a:solidFill>
              </a:rPr>
              <a:t>ধান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ফসলের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ঋতুকে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ধানের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মৌসুম</a:t>
            </a:r>
            <a:r>
              <a:rPr lang="en-US" sz="2800" dirty="0">
                <a:solidFill>
                  <a:schemeClr val="accent3"/>
                </a:solidFill>
              </a:rPr>
              <a:t> </a:t>
            </a:r>
            <a:r>
              <a:rPr lang="en-US" sz="2800" dirty="0" err="1">
                <a:solidFill>
                  <a:schemeClr val="accent3"/>
                </a:solidFill>
              </a:rPr>
              <a:t>বলে</a:t>
            </a:r>
            <a:r>
              <a:rPr lang="en-US" sz="2800" dirty="0">
                <a:solidFill>
                  <a:schemeClr val="accent3"/>
                </a:solidFill>
              </a:rPr>
              <a:t> ।</a:t>
            </a:r>
          </a:p>
        </p:txBody>
      </p:sp>
    </p:spTree>
    <p:extLst>
      <p:ext uri="{BB962C8B-B14F-4D97-AF65-F5344CB8AC3E}">
        <p14:creationId xmlns:p14="http://schemas.microsoft.com/office/powerpoint/2010/main" val="677044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1166</TotalTime>
  <Words>723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Century Gothic</vt:lpstr>
      <vt:lpstr>Courier New</vt:lpstr>
      <vt:lpstr>Wingdings 2</vt:lpstr>
      <vt:lpstr>Quotable</vt:lpstr>
      <vt:lpstr>কৃষি ও জলবায়ু</vt:lpstr>
      <vt:lpstr>আবহাওয়া ও জলবায়ু</vt:lpstr>
      <vt:lpstr>আবহাওয়া ও জলবায়ুর পার্থক্য</vt:lpstr>
      <vt:lpstr>জলবায়ুর উপাদান সমূহ  </vt:lpstr>
      <vt:lpstr>জলবায়ুর নিয়ামকসমূহ  </vt:lpstr>
      <vt:lpstr>কৃষি জলবায়ুর প্রকারভেদ </vt:lpstr>
      <vt:lpstr>দিবাদৈর্ঘের উপর ভিত্তি করে উদ্ভিদের প্রকারভেদ</vt:lpstr>
      <vt:lpstr>সংকট সময় (Critical Time/Day Length) ও কার্ডিনাল তাপমাত্রার পরিচয় </vt:lpstr>
      <vt:lpstr>ফসল, গবাদি পশু ও পাখির উপর জলবায়ুর প্রভাব</vt:lpstr>
      <vt:lpstr>মাঠ ও উদ্যান ফসলের উপর প্রভাব</vt:lpstr>
      <vt:lpstr>বনায়নের উপর প্রভাব</vt:lpstr>
      <vt:lpstr>গবাদী পশুর উপর প্রভাব</vt:lpstr>
      <vt:lpstr>পাখির উপর প্রভাব</vt:lpstr>
      <vt:lpstr>মাৎস্য চাষের উপর প্রভাব</vt:lpstr>
      <vt:lpstr>মৌসুমী জলবায়ূ ও ফসলের মৌসুম</vt:lpstr>
      <vt:lpstr>ধানের মৌসুম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বিশেষ উৎপাদন সম্পর্কিত কৃষি প্রযুক্তি</dc:title>
  <dc:creator>Abdullah Limon</dc:creator>
  <cp:lastModifiedBy>Abdullah Limon</cp:lastModifiedBy>
  <cp:revision>264</cp:revision>
  <dcterms:created xsi:type="dcterms:W3CDTF">2025-01-01T02:54:10Z</dcterms:created>
  <dcterms:modified xsi:type="dcterms:W3CDTF">2025-07-01T15:32:14Z</dcterms:modified>
</cp:coreProperties>
</file>