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13"/>
  </p:notesMasterIdLst>
  <p:sldIdLst>
    <p:sldId id="256" r:id="rId2"/>
    <p:sldId id="323" r:id="rId3"/>
    <p:sldId id="325" r:id="rId4"/>
    <p:sldId id="326" r:id="rId5"/>
    <p:sldId id="327" r:id="rId6"/>
    <p:sldId id="328" r:id="rId7"/>
    <p:sldId id="329" r:id="rId8"/>
    <p:sldId id="330" r:id="rId9"/>
    <p:sldId id="269" r:id="rId10"/>
    <p:sldId id="324" r:id="rId11"/>
    <p:sldId id="33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bdullah Limon" initials="AL" lastIdx="1" clrIdx="0">
    <p:extLst>
      <p:ext uri="{19B8F6BF-5375-455C-9EA6-DF929625EA0E}">
        <p15:presenceInfo xmlns:p15="http://schemas.microsoft.com/office/powerpoint/2012/main" userId="ccbb95a3173f64d1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0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C2B9CD-5EA1-4289-AAD5-DF3109CE091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8D13E6B3-C4AB-49F2-99B2-5734A854CD9F}">
      <dgm:prSet phldrT="[Text]"/>
      <dgm:spPr/>
      <dgm:t>
        <a:bodyPr/>
        <a:lstStyle/>
        <a:p>
          <a:r>
            <a:rPr lang="en-US" dirty="0" err="1"/>
            <a:t>ফল</a:t>
          </a:r>
          <a:r>
            <a:rPr lang="en-US" dirty="0"/>
            <a:t> </a:t>
          </a:r>
          <a:r>
            <a:rPr lang="en-US" dirty="0" err="1"/>
            <a:t>সংরক্ষন</a:t>
          </a:r>
          <a:endParaRPr lang="en-US" dirty="0"/>
        </a:p>
      </dgm:t>
    </dgm:pt>
    <dgm:pt modelId="{61387C66-34D6-4DB2-BDD5-3C53D2D261CA}" type="parTrans" cxnId="{568AB30A-B47D-4580-98D7-568923CC4A0B}">
      <dgm:prSet/>
      <dgm:spPr/>
      <dgm:t>
        <a:bodyPr/>
        <a:lstStyle/>
        <a:p>
          <a:endParaRPr lang="en-US"/>
        </a:p>
      </dgm:t>
    </dgm:pt>
    <dgm:pt modelId="{47567A06-68CD-411F-966F-C86AA92E3375}" type="sibTrans" cxnId="{568AB30A-B47D-4580-98D7-568923CC4A0B}">
      <dgm:prSet/>
      <dgm:spPr/>
      <dgm:t>
        <a:bodyPr/>
        <a:lstStyle/>
        <a:p>
          <a:endParaRPr lang="en-US"/>
        </a:p>
      </dgm:t>
    </dgm:pt>
    <dgm:pt modelId="{639BA06A-D5B5-4439-98D1-4991E0EC4140}">
      <dgm:prSet phldrT="[Text]"/>
      <dgm:spPr/>
      <dgm:t>
        <a:bodyPr/>
        <a:lstStyle/>
        <a:p>
          <a:r>
            <a:rPr lang="en-US" dirty="0" err="1"/>
            <a:t>টাটকা</a:t>
          </a:r>
          <a:r>
            <a:rPr lang="en-US" dirty="0"/>
            <a:t> </a:t>
          </a:r>
          <a:r>
            <a:rPr lang="en-US" dirty="0" err="1"/>
            <a:t>অবস্থায়</a:t>
          </a:r>
          <a:endParaRPr lang="en-US" dirty="0"/>
        </a:p>
      </dgm:t>
    </dgm:pt>
    <dgm:pt modelId="{F2311A92-5214-4B18-B325-428B08431EAB}" type="parTrans" cxnId="{FE5E621C-3163-4F39-AACC-2C32BF73FCA7}">
      <dgm:prSet/>
      <dgm:spPr/>
      <dgm:t>
        <a:bodyPr/>
        <a:lstStyle/>
        <a:p>
          <a:endParaRPr lang="en-US"/>
        </a:p>
      </dgm:t>
    </dgm:pt>
    <dgm:pt modelId="{3B95C3E5-A3DA-4636-AA33-F2918377B9A2}" type="sibTrans" cxnId="{FE5E621C-3163-4F39-AACC-2C32BF73FCA7}">
      <dgm:prSet/>
      <dgm:spPr/>
      <dgm:t>
        <a:bodyPr/>
        <a:lstStyle/>
        <a:p>
          <a:endParaRPr lang="en-US"/>
        </a:p>
      </dgm:t>
    </dgm:pt>
    <dgm:pt modelId="{97BB8EB6-E2EB-4195-8B07-A2AD65826441}">
      <dgm:prSet phldrT="[Text]"/>
      <dgm:spPr/>
      <dgm:t>
        <a:bodyPr/>
        <a:lstStyle/>
        <a:p>
          <a:r>
            <a:rPr lang="en-US" dirty="0" err="1"/>
            <a:t>শুকিয়ে</a:t>
          </a:r>
          <a:endParaRPr lang="en-US" dirty="0"/>
        </a:p>
      </dgm:t>
    </dgm:pt>
    <dgm:pt modelId="{C05C675F-2A1F-4BAB-989F-DF46B28BCA51}" type="parTrans" cxnId="{5232CFFA-2EDE-45F3-A092-87C8165216B3}">
      <dgm:prSet/>
      <dgm:spPr/>
      <dgm:t>
        <a:bodyPr/>
        <a:lstStyle/>
        <a:p>
          <a:endParaRPr lang="en-US"/>
        </a:p>
      </dgm:t>
    </dgm:pt>
    <dgm:pt modelId="{D5D09CEB-CBF3-40F2-84F6-E02153BFCAFC}" type="sibTrans" cxnId="{5232CFFA-2EDE-45F3-A092-87C8165216B3}">
      <dgm:prSet/>
      <dgm:spPr/>
      <dgm:t>
        <a:bodyPr/>
        <a:lstStyle/>
        <a:p>
          <a:endParaRPr lang="en-US"/>
        </a:p>
      </dgm:t>
    </dgm:pt>
    <dgm:pt modelId="{DCB0D4E9-0222-4775-860C-AB170985EC9E}">
      <dgm:prSet phldrT="[Text]"/>
      <dgm:spPr/>
      <dgm:t>
        <a:bodyPr/>
        <a:lstStyle/>
        <a:p>
          <a:r>
            <a:rPr lang="en-US" dirty="0" err="1"/>
            <a:t>প্রক্রিয়াজাত</a:t>
          </a:r>
          <a:r>
            <a:rPr lang="en-US" dirty="0"/>
            <a:t> </a:t>
          </a:r>
          <a:r>
            <a:rPr lang="en-US" dirty="0" err="1"/>
            <a:t>করে</a:t>
          </a:r>
          <a:endParaRPr lang="en-US" dirty="0"/>
        </a:p>
      </dgm:t>
    </dgm:pt>
    <dgm:pt modelId="{698EDA27-E51D-49F8-A982-B4973B1376C1}" type="parTrans" cxnId="{A96808EA-D863-43F6-AAB1-BF68DB0CAD10}">
      <dgm:prSet/>
      <dgm:spPr/>
      <dgm:t>
        <a:bodyPr/>
        <a:lstStyle/>
        <a:p>
          <a:endParaRPr lang="en-US"/>
        </a:p>
      </dgm:t>
    </dgm:pt>
    <dgm:pt modelId="{ABE1744A-AAB3-4841-BF8E-A06F3B62E9B8}" type="sibTrans" cxnId="{A96808EA-D863-43F6-AAB1-BF68DB0CAD10}">
      <dgm:prSet/>
      <dgm:spPr/>
      <dgm:t>
        <a:bodyPr/>
        <a:lstStyle/>
        <a:p>
          <a:endParaRPr lang="en-US"/>
        </a:p>
      </dgm:t>
    </dgm:pt>
    <dgm:pt modelId="{8A5BC1E2-F911-4357-9416-DDA8513F7885}">
      <dgm:prSet phldrT="[Text]"/>
      <dgm:spPr/>
      <dgm:t>
        <a:bodyPr/>
        <a:lstStyle/>
        <a:p>
          <a:r>
            <a:rPr lang="en-US" dirty="0" err="1"/>
            <a:t>তাপ</a:t>
          </a:r>
          <a:r>
            <a:rPr lang="en-US" dirty="0"/>
            <a:t> </a:t>
          </a:r>
          <a:r>
            <a:rPr lang="en-US" dirty="0" err="1"/>
            <a:t>প্রয়োগে</a:t>
          </a:r>
          <a:endParaRPr lang="en-US" dirty="0"/>
        </a:p>
      </dgm:t>
    </dgm:pt>
    <dgm:pt modelId="{88BD4717-B3D7-4EB1-910E-2DCE50B6C22C}" type="parTrans" cxnId="{CD859253-4AA5-48FE-90B6-F978D321D846}">
      <dgm:prSet/>
      <dgm:spPr/>
      <dgm:t>
        <a:bodyPr/>
        <a:lstStyle/>
        <a:p>
          <a:endParaRPr lang="en-US"/>
        </a:p>
      </dgm:t>
    </dgm:pt>
    <dgm:pt modelId="{9A891C24-29C7-4868-B47D-C350EE6FD7D5}" type="sibTrans" cxnId="{CD859253-4AA5-48FE-90B6-F978D321D846}">
      <dgm:prSet/>
      <dgm:spPr/>
      <dgm:t>
        <a:bodyPr/>
        <a:lstStyle/>
        <a:p>
          <a:endParaRPr lang="en-US"/>
        </a:p>
      </dgm:t>
    </dgm:pt>
    <dgm:pt modelId="{692395F0-A08C-4BE1-85B7-D105D1C4358E}">
      <dgm:prSet phldrT="[Text]"/>
      <dgm:spPr/>
      <dgm:t>
        <a:bodyPr/>
        <a:lstStyle/>
        <a:p>
          <a:r>
            <a:rPr lang="en-US" dirty="0" err="1"/>
            <a:t>রাসায়নিক</a:t>
          </a:r>
          <a:r>
            <a:rPr lang="en-US" dirty="0"/>
            <a:t> </a:t>
          </a:r>
          <a:r>
            <a:rPr lang="en-US" dirty="0" err="1"/>
            <a:t>উপাদান</a:t>
          </a:r>
          <a:endParaRPr lang="en-US" dirty="0"/>
        </a:p>
      </dgm:t>
    </dgm:pt>
    <dgm:pt modelId="{A1677414-9CCD-4833-B323-7C666794C370}" type="parTrans" cxnId="{D1AC4C8B-799B-4E8D-989C-DBC228BB9674}">
      <dgm:prSet/>
      <dgm:spPr/>
      <dgm:t>
        <a:bodyPr/>
        <a:lstStyle/>
        <a:p>
          <a:endParaRPr lang="en-US"/>
        </a:p>
      </dgm:t>
    </dgm:pt>
    <dgm:pt modelId="{5ED17007-27C2-4A37-A41A-91391C3D10C3}" type="sibTrans" cxnId="{D1AC4C8B-799B-4E8D-989C-DBC228BB9674}">
      <dgm:prSet/>
      <dgm:spPr/>
      <dgm:t>
        <a:bodyPr/>
        <a:lstStyle/>
        <a:p>
          <a:endParaRPr lang="en-US"/>
        </a:p>
      </dgm:t>
    </dgm:pt>
    <dgm:pt modelId="{E27491F6-CDB3-4D1A-9D6F-0662F71F0DDF}">
      <dgm:prSet phldrT="[Text]"/>
      <dgm:spPr/>
      <dgm:t>
        <a:bodyPr/>
        <a:lstStyle/>
        <a:p>
          <a:r>
            <a:rPr lang="en-US" dirty="0" err="1"/>
            <a:t>চিনি</a:t>
          </a:r>
          <a:r>
            <a:rPr lang="en-US" dirty="0"/>
            <a:t> </a:t>
          </a:r>
          <a:r>
            <a:rPr lang="en-US" dirty="0" err="1"/>
            <a:t>ব্যাবহারে</a:t>
          </a:r>
          <a:endParaRPr lang="en-US" dirty="0"/>
        </a:p>
      </dgm:t>
    </dgm:pt>
    <dgm:pt modelId="{C5CDB531-5C4D-4277-AAF0-3FA2B354D3D0}" type="parTrans" cxnId="{89A53B0D-B4E0-490B-A8F2-C3B688111EC4}">
      <dgm:prSet/>
      <dgm:spPr/>
      <dgm:t>
        <a:bodyPr/>
        <a:lstStyle/>
        <a:p>
          <a:endParaRPr lang="en-US"/>
        </a:p>
      </dgm:t>
    </dgm:pt>
    <dgm:pt modelId="{41769DA7-C2CE-47AE-A3B6-B20736D1FABD}" type="sibTrans" cxnId="{89A53B0D-B4E0-490B-A8F2-C3B688111EC4}">
      <dgm:prSet/>
      <dgm:spPr/>
      <dgm:t>
        <a:bodyPr/>
        <a:lstStyle/>
        <a:p>
          <a:endParaRPr lang="en-US"/>
        </a:p>
      </dgm:t>
    </dgm:pt>
    <dgm:pt modelId="{F3CEBD1F-1754-409C-A6D2-B8A2AD6F19C2}">
      <dgm:prSet phldrT="[Text]"/>
      <dgm:spPr/>
      <dgm:t>
        <a:bodyPr/>
        <a:lstStyle/>
        <a:p>
          <a:r>
            <a:rPr lang="en-US" dirty="0" err="1"/>
            <a:t>লবণ</a:t>
          </a:r>
          <a:r>
            <a:rPr lang="en-US" dirty="0"/>
            <a:t> </a:t>
          </a:r>
          <a:r>
            <a:rPr lang="en-US" dirty="0" err="1"/>
            <a:t>ব্যাবহারে</a:t>
          </a:r>
          <a:endParaRPr lang="en-US" dirty="0"/>
        </a:p>
      </dgm:t>
    </dgm:pt>
    <dgm:pt modelId="{8A5847F0-1E2C-4A62-A9C2-0BFAB7F1CBB6}" type="parTrans" cxnId="{DF9C6263-3B91-41A6-9AF9-E4A4E562731A}">
      <dgm:prSet/>
      <dgm:spPr/>
      <dgm:t>
        <a:bodyPr/>
        <a:lstStyle/>
        <a:p>
          <a:endParaRPr lang="en-US"/>
        </a:p>
      </dgm:t>
    </dgm:pt>
    <dgm:pt modelId="{CE9A62D5-6339-48F9-9D17-8FDD49A4FA28}" type="sibTrans" cxnId="{DF9C6263-3B91-41A6-9AF9-E4A4E562731A}">
      <dgm:prSet/>
      <dgm:spPr/>
      <dgm:t>
        <a:bodyPr/>
        <a:lstStyle/>
        <a:p>
          <a:endParaRPr lang="en-US"/>
        </a:p>
      </dgm:t>
    </dgm:pt>
    <dgm:pt modelId="{DC01BEEE-0AB0-4B8A-BB80-AC666E5F7E90}">
      <dgm:prSet phldrT="[Text]"/>
      <dgm:spPr/>
      <dgm:t>
        <a:bodyPr/>
        <a:lstStyle/>
        <a:p>
          <a:r>
            <a:rPr lang="en-US" dirty="0" err="1"/>
            <a:t>জৈব</a:t>
          </a:r>
          <a:r>
            <a:rPr lang="en-US" dirty="0"/>
            <a:t> </a:t>
          </a:r>
          <a:r>
            <a:rPr lang="en-US" dirty="0" err="1"/>
            <a:t>অম্লের</a:t>
          </a:r>
          <a:r>
            <a:rPr lang="en-US" dirty="0"/>
            <a:t> </a:t>
          </a:r>
          <a:r>
            <a:rPr lang="en-US" dirty="0" err="1"/>
            <a:t>সাহায্যে</a:t>
          </a:r>
          <a:endParaRPr lang="en-US" dirty="0"/>
        </a:p>
      </dgm:t>
    </dgm:pt>
    <dgm:pt modelId="{946C3D4B-DE3A-428F-96B4-6A7BB7C7B40C}" type="parTrans" cxnId="{0BDF2363-B234-4965-AC98-21E6BC2EB5DC}">
      <dgm:prSet/>
      <dgm:spPr/>
      <dgm:t>
        <a:bodyPr/>
        <a:lstStyle/>
        <a:p>
          <a:endParaRPr lang="en-US"/>
        </a:p>
      </dgm:t>
    </dgm:pt>
    <dgm:pt modelId="{8DAC67F4-8E4F-4D08-A8E0-FB77178C6C19}" type="sibTrans" cxnId="{0BDF2363-B234-4965-AC98-21E6BC2EB5DC}">
      <dgm:prSet/>
      <dgm:spPr/>
      <dgm:t>
        <a:bodyPr/>
        <a:lstStyle/>
        <a:p>
          <a:endParaRPr lang="en-US"/>
        </a:p>
      </dgm:t>
    </dgm:pt>
    <dgm:pt modelId="{D760A7FB-A8A5-4313-A208-90D578382F28}">
      <dgm:prSet phldrT="[Text]"/>
      <dgm:spPr/>
      <dgm:t>
        <a:bodyPr/>
        <a:lstStyle/>
        <a:p>
          <a:r>
            <a:rPr lang="en-US" dirty="0" err="1"/>
            <a:t>তেল</a:t>
          </a:r>
          <a:r>
            <a:rPr lang="en-US" dirty="0"/>
            <a:t> </a:t>
          </a:r>
          <a:r>
            <a:rPr lang="en-US" dirty="0" err="1"/>
            <a:t>ব্যাবহার</a:t>
          </a:r>
          <a:r>
            <a:rPr lang="en-US" dirty="0"/>
            <a:t> </a:t>
          </a:r>
          <a:r>
            <a:rPr lang="en-US" dirty="0" err="1"/>
            <a:t>করে</a:t>
          </a:r>
          <a:endParaRPr lang="en-US" dirty="0"/>
        </a:p>
      </dgm:t>
    </dgm:pt>
    <dgm:pt modelId="{8059724F-A42D-460E-9E86-D937B7AF7F83}" type="parTrans" cxnId="{561DEB7D-EFBD-4190-9D55-BE24E088EE24}">
      <dgm:prSet/>
      <dgm:spPr/>
      <dgm:t>
        <a:bodyPr/>
        <a:lstStyle/>
        <a:p>
          <a:endParaRPr lang="en-US"/>
        </a:p>
      </dgm:t>
    </dgm:pt>
    <dgm:pt modelId="{2DAC9FFB-47B9-4114-B606-032FC66169CE}" type="sibTrans" cxnId="{561DEB7D-EFBD-4190-9D55-BE24E088EE24}">
      <dgm:prSet/>
      <dgm:spPr/>
      <dgm:t>
        <a:bodyPr/>
        <a:lstStyle/>
        <a:p>
          <a:endParaRPr lang="en-US"/>
        </a:p>
      </dgm:t>
    </dgm:pt>
    <dgm:pt modelId="{DA876DCF-621F-4FF8-A433-537E9E35B931}">
      <dgm:prSet phldrT="[Text]"/>
      <dgm:spPr/>
      <dgm:t>
        <a:bodyPr/>
        <a:lstStyle/>
        <a:p>
          <a:r>
            <a:rPr lang="en-US" dirty="0" err="1"/>
            <a:t>টিনজাতকরণ</a:t>
          </a:r>
          <a:r>
            <a:rPr lang="en-US" dirty="0"/>
            <a:t> </a:t>
          </a:r>
          <a:r>
            <a:rPr lang="en-US" dirty="0" err="1"/>
            <a:t>করে</a:t>
          </a:r>
          <a:endParaRPr lang="en-US" dirty="0"/>
        </a:p>
      </dgm:t>
    </dgm:pt>
    <dgm:pt modelId="{134A720C-A039-41C6-A752-2CA6074E9BC8}" type="parTrans" cxnId="{FDE705B2-9A46-4027-956C-B3E3A1B09AFB}">
      <dgm:prSet/>
      <dgm:spPr/>
      <dgm:t>
        <a:bodyPr/>
        <a:lstStyle/>
        <a:p>
          <a:endParaRPr lang="en-US"/>
        </a:p>
      </dgm:t>
    </dgm:pt>
    <dgm:pt modelId="{143BC538-06D2-47CC-8CCB-CB6A65C6F5D6}" type="sibTrans" cxnId="{FDE705B2-9A46-4027-956C-B3E3A1B09AFB}">
      <dgm:prSet/>
      <dgm:spPr/>
      <dgm:t>
        <a:bodyPr/>
        <a:lstStyle/>
        <a:p>
          <a:endParaRPr lang="en-US"/>
        </a:p>
      </dgm:t>
    </dgm:pt>
    <dgm:pt modelId="{9C923F83-D2A9-45C9-A202-9224CBBE08E2}" type="pres">
      <dgm:prSet presAssocID="{30C2B9CD-5EA1-4289-AAD5-DF3109CE091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3D09ECC-54FD-48A0-B4FB-EAFA29A88C75}" type="pres">
      <dgm:prSet presAssocID="{8D13E6B3-C4AB-49F2-99B2-5734A854CD9F}" presName="hierRoot1" presStyleCnt="0"/>
      <dgm:spPr/>
    </dgm:pt>
    <dgm:pt modelId="{5E1F5A3B-ED48-4901-AF73-A8052F61D9D4}" type="pres">
      <dgm:prSet presAssocID="{8D13E6B3-C4AB-49F2-99B2-5734A854CD9F}" presName="composite" presStyleCnt="0"/>
      <dgm:spPr/>
    </dgm:pt>
    <dgm:pt modelId="{C9B4B6C9-B18E-4C78-A1E2-211973EB9CB9}" type="pres">
      <dgm:prSet presAssocID="{8D13E6B3-C4AB-49F2-99B2-5734A854CD9F}" presName="background" presStyleLbl="node0" presStyleIdx="0" presStyleCnt="1"/>
      <dgm:spPr/>
    </dgm:pt>
    <dgm:pt modelId="{CF3C1D6C-C41A-4C99-9329-137642420FA6}" type="pres">
      <dgm:prSet presAssocID="{8D13E6B3-C4AB-49F2-99B2-5734A854CD9F}" presName="text" presStyleLbl="fgAcc0" presStyleIdx="0" presStyleCnt="1">
        <dgm:presLayoutVars>
          <dgm:chPref val="3"/>
        </dgm:presLayoutVars>
      </dgm:prSet>
      <dgm:spPr/>
    </dgm:pt>
    <dgm:pt modelId="{8DCC6A82-F49C-4302-A64D-966A242BF660}" type="pres">
      <dgm:prSet presAssocID="{8D13E6B3-C4AB-49F2-99B2-5734A854CD9F}" presName="hierChild2" presStyleCnt="0"/>
      <dgm:spPr/>
    </dgm:pt>
    <dgm:pt modelId="{A97DF8C8-93DB-4101-8968-55DA1A4979FC}" type="pres">
      <dgm:prSet presAssocID="{F2311A92-5214-4B18-B325-428B08431EAB}" presName="Name10" presStyleLbl="parChTrans1D2" presStyleIdx="0" presStyleCnt="3"/>
      <dgm:spPr/>
    </dgm:pt>
    <dgm:pt modelId="{94041B62-43F1-4990-A671-2BC2D9E590F7}" type="pres">
      <dgm:prSet presAssocID="{639BA06A-D5B5-4439-98D1-4991E0EC4140}" presName="hierRoot2" presStyleCnt="0"/>
      <dgm:spPr/>
    </dgm:pt>
    <dgm:pt modelId="{9BD6C041-8A60-421B-8D84-10DF1208BE94}" type="pres">
      <dgm:prSet presAssocID="{639BA06A-D5B5-4439-98D1-4991E0EC4140}" presName="composite2" presStyleCnt="0"/>
      <dgm:spPr/>
    </dgm:pt>
    <dgm:pt modelId="{F7803E88-7C1F-461F-A5C0-6F3372410665}" type="pres">
      <dgm:prSet presAssocID="{639BA06A-D5B5-4439-98D1-4991E0EC4140}" presName="background2" presStyleLbl="node2" presStyleIdx="0" presStyleCnt="3"/>
      <dgm:spPr/>
    </dgm:pt>
    <dgm:pt modelId="{235B7ACA-EA8F-4620-8631-DE155B635057}" type="pres">
      <dgm:prSet presAssocID="{639BA06A-D5B5-4439-98D1-4991E0EC4140}" presName="text2" presStyleLbl="fgAcc2" presStyleIdx="0" presStyleCnt="3">
        <dgm:presLayoutVars>
          <dgm:chPref val="3"/>
        </dgm:presLayoutVars>
      </dgm:prSet>
      <dgm:spPr/>
    </dgm:pt>
    <dgm:pt modelId="{CDD7FEBE-3E59-46EE-8BB4-1502563A81E6}" type="pres">
      <dgm:prSet presAssocID="{639BA06A-D5B5-4439-98D1-4991E0EC4140}" presName="hierChild3" presStyleCnt="0"/>
      <dgm:spPr/>
    </dgm:pt>
    <dgm:pt modelId="{854E6C0B-3929-4F5F-9251-684277C31A0B}" type="pres">
      <dgm:prSet presAssocID="{C05C675F-2A1F-4BAB-989F-DF46B28BCA51}" presName="Name10" presStyleLbl="parChTrans1D2" presStyleIdx="1" presStyleCnt="3"/>
      <dgm:spPr/>
    </dgm:pt>
    <dgm:pt modelId="{44BDF5B9-85CD-4327-908B-4BD0465F87B7}" type="pres">
      <dgm:prSet presAssocID="{97BB8EB6-E2EB-4195-8B07-A2AD65826441}" presName="hierRoot2" presStyleCnt="0"/>
      <dgm:spPr/>
    </dgm:pt>
    <dgm:pt modelId="{60C0CB48-7A19-4802-943D-09EEF097114F}" type="pres">
      <dgm:prSet presAssocID="{97BB8EB6-E2EB-4195-8B07-A2AD65826441}" presName="composite2" presStyleCnt="0"/>
      <dgm:spPr/>
    </dgm:pt>
    <dgm:pt modelId="{28B4EA6D-E952-4176-BF59-20C35DBBB271}" type="pres">
      <dgm:prSet presAssocID="{97BB8EB6-E2EB-4195-8B07-A2AD65826441}" presName="background2" presStyleLbl="node2" presStyleIdx="1" presStyleCnt="3"/>
      <dgm:spPr/>
    </dgm:pt>
    <dgm:pt modelId="{FCFE8C05-6999-4ED9-ABD9-61BF56771A6F}" type="pres">
      <dgm:prSet presAssocID="{97BB8EB6-E2EB-4195-8B07-A2AD65826441}" presName="text2" presStyleLbl="fgAcc2" presStyleIdx="1" presStyleCnt="3">
        <dgm:presLayoutVars>
          <dgm:chPref val="3"/>
        </dgm:presLayoutVars>
      </dgm:prSet>
      <dgm:spPr/>
    </dgm:pt>
    <dgm:pt modelId="{5D1F7C0E-EFBA-4141-A097-B29EDFD21211}" type="pres">
      <dgm:prSet presAssocID="{97BB8EB6-E2EB-4195-8B07-A2AD65826441}" presName="hierChild3" presStyleCnt="0"/>
      <dgm:spPr/>
    </dgm:pt>
    <dgm:pt modelId="{20997F76-FF96-4FC7-8AE1-03BE981611F3}" type="pres">
      <dgm:prSet presAssocID="{698EDA27-E51D-49F8-A982-B4973B1376C1}" presName="Name10" presStyleLbl="parChTrans1D2" presStyleIdx="2" presStyleCnt="3"/>
      <dgm:spPr/>
    </dgm:pt>
    <dgm:pt modelId="{60706B01-5974-4878-9038-B6F5E3042586}" type="pres">
      <dgm:prSet presAssocID="{DCB0D4E9-0222-4775-860C-AB170985EC9E}" presName="hierRoot2" presStyleCnt="0"/>
      <dgm:spPr/>
    </dgm:pt>
    <dgm:pt modelId="{8A130EA9-C2D3-460B-962F-71E2341167F0}" type="pres">
      <dgm:prSet presAssocID="{DCB0D4E9-0222-4775-860C-AB170985EC9E}" presName="composite2" presStyleCnt="0"/>
      <dgm:spPr/>
    </dgm:pt>
    <dgm:pt modelId="{DFDA7E65-3B90-403F-A5BD-2C8BBD2C729E}" type="pres">
      <dgm:prSet presAssocID="{DCB0D4E9-0222-4775-860C-AB170985EC9E}" presName="background2" presStyleLbl="node2" presStyleIdx="2" presStyleCnt="3"/>
      <dgm:spPr/>
    </dgm:pt>
    <dgm:pt modelId="{557F6F16-7CF2-4210-A5C4-ADAAA41B7CEB}" type="pres">
      <dgm:prSet presAssocID="{DCB0D4E9-0222-4775-860C-AB170985EC9E}" presName="text2" presStyleLbl="fgAcc2" presStyleIdx="2" presStyleCnt="3">
        <dgm:presLayoutVars>
          <dgm:chPref val="3"/>
        </dgm:presLayoutVars>
      </dgm:prSet>
      <dgm:spPr/>
    </dgm:pt>
    <dgm:pt modelId="{0F81F8A8-A6BB-43EA-B823-029DCB8CC708}" type="pres">
      <dgm:prSet presAssocID="{DCB0D4E9-0222-4775-860C-AB170985EC9E}" presName="hierChild3" presStyleCnt="0"/>
      <dgm:spPr/>
    </dgm:pt>
    <dgm:pt modelId="{45E3F661-C4ED-4D47-AB06-3F8C04A2BE31}" type="pres">
      <dgm:prSet presAssocID="{88BD4717-B3D7-4EB1-910E-2DCE50B6C22C}" presName="Name17" presStyleLbl="parChTrans1D3" presStyleIdx="0" presStyleCnt="7"/>
      <dgm:spPr/>
    </dgm:pt>
    <dgm:pt modelId="{0C834427-B1C4-45F5-9610-369934DEB549}" type="pres">
      <dgm:prSet presAssocID="{8A5BC1E2-F911-4357-9416-DDA8513F7885}" presName="hierRoot3" presStyleCnt="0"/>
      <dgm:spPr/>
    </dgm:pt>
    <dgm:pt modelId="{A1555CB8-A38D-4D21-9C86-3C2136254FC5}" type="pres">
      <dgm:prSet presAssocID="{8A5BC1E2-F911-4357-9416-DDA8513F7885}" presName="composite3" presStyleCnt="0"/>
      <dgm:spPr/>
    </dgm:pt>
    <dgm:pt modelId="{9483E4AF-F5F7-433C-90B6-B860364C442B}" type="pres">
      <dgm:prSet presAssocID="{8A5BC1E2-F911-4357-9416-DDA8513F7885}" presName="background3" presStyleLbl="node3" presStyleIdx="0" presStyleCnt="7"/>
      <dgm:spPr/>
    </dgm:pt>
    <dgm:pt modelId="{ECDB74A9-D1F0-457A-AF43-3966AD4CD1F3}" type="pres">
      <dgm:prSet presAssocID="{8A5BC1E2-F911-4357-9416-DDA8513F7885}" presName="text3" presStyleLbl="fgAcc3" presStyleIdx="0" presStyleCnt="7">
        <dgm:presLayoutVars>
          <dgm:chPref val="3"/>
        </dgm:presLayoutVars>
      </dgm:prSet>
      <dgm:spPr/>
    </dgm:pt>
    <dgm:pt modelId="{53A67354-C678-404B-8640-848C41B14528}" type="pres">
      <dgm:prSet presAssocID="{8A5BC1E2-F911-4357-9416-DDA8513F7885}" presName="hierChild4" presStyleCnt="0"/>
      <dgm:spPr/>
    </dgm:pt>
    <dgm:pt modelId="{5A4D067A-EC1D-4BBA-92EA-67E4025DC35D}" type="pres">
      <dgm:prSet presAssocID="{A1677414-9CCD-4833-B323-7C666794C370}" presName="Name17" presStyleLbl="parChTrans1D3" presStyleIdx="1" presStyleCnt="7"/>
      <dgm:spPr/>
    </dgm:pt>
    <dgm:pt modelId="{F9E54F63-CB46-4C16-899B-ABBD1F4B9B84}" type="pres">
      <dgm:prSet presAssocID="{692395F0-A08C-4BE1-85B7-D105D1C4358E}" presName="hierRoot3" presStyleCnt="0"/>
      <dgm:spPr/>
    </dgm:pt>
    <dgm:pt modelId="{5E1EBA19-962A-4D02-9285-75F4E91BE507}" type="pres">
      <dgm:prSet presAssocID="{692395F0-A08C-4BE1-85B7-D105D1C4358E}" presName="composite3" presStyleCnt="0"/>
      <dgm:spPr/>
    </dgm:pt>
    <dgm:pt modelId="{CD92E7C7-6BA3-48D9-B97C-CFDCD3B06DCE}" type="pres">
      <dgm:prSet presAssocID="{692395F0-A08C-4BE1-85B7-D105D1C4358E}" presName="background3" presStyleLbl="node3" presStyleIdx="1" presStyleCnt="7"/>
      <dgm:spPr/>
    </dgm:pt>
    <dgm:pt modelId="{97FABB5E-5AEB-4DBF-B114-E71BF35D7EC9}" type="pres">
      <dgm:prSet presAssocID="{692395F0-A08C-4BE1-85B7-D105D1C4358E}" presName="text3" presStyleLbl="fgAcc3" presStyleIdx="1" presStyleCnt="7">
        <dgm:presLayoutVars>
          <dgm:chPref val="3"/>
        </dgm:presLayoutVars>
      </dgm:prSet>
      <dgm:spPr/>
    </dgm:pt>
    <dgm:pt modelId="{4649B402-ABF9-42E2-B625-05DFF7C0286B}" type="pres">
      <dgm:prSet presAssocID="{692395F0-A08C-4BE1-85B7-D105D1C4358E}" presName="hierChild4" presStyleCnt="0"/>
      <dgm:spPr/>
    </dgm:pt>
    <dgm:pt modelId="{A2519969-A16B-47E5-9C77-7DC06177B94D}" type="pres">
      <dgm:prSet presAssocID="{C5CDB531-5C4D-4277-AAF0-3FA2B354D3D0}" presName="Name17" presStyleLbl="parChTrans1D3" presStyleIdx="2" presStyleCnt="7"/>
      <dgm:spPr/>
    </dgm:pt>
    <dgm:pt modelId="{ACB26793-F43B-49C5-ABC0-FDDAA1A6A9C2}" type="pres">
      <dgm:prSet presAssocID="{E27491F6-CDB3-4D1A-9D6F-0662F71F0DDF}" presName="hierRoot3" presStyleCnt="0"/>
      <dgm:spPr/>
    </dgm:pt>
    <dgm:pt modelId="{3E2BE0F2-0622-4C9D-A4FD-72AC3F074355}" type="pres">
      <dgm:prSet presAssocID="{E27491F6-CDB3-4D1A-9D6F-0662F71F0DDF}" presName="composite3" presStyleCnt="0"/>
      <dgm:spPr/>
    </dgm:pt>
    <dgm:pt modelId="{F9FB8917-F3B1-45C8-AF58-782542426056}" type="pres">
      <dgm:prSet presAssocID="{E27491F6-CDB3-4D1A-9D6F-0662F71F0DDF}" presName="background3" presStyleLbl="node3" presStyleIdx="2" presStyleCnt="7"/>
      <dgm:spPr/>
    </dgm:pt>
    <dgm:pt modelId="{8C67E510-62DB-4356-8139-96E548F49E4F}" type="pres">
      <dgm:prSet presAssocID="{E27491F6-CDB3-4D1A-9D6F-0662F71F0DDF}" presName="text3" presStyleLbl="fgAcc3" presStyleIdx="2" presStyleCnt="7">
        <dgm:presLayoutVars>
          <dgm:chPref val="3"/>
        </dgm:presLayoutVars>
      </dgm:prSet>
      <dgm:spPr/>
    </dgm:pt>
    <dgm:pt modelId="{E97DF5E0-A274-4776-A7F8-8CD823FD3306}" type="pres">
      <dgm:prSet presAssocID="{E27491F6-CDB3-4D1A-9D6F-0662F71F0DDF}" presName="hierChild4" presStyleCnt="0"/>
      <dgm:spPr/>
    </dgm:pt>
    <dgm:pt modelId="{A4B0AB70-04A2-4D3C-8AE3-B535A2BB7E31}" type="pres">
      <dgm:prSet presAssocID="{8A5847F0-1E2C-4A62-A9C2-0BFAB7F1CBB6}" presName="Name17" presStyleLbl="parChTrans1D3" presStyleIdx="3" presStyleCnt="7"/>
      <dgm:spPr/>
    </dgm:pt>
    <dgm:pt modelId="{14DDD2E5-FFC6-4AB9-9B78-C5AA719FC78C}" type="pres">
      <dgm:prSet presAssocID="{F3CEBD1F-1754-409C-A6D2-B8A2AD6F19C2}" presName="hierRoot3" presStyleCnt="0"/>
      <dgm:spPr/>
    </dgm:pt>
    <dgm:pt modelId="{2D56AB30-2B34-4E8F-A83E-B873CB7D3455}" type="pres">
      <dgm:prSet presAssocID="{F3CEBD1F-1754-409C-A6D2-B8A2AD6F19C2}" presName="composite3" presStyleCnt="0"/>
      <dgm:spPr/>
    </dgm:pt>
    <dgm:pt modelId="{009243AC-704E-4BDA-9C3A-D004CC89120F}" type="pres">
      <dgm:prSet presAssocID="{F3CEBD1F-1754-409C-A6D2-B8A2AD6F19C2}" presName="background3" presStyleLbl="node3" presStyleIdx="3" presStyleCnt="7"/>
      <dgm:spPr/>
    </dgm:pt>
    <dgm:pt modelId="{0B9B4356-6F51-4997-939B-118E6037813E}" type="pres">
      <dgm:prSet presAssocID="{F3CEBD1F-1754-409C-A6D2-B8A2AD6F19C2}" presName="text3" presStyleLbl="fgAcc3" presStyleIdx="3" presStyleCnt="7">
        <dgm:presLayoutVars>
          <dgm:chPref val="3"/>
        </dgm:presLayoutVars>
      </dgm:prSet>
      <dgm:spPr/>
    </dgm:pt>
    <dgm:pt modelId="{D957DF17-0767-4B21-8548-D5CF12A4C125}" type="pres">
      <dgm:prSet presAssocID="{F3CEBD1F-1754-409C-A6D2-B8A2AD6F19C2}" presName="hierChild4" presStyleCnt="0"/>
      <dgm:spPr/>
    </dgm:pt>
    <dgm:pt modelId="{AC5AFBB2-FEE2-4BAE-AD92-335F0A750B74}" type="pres">
      <dgm:prSet presAssocID="{946C3D4B-DE3A-428F-96B4-6A7BB7C7B40C}" presName="Name17" presStyleLbl="parChTrans1D3" presStyleIdx="4" presStyleCnt="7"/>
      <dgm:spPr/>
    </dgm:pt>
    <dgm:pt modelId="{CCBBC65B-F053-4BE4-B127-2A9E9750404D}" type="pres">
      <dgm:prSet presAssocID="{DC01BEEE-0AB0-4B8A-BB80-AC666E5F7E90}" presName="hierRoot3" presStyleCnt="0"/>
      <dgm:spPr/>
    </dgm:pt>
    <dgm:pt modelId="{2B3881F4-3248-41F9-AD5D-9E7C013405A4}" type="pres">
      <dgm:prSet presAssocID="{DC01BEEE-0AB0-4B8A-BB80-AC666E5F7E90}" presName="composite3" presStyleCnt="0"/>
      <dgm:spPr/>
    </dgm:pt>
    <dgm:pt modelId="{01D1BBFB-66E9-44DC-9040-232DA31F403B}" type="pres">
      <dgm:prSet presAssocID="{DC01BEEE-0AB0-4B8A-BB80-AC666E5F7E90}" presName="background3" presStyleLbl="node3" presStyleIdx="4" presStyleCnt="7"/>
      <dgm:spPr/>
    </dgm:pt>
    <dgm:pt modelId="{92D237F2-A3DB-4234-AFA9-B3445FF3FE74}" type="pres">
      <dgm:prSet presAssocID="{DC01BEEE-0AB0-4B8A-BB80-AC666E5F7E90}" presName="text3" presStyleLbl="fgAcc3" presStyleIdx="4" presStyleCnt="7">
        <dgm:presLayoutVars>
          <dgm:chPref val="3"/>
        </dgm:presLayoutVars>
      </dgm:prSet>
      <dgm:spPr/>
    </dgm:pt>
    <dgm:pt modelId="{FCB9479A-7B72-4EC0-A39D-A0C3AAC8C819}" type="pres">
      <dgm:prSet presAssocID="{DC01BEEE-0AB0-4B8A-BB80-AC666E5F7E90}" presName="hierChild4" presStyleCnt="0"/>
      <dgm:spPr/>
    </dgm:pt>
    <dgm:pt modelId="{337EE9C6-3EA5-403C-9ACE-56FB68DD36E1}" type="pres">
      <dgm:prSet presAssocID="{8059724F-A42D-460E-9E86-D937B7AF7F83}" presName="Name17" presStyleLbl="parChTrans1D3" presStyleIdx="5" presStyleCnt="7"/>
      <dgm:spPr/>
    </dgm:pt>
    <dgm:pt modelId="{168312B2-575A-4A5A-BC6E-9D50239B8082}" type="pres">
      <dgm:prSet presAssocID="{D760A7FB-A8A5-4313-A208-90D578382F28}" presName="hierRoot3" presStyleCnt="0"/>
      <dgm:spPr/>
    </dgm:pt>
    <dgm:pt modelId="{C83729A4-F130-4DC7-A3BB-5A26F4C087F0}" type="pres">
      <dgm:prSet presAssocID="{D760A7FB-A8A5-4313-A208-90D578382F28}" presName="composite3" presStyleCnt="0"/>
      <dgm:spPr/>
    </dgm:pt>
    <dgm:pt modelId="{58885157-7240-4A63-BB10-997D1E6D778E}" type="pres">
      <dgm:prSet presAssocID="{D760A7FB-A8A5-4313-A208-90D578382F28}" presName="background3" presStyleLbl="node3" presStyleIdx="5" presStyleCnt="7"/>
      <dgm:spPr/>
    </dgm:pt>
    <dgm:pt modelId="{2529EDA6-0742-4D86-B32D-C4B7A0D36D0D}" type="pres">
      <dgm:prSet presAssocID="{D760A7FB-A8A5-4313-A208-90D578382F28}" presName="text3" presStyleLbl="fgAcc3" presStyleIdx="5" presStyleCnt="7">
        <dgm:presLayoutVars>
          <dgm:chPref val="3"/>
        </dgm:presLayoutVars>
      </dgm:prSet>
      <dgm:spPr/>
    </dgm:pt>
    <dgm:pt modelId="{238E3AF7-502D-4DC4-9880-7B807603EF48}" type="pres">
      <dgm:prSet presAssocID="{D760A7FB-A8A5-4313-A208-90D578382F28}" presName="hierChild4" presStyleCnt="0"/>
      <dgm:spPr/>
    </dgm:pt>
    <dgm:pt modelId="{D16AB44C-A85A-4825-8B34-45B0B440B7EE}" type="pres">
      <dgm:prSet presAssocID="{134A720C-A039-41C6-A752-2CA6074E9BC8}" presName="Name17" presStyleLbl="parChTrans1D3" presStyleIdx="6" presStyleCnt="7"/>
      <dgm:spPr/>
    </dgm:pt>
    <dgm:pt modelId="{F3E5E5FE-9D18-4A21-8FAF-4918E394D2C4}" type="pres">
      <dgm:prSet presAssocID="{DA876DCF-621F-4FF8-A433-537E9E35B931}" presName="hierRoot3" presStyleCnt="0"/>
      <dgm:spPr/>
    </dgm:pt>
    <dgm:pt modelId="{00D97F87-1AEA-4CCD-965F-1AC9E4B6AD4F}" type="pres">
      <dgm:prSet presAssocID="{DA876DCF-621F-4FF8-A433-537E9E35B931}" presName="composite3" presStyleCnt="0"/>
      <dgm:spPr/>
    </dgm:pt>
    <dgm:pt modelId="{D82ECA97-B162-49E3-A49F-FE0A158BBD09}" type="pres">
      <dgm:prSet presAssocID="{DA876DCF-621F-4FF8-A433-537E9E35B931}" presName="background3" presStyleLbl="node3" presStyleIdx="6" presStyleCnt="7"/>
      <dgm:spPr/>
    </dgm:pt>
    <dgm:pt modelId="{DA6E3081-C5EE-4E68-8543-0C16861E3F8B}" type="pres">
      <dgm:prSet presAssocID="{DA876DCF-621F-4FF8-A433-537E9E35B931}" presName="text3" presStyleLbl="fgAcc3" presStyleIdx="6" presStyleCnt="7">
        <dgm:presLayoutVars>
          <dgm:chPref val="3"/>
        </dgm:presLayoutVars>
      </dgm:prSet>
      <dgm:spPr/>
    </dgm:pt>
    <dgm:pt modelId="{23635C49-4E79-416D-9E61-9E23E21E73B0}" type="pres">
      <dgm:prSet presAssocID="{DA876DCF-621F-4FF8-A433-537E9E35B931}" presName="hierChild4" presStyleCnt="0"/>
      <dgm:spPr/>
    </dgm:pt>
  </dgm:ptLst>
  <dgm:cxnLst>
    <dgm:cxn modelId="{0774BA00-EF23-4C6E-AED7-10C3C84794B8}" type="presOf" srcId="{8D13E6B3-C4AB-49F2-99B2-5734A854CD9F}" destId="{CF3C1D6C-C41A-4C99-9329-137642420FA6}" srcOrd="0" destOrd="0" presId="urn:microsoft.com/office/officeart/2005/8/layout/hierarchy1"/>
    <dgm:cxn modelId="{FC14E905-BFEE-4670-AF20-7CC139CA2B8B}" type="presOf" srcId="{97BB8EB6-E2EB-4195-8B07-A2AD65826441}" destId="{FCFE8C05-6999-4ED9-ABD9-61BF56771A6F}" srcOrd="0" destOrd="0" presId="urn:microsoft.com/office/officeart/2005/8/layout/hierarchy1"/>
    <dgm:cxn modelId="{568AB30A-B47D-4580-98D7-568923CC4A0B}" srcId="{30C2B9CD-5EA1-4289-AAD5-DF3109CE0912}" destId="{8D13E6B3-C4AB-49F2-99B2-5734A854CD9F}" srcOrd="0" destOrd="0" parTransId="{61387C66-34D6-4DB2-BDD5-3C53D2D261CA}" sibTransId="{47567A06-68CD-411F-966F-C86AA92E3375}"/>
    <dgm:cxn modelId="{89A53B0D-B4E0-490B-A8F2-C3B688111EC4}" srcId="{DCB0D4E9-0222-4775-860C-AB170985EC9E}" destId="{E27491F6-CDB3-4D1A-9D6F-0662F71F0DDF}" srcOrd="2" destOrd="0" parTransId="{C5CDB531-5C4D-4277-AAF0-3FA2B354D3D0}" sibTransId="{41769DA7-C2CE-47AE-A3B6-B20736D1FABD}"/>
    <dgm:cxn modelId="{49F60517-3F9C-4161-98CD-25CFD1533D2D}" type="presOf" srcId="{E27491F6-CDB3-4D1A-9D6F-0662F71F0DDF}" destId="{8C67E510-62DB-4356-8139-96E548F49E4F}" srcOrd="0" destOrd="0" presId="urn:microsoft.com/office/officeart/2005/8/layout/hierarchy1"/>
    <dgm:cxn modelId="{58FBD817-E956-4405-97BB-312C737F70DE}" type="presOf" srcId="{30C2B9CD-5EA1-4289-AAD5-DF3109CE0912}" destId="{9C923F83-D2A9-45C9-A202-9224CBBE08E2}" srcOrd="0" destOrd="0" presId="urn:microsoft.com/office/officeart/2005/8/layout/hierarchy1"/>
    <dgm:cxn modelId="{9D792C1A-F4B0-4889-BB5C-8C9136CD735A}" type="presOf" srcId="{DCB0D4E9-0222-4775-860C-AB170985EC9E}" destId="{557F6F16-7CF2-4210-A5C4-ADAAA41B7CEB}" srcOrd="0" destOrd="0" presId="urn:microsoft.com/office/officeart/2005/8/layout/hierarchy1"/>
    <dgm:cxn modelId="{FE5E621C-3163-4F39-AACC-2C32BF73FCA7}" srcId="{8D13E6B3-C4AB-49F2-99B2-5734A854CD9F}" destId="{639BA06A-D5B5-4439-98D1-4991E0EC4140}" srcOrd="0" destOrd="0" parTransId="{F2311A92-5214-4B18-B325-428B08431EAB}" sibTransId="{3B95C3E5-A3DA-4636-AA33-F2918377B9A2}"/>
    <dgm:cxn modelId="{5D573523-D831-4493-8D50-020A2C8EBA92}" type="presOf" srcId="{8A5847F0-1E2C-4A62-A9C2-0BFAB7F1CBB6}" destId="{A4B0AB70-04A2-4D3C-8AE3-B535A2BB7E31}" srcOrd="0" destOrd="0" presId="urn:microsoft.com/office/officeart/2005/8/layout/hierarchy1"/>
    <dgm:cxn modelId="{E3D47527-B032-493F-A957-DFED2BD43F40}" type="presOf" srcId="{639BA06A-D5B5-4439-98D1-4991E0EC4140}" destId="{235B7ACA-EA8F-4620-8631-DE155B635057}" srcOrd="0" destOrd="0" presId="urn:microsoft.com/office/officeart/2005/8/layout/hierarchy1"/>
    <dgm:cxn modelId="{A3A61239-A7AC-4AB6-8B16-1A06FD040184}" type="presOf" srcId="{DC01BEEE-0AB0-4B8A-BB80-AC666E5F7E90}" destId="{92D237F2-A3DB-4234-AFA9-B3445FF3FE74}" srcOrd="0" destOrd="0" presId="urn:microsoft.com/office/officeart/2005/8/layout/hierarchy1"/>
    <dgm:cxn modelId="{A3A7483F-8C2E-4CC3-9EA4-291F164E1FC3}" type="presOf" srcId="{C05C675F-2A1F-4BAB-989F-DF46B28BCA51}" destId="{854E6C0B-3929-4F5F-9251-684277C31A0B}" srcOrd="0" destOrd="0" presId="urn:microsoft.com/office/officeart/2005/8/layout/hierarchy1"/>
    <dgm:cxn modelId="{1C36DF5F-C28A-4944-8F6F-60F1130E85C1}" type="presOf" srcId="{692395F0-A08C-4BE1-85B7-D105D1C4358E}" destId="{97FABB5E-5AEB-4DBF-B114-E71BF35D7EC9}" srcOrd="0" destOrd="0" presId="urn:microsoft.com/office/officeart/2005/8/layout/hierarchy1"/>
    <dgm:cxn modelId="{8DF66542-870E-4DD1-8114-496D30A7D24E}" type="presOf" srcId="{F3CEBD1F-1754-409C-A6D2-B8A2AD6F19C2}" destId="{0B9B4356-6F51-4997-939B-118E6037813E}" srcOrd="0" destOrd="0" presId="urn:microsoft.com/office/officeart/2005/8/layout/hierarchy1"/>
    <dgm:cxn modelId="{0BDF2363-B234-4965-AC98-21E6BC2EB5DC}" srcId="{DCB0D4E9-0222-4775-860C-AB170985EC9E}" destId="{DC01BEEE-0AB0-4B8A-BB80-AC666E5F7E90}" srcOrd="4" destOrd="0" parTransId="{946C3D4B-DE3A-428F-96B4-6A7BB7C7B40C}" sibTransId="{8DAC67F4-8E4F-4D08-A8E0-FB77178C6C19}"/>
    <dgm:cxn modelId="{DF9C6263-3B91-41A6-9AF9-E4A4E562731A}" srcId="{DCB0D4E9-0222-4775-860C-AB170985EC9E}" destId="{F3CEBD1F-1754-409C-A6D2-B8A2AD6F19C2}" srcOrd="3" destOrd="0" parTransId="{8A5847F0-1E2C-4A62-A9C2-0BFAB7F1CBB6}" sibTransId="{CE9A62D5-6339-48F9-9D17-8FDD49A4FA28}"/>
    <dgm:cxn modelId="{DC95C343-8A13-4615-AA7A-F11C1D154410}" type="presOf" srcId="{134A720C-A039-41C6-A752-2CA6074E9BC8}" destId="{D16AB44C-A85A-4825-8B34-45B0B440B7EE}" srcOrd="0" destOrd="0" presId="urn:microsoft.com/office/officeart/2005/8/layout/hierarchy1"/>
    <dgm:cxn modelId="{9E9ED36F-0627-4F48-B003-8C7292698539}" type="presOf" srcId="{88BD4717-B3D7-4EB1-910E-2DCE50B6C22C}" destId="{45E3F661-C4ED-4D47-AB06-3F8C04A2BE31}" srcOrd="0" destOrd="0" presId="urn:microsoft.com/office/officeart/2005/8/layout/hierarchy1"/>
    <dgm:cxn modelId="{CD859253-4AA5-48FE-90B6-F978D321D846}" srcId="{DCB0D4E9-0222-4775-860C-AB170985EC9E}" destId="{8A5BC1E2-F911-4357-9416-DDA8513F7885}" srcOrd="0" destOrd="0" parTransId="{88BD4717-B3D7-4EB1-910E-2DCE50B6C22C}" sibTransId="{9A891C24-29C7-4868-B47D-C350EE6FD7D5}"/>
    <dgm:cxn modelId="{8E7FAB7D-B0EE-46DF-8946-14A1FAC4089F}" type="presOf" srcId="{A1677414-9CCD-4833-B323-7C666794C370}" destId="{5A4D067A-EC1D-4BBA-92EA-67E4025DC35D}" srcOrd="0" destOrd="0" presId="urn:microsoft.com/office/officeart/2005/8/layout/hierarchy1"/>
    <dgm:cxn modelId="{561DEB7D-EFBD-4190-9D55-BE24E088EE24}" srcId="{DCB0D4E9-0222-4775-860C-AB170985EC9E}" destId="{D760A7FB-A8A5-4313-A208-90D578382F28}" srcOrd="5" destOrd="0" parTransId="{8059724F-A42D-460E-9E86-D937B7AF7F83}" sibTransId="{2DAC9FFB-47B9-4114-B606-032FC66169CE}"/>
    <dgm:cxn modelId="{820A417E-E01B-40D7-BCBA-20098D35F293}" type="presOf" srcId="{F2311A92-5214-4B18-B325-428B08431EAB}" destId="{A97DF8C8-93DB-4101-8968-55DA1A4979FC}" srcOrd="0" destOrd="0" presId="urn:microsoft.com/office/officeart/2005/8/layout/hierarchy1"/>
    <dgm:cxn modelId="{D1AC4C8B-799B-4E8D-989C-DBC228BB9674}" srcId="{DCB0D4E9-0222-4775-860C-AB170985EC9E}" destId="{692395F0-A08C-4BE1-85B7-D105D1C4358E}" srcOrd="1" destOrd="0" parTransId="{A1677414-9CCD-4833-B323-7C666794C370}" sibTransId="{5ED17007-27C2-4A37-A41A-91391C3D10C3}"/>
    <dgm:cxn modelId="{94EEAA8D-98FD-4202-BAEB-1B74E4DC7824}" type="presOf" srcId="{C5CDB531-5C4D-4277-AAF0-3FA2B354D3D0}" destId="{A2519969-A16B-47E5-9C77-7DC06177B94D}" srcOrd="0" destOrd="0" presId="urn:microsoft.com/office/officeart/2005/8/layout/hierarchy1"/>
    <dgm:cxn modelId="{6CD1738F-57CA-4457-8B14-386BE6302759}" type="presOf" srcId="{8A5BC1E2-F911-4357-9416-DDA8513F7885}" destId="{ECDB74A9-D1F0-457A-AF43-3966AD4CD1F3}" srcOrd="0" destOrd="0" presId="urn:microsoft.com/office/officeart/2005/8/layout/hierarchy1"/>
    <dgm:cxn modelId="{EE559BA1-3E54-4661-BCB8-7409DFD64328}" type="presOf" srcId="{946C3D4B-DE3A-428F-96B4-6A7BB7C7B40C}" destId="{AC5AFBB2-FEE2-4BAE-AD92-335F0A750B74}" srcOrd="0" destOrd="0" presId="urn:microsoft.com/office/officeart/2005/8/layout/hierarchy1"/>
    <dgm:cxn modelId="{FDE705B2-9A46-4027-956C-B3E3A1B09AFB}" srcId="{DCB0D4E9-0222-4775-860C-AB170985EC9E}" destId="{DA876DCF-621F-4FF8-A433-537E9E35B931}" srcOrd="6" destOrd="0" parTransId="{134A720C-A039-41C6-A752-2CA6074E9BC8}" sibTransId="{143BC538-06D2-47CC-8CCB-CB6A65C6F5D6}"/>
    <dgm:cxn modelId="{FD8A20C8-D651-4C63-9F20-91DFC96DFBBF}" type="presOf" srcId="{DA876DCF-621F-4FF8-A433-537E9E35B931}" destId="{DA6E3081-C5EE-4E68-8543-0C16861E3F8B}" srcOrd="0" destOrd="0" presId="urn:microsoft.com/office/officeart/2005/8/layout/hierarchy1"/>
    <dgm:cxn modelId="{95F50FCC-8A37-44CB-942A-13003C65282F}" type="presOf" srcId="{8059724F-A42D-460E-9E86-D937B7AF7F83}" destId="{337EE9C6-3EA5-403C-9ACE-56FB68DD36E1}" srcOrd="0" destOrd="0" presId="urn:microsoft.com/office/officeart/2005/8/layout/hierarchy1"/>
    <dgm:cxn modelId="{25D8F3E6-8E0F-4957-95E5-39FF06C37207}" type="presOf" srcId="{D760A7FB-A8A5-4313-A208-90D578382F28}" destId="{2529EDA6-0742-4D86-B32D-C4B7A0D36D0D}" srcOrd="0" destOrd="0" presId="urn:microsoft.com/office/officeart/2005/8/layout/hierarchy1"/>
    <dgm:cxn modelId="{A96808EA-D863-43F6-AAB1-BF68DB0CAD10}" srcId="{8D13E6B3-C4AB-49F2-99B2-5734A854CD9F}" destId="{DCB0D4E9-0222-4775-860C-AB170985EC9E}" srcOrd="2" destOrd="0" parTransId="{698EDA27-E51D-49F8-A982-B4973B1376C1}" sibTransId="{ABE1744A-AAB3-4841-BF8E-A06F3B62E9B8}"/>
    <dgm:cxn modelId="{789F76F5-986D-4F0F-A31D-E1B08669710A}" type="presOf" srcId="{698EDA27-E51D-49F8-A982-B4973B1376C1}" destId="{20997F76-FF96-4FC7-8AE1-03BE981611F3}" srcOrd="0" destOrd="0" presId="urn:microsoft.com/office/officeart/2005/8/layout/hierarchy1"/>
    <dgm:cxn modelId="{5232CFFA-2EDE-45F3-A092-87C8165216B3}" srcId="{8D13E6B3-C4AB-49F2-99B2-5734A854CD9F}" destId="{97BB8EB6-E2EB-4195-8B07-A2AD65826441}" srcOrd="1" destOrd="0" parTransId="{C05C675F-2A1F-4BAB-989F-DF46B28BCA51}" sibTransId="{D5D09CEB-CBF3-40F2-84F6-E02153BFCAFC}"/>
    <dgm:cxn modelId="{C54281A8-A699-49CE-AE95-9169E496A8B4}" type="presParOf" srcId="{9C923F83-D2A9-45C9-A202-9224CBBE08E2}" destId="{B3D09ECC-54FD-48A0-B4FB-EAFA29A88C75}" srcOrd="0" destOrd="0" presId="urn:microsoft.com/office/officeart/2005/8/layout/hierarchy1"/>
    <dgm:cxn modelId="{C08A9B97-7077-43ED-BF7F-2358A690E8DC}" type="presParOf" srcId="{B3D09ECC-54FD-48A0-B4FB-EAFA29A88C75}" destId="{5E1F5A3B-ED48-4901-AF73-A8052F61D9D4}" srcOrd="0" destOrd="0" presId="urn:microsoft.com/office/officeart/2005/8/layout/hierarchy1"/>
    <dgm:cxn modelId="{A84739B6-1AF1-4D55-8FAD-D3AAAF5963A1}" type="presParOf" srcId="{5E1F5A3B-ED48-4901-AF73-A8052F61D9D4}" destId="{C9B4B6C9-B18E-4C78-A1E2-211973EB9CB9}" srcOrd="0" destOrd="0" presId="urn:microsoft.com/office/officeart/2005/8/layout/hierarchy1"/>
    <dgm:cxn modelId="{FD9F8B71-5D70-47F0-AF52-D8B1663FD3E8}" type="presParOf" srcId="{5E1F5A3B-ED48-4901-AF73-A8052F61D9D4}" destId="{CF3C1D6C-C41A-4C99-9329-137642420FA6}" srcOrd="1" destOrd="0" presId="urn:microsoft.com/office/officeart/2005/8/layout/hierarchy1"/>
    <dgm:cxn modelId="{9B2CC2E5-427E-44D1-821E-80F8445B7DEF}" type="presParOf" srcId="{B3D09ECC-54FD-48A0-B4FB-EAFA29A88C75}" destId="{8DCC6A82-F49C-4302-A64D-966A242BF660}" srcOrd="1" destOrd="0" presId="urn:microsoft.com/office/officeart/2005/8/layout/hierarchy1"/>
    <dgm:cxn modelId="{FB1A0975-9D39-45E7-A8DF-70A54FD96701}" type="presParOf" srcId="{8DCC6A82-F49C-4302-A64D-966A242BF660}" destId="{A97DF8C8-93DB-4101-8968-55DA1A4979FC}" srcOrd="0" destOrd="0" presId="urn:microsoft.com/office/officeart/2005/8/layout/hierarchy1"/>
    <dgm:cxn modelId="{8F9614D0-C08A-40EC-A72A-540232BB5967}" type="presParOf" srcId="{8DCC6A82-F49C-4302-A64D-966A242BF660}" destId="{94041B62-43F1-4990-A671-2BC2D9E590F7}" srcOrd="1" destOrd="0" presId="urn:microsoft.com/office/officeart/2005/8/layout/hierarchy1"/>
    <dgm:cxn modelId="{1DED792D-CC9B-49A7-811D-C44A97DB136B}" type="presParOf" srcId="{94041B62-43F1-4990-A671-2BC2D9E590F7}" destId="{9BD6C041-8A60-421B-8D84-10DF1208BE94}" srcOrd="0" destOrd="0" presId="urn:microsoft.com/office/officeart/2005/8/layout/hierarchy1"/>
    <dgm:cxn modelId="{8B09A10B-ACAA-4F00-BF72-89E11EF0B8AA}" type="presParOf" srcId="{9BD6C041-8A60-421B-8D84-10DF1208BE94}" destId="{F7803E88-7C1F-461F-A5C0-6F3372410665}" srcOrd="0" destOrd="0" presId="urn:microsoft.com/office/officeart/2005/8/layout/hierarchy1"/>
    <dgm:cxn modelId="{B90C7238-5C94-4D6D-A089-40372C09D516}" type="presParOf" srcId="{9BD6C041-8A60-421B-8D84-10DF1208BE94}" destId="{235B7ACA-EA8F-4620-8631-DE155B635057}" srcOrd="1" destOrd="0" presId="urn:microsoft.com/office/officeart/2005/8/layout/hierarchy1"/>
    <dgm:cxn modelId="{36EB7A43-3F15-43DE-8135-16FAD789C765}" type="presParOf" srcId="{94041B62-43F1-4990-A671-2BC2D9E590F7}" destId="{CDD7FEBE-3E59-46EE-8BB4-1502563A81E6}" srcOrd="1" destOrd="0" presId="urn:microsoft.com/office/officeart/2005/8/layout/hierarchy1"/>
    <dgm:cxn modelId="{A8A2074A-0D0E-40EB-A961-016CA31D4FDD}" type="presParOf" srcId="{8DCC6A82-F49C-4302-A64D-966A242BF660}" destId="{854E6C0B-3929-4F5F-9251-684277C31A0B}" srcOrd="2" destOrd="0" presId="urn:microsoft.com/office/officeart/2005/8/layout/hierarchy1"/>
    <dgm:cxn modelId="{E6DF6D8A-5FE8-430E-807A-6C9E426111F3}" type="presParOf" srcId="{8DCC6A82-F49C-4302-A64D-966A242BF660}" destId="{44BDF5B9-85CD-4327-908B-4BD0465F87B7}" srcOrd="3" destOrd="0" presId="urn:microsoft.com/office/officeart/2005/8/layout/hierarchy1"/>
    <dgm:cxn modelId="{FE7CF5D3-A101-4CCA-B1B6-4DBAE20583EE}" type="presParOf" srcId="{44BDF5B9-85CD-4327-908B-4BD0465F87B7}" destId="{60C0CB48-7A19-4802-943D-09EEF097114F}" srcOrd="0" destOrd="0" presId="urn:microsoft.com/office/officeart/2005/8/layout/hierarchy1"/>
    <dgm:cxn modelId="{E494A619-6F6A-49C8-9773-B82C05B1C0D0}" type="presParOf" srcId="{60C0CB48-7A19-4802-943D-09EEF097114F}" destId="{28B4EA6D-E952-4176-BF59-20C35DBBB271}" srcOrd="0" destOrd="0" presId="urn:microsoft.com/office/officeart/2005/8/layout/hierarchy1"/>
    <dgm:cxn modelId="{41DC79AC-0647-41E6-99EB-E4816A992001}" type="presParOf" srcId="{60C0CB48-7A19-4802-943D-09EEF097114F}" destId="{FCFE8C05-6999-4ED9-ABD9-61BF56771A6F}" srcOrd="1" destOrd="0" presId="urn:microsoft.com/office/officeart/2005/8/layout/hierarchy1"/>
    <dgm:cxn modelId="{9FD3AED0-2DF0-4A1D-BF66-F231701C4E23}" type="presParOf" srcId="{44BDF5B9-85CD-4327-908B-4BD0465F87B7}" destId="{5D1F7C0E-EFBA-4141-A097-B29EDFD21211}" srcOrd="1" destOrd="0" presId="urn:microsoft.com/office/officeart/2005/8/layout/hierarchy1"/>
    <dgm:cxn modelId="{4852D58D-F272-4EDC-B595-654222182DEE}" type="presParOf" srcId="{8DCC6A82-F49C-4302-A64D-966A242BF660}" destId="{20997F76-FF96-4FC7-8AE1-03BE981611F3}" srcOrd="4" destOrd="0" presId="urn:microsoft.com/office/officeart/2005/8/layout/hierarchy1"/>
    <dgm:cxn modelId="{2EB295DB-FEFB-4F7F-A94D-ECF910E5408E}" type="presParOf" srcId="{8DCC6A82-F49C-4302-A64D-966A242BF660}" destId="{60706B01-5974-4878-9038-B6F5E3042586}" srcOrd="5" destOrd="0" presId="urn:microsoft.com/office/officeart/2005/8/layout/hierarchy1"/>
    <dgm:cxn modelId="{4C143178-7300-4CD1-A215-834DE3B5CA5C}" type="presParOf" srcId="{60706B01-5974-4878-9038-B6F5E3042586}" destId="{8A130EA9-C2D3-460B-962F-71E2341167F0}" srcOrd="0" destOrd="0" presId="urn:microsoft.com/office/officeart/2005/8/layout/hierarchy1"/>
    <dgm:cxn modelId="{B9DE31BC-D251-4776-937D-BB25B877374C}" type="presParOf" srcId="{8A130EA9-C2D3-460B-962F-71E2341167F0}" destId="{DFDA7E65-3B90-403F-A5BD-2C8BBD2C729E}" srcOrd="0" destOrd="0" presId="urn:microsoft.com/office/officeart/2005/8/layout/hierarchy1"/>
    <dgm:cxn modelId="{A949B6E4-D43F-4D32-B4A8-12CE49FDD78D}" type="presParOf" srcId="{8A130EA9-C2D3-460B-962F-71E2341167F0}" destId="{557F6F16-7CF2-4210-A5C4-ADAAA41B7CEB}" srcOrd="1" destOrd="0" presId="urn:microsoft.com/office/officeart/2005/8/layout/hierarchy1"/>
    <dgm:cxn modelId="{0331861C-5893-45D3-A07A-38D216092719}" type="presParOf" srcId="{60706B01-5974-4878-9038-B6F5E3042586}" destId="{0F81F8A8-A6BB-43EA-B823-029DCB8CC708}" srcOrd="1" destOrd="0" presId="urn:microsoft.com/office/officeart/2005/8/layout/hierarchy1"/>
    <dgm:cxn modelId="{333DFA0A-D0A9-494E-B92C-A832CF5211A1}" type="presParOf" srcId="{0F81F8A8-A6BB-43EA-B823-029DCB8CC708}" destId="{45E3F661-C4ED-4D47-AB06-3F8C04A2BE31}" srcOrd="0" destOrd="0" presId="urn:microsoft.com/office/officeart/2005/8/layout/hierarchy1"/>
    <dgm:cxn modelId="{CC353D3A-C657-4D3F-9BEE-EF588005DC44}" type="presParOf" srcId="{0F81F8A8-A6BB-43EA-B823-029DCB8CC708}" destId="{0C834427-B1C4-45F5-9610-369934DEB549}" srcOrd="1" destOrd="0" presId="urn:microsoft.com/office/officeart/2005/8/layout/hierarchy1"/>
    <dgm:cxn modelId="{A600E0EA-CCA0-48BA-84AA-A3BBD814E151}" type="presParOf" srcId="{0C834427-B1C4-45F5-9610-369934DEB549}" destId="{A1555CB8-A38D-4D21-9C86-3C2136254FC5}" srcOrd="0" destOrd="0" presId="urn:microsoft.com/office/officeart/2005/8/layout/hierarchy1"/>
    <dgm:cxn modelId="{324D8E29-A73A-4822-B7B9-462A1791D7FD}" type="presParOf" srcId="{A1555CB8-A38D-4D21-9C86-3C2136254FC5}" destId="{9483E4AF-F5F7-433C-90B6-B860364C442B}" srcOrd="0" destOrd="0" presId="urn:microsoft.com/office/officeart/2005/8/layout/hierarchy1"/>
    <dgm:cxn modelId="{3B4561CA-ADFC-463D-99E1-BFF144F218C5}" type="presParOf" srcId="{A1555CB8-A38D-4D21-9C86-3C2136254FC5}" destId="{ECDB74A9-D1F0-457A-AF43-3966AD4CD1F3}" srcOrd="1" destOrd="0" presId="urn:microsoft.com/office/officeart/2005/8/layout/hierarchy1"/>
    <dgm:cxn modelId="{B4BDC717-F46A-49BB-92C1-B0567AA80D1E}" type="presParOf" srcId="{0C834427-B1C4-45F5-9610-369934DEB549}" destId="{53A67354-C678-404B-8640-848C41B14528}" srcOrd="1" destOrd="0" presId="urn:microsoft.com/office/officeart/2005/8/layout/hierarchy1"/>
    <dgm:cxn modelId="{63CC0471-E4C1-45F6-9482-5C04D1F5B35A}" type="presParOf" srcId="{0F81F8A8-A6BB-43EA-B823-029DCB8CC708}" destId="{5A4D067A-EC1D-4BBA-92EA-67E4025DC35D}" srcOrd="2" destOrd="0" presId="urn:microsoft.com/office/officeart/2005/8/layout/hierarchy1"/>
    <dgm:cxn modelId="{2FA8F23A-4981-416C-A454-AC8BF5DBF450}" type="presParOf" srcId="{0F81F8A8-A6BB-43EA-B823-029DCB8CC708}" destId="{F9E54F63-CB46-4C16-899B-ABBD1F4B9B84}" srcOrd="3" destOrd="0" presId="urn:microsoft.com/office/officeart/2005/8/layout/hierarchy1"/>
    <dgm:cxn modelId="{A3139E7C-561D-4C23-9F20-825C59E20377}" type="presParOf" srcId="{F9E54F63-CB46-4C16-899B-ABBD1F4B9B84}" destId="{5E1EBA19-962A-4D02-9285-75F4E91BE507}" srcOrd="0" destOrd="0" presId="urn:microsoft.com/office/officeart/2005/8/layout/hierarchy1"/>
    <dgm:cxn modelId="{56BD64F0-5F13-4BE9-94E4-29E40E82C13F}" type="presParOf" srcId="{5E1EBA19-962A-4D02-9285-75F4E91BE507}" destId="{CD92E7C7-6BA3-48D9-B97C-CFDCD3B06DCE}" srcOrd="0" destOrd="0" presId="urn:microsoft.com/office/officeart/2005/8/layout/hierarchy1"/>
    <dgm:cxn modelId="{75106599-B736-49A0-B0E1-EE0B76E77EBB}" type="presParOf" srcId="{5E1EBA19-962A-4D02-9285-75F4E91BE507}" destId="{97FABB5E-5AEB-4DBF-B114-E71BF35D7EC9}" srcOrd="1" destOrd="0" presId="urn:microsoft.com/office/officeart/2005/8/layout/hierarchy1"/>
    <dgm:cxn modelId="{E2AE6622-656F-4886-A04C-2A3549C9A889}" type="presParOf" srcId="{F9E54F63-CB46-4C16-899B-ABBD1F4B9B84}" destId="{4649B402-ABF9-42E2-B625-05DFF7C0286B}" srcOrd="1" destOrd="0" presId="urn:microsoft.com/office/officeart/2005/8/layout/hierarchy1"/>
    <dgm:cxn modelId="{CCB7314F-B580-40F1-80AB-7388FBC55E7B}" type="presParOf" srcId="{0F81F8A8-A6BB-43EA-B823-029DCB8CC708}" destId="{A2519969-A16B-47E5-9C77-7DC06177B94D}" srcOrd="4" destOrd="0" presId="urn:microsoft.com/office/officeart/2005/8/layout/hierarchy1"/>
    <dgm:cxn modelId="{72589DE1-391A-4425-B5E2-3D47F2AB855E}" type="presParOf" srcId="{0F81F8A8-A6BB-43EA-B823-029DCB8CC708}" destId="{ACB26793-F43B-49C5-ABC0-FDDAA1A6A9C2}" srcOrd="5" destOrd="0" presId="urn:microsoft.com/office/officeart/2005/8/layout/hierarchy1"/>
    <dgm:cxn modelId="{B4774872-7B88-498D-A836-CC92BC04BEEB}" type="presParOf" srcId="{ACB26793-F43B-49C5-ABC0-FDDAA1A6A9C2}" destId="{3E2BE0F2-0622-4C9D-A4FD-72AC3F074355}" srcOrd="0" destOrd="0" presId="urn:microsoft.com/office/officeart/2005/8/layout/hierarchy1"/>
    <dgm:cxn modelId="{96809A3F-C289-422C-9900-A247B333738D}" type="presParOf" srcId="{3E2BE0F2-0622-4C9D-A4FD-72AC3F074355}" destId="{F9FB8917-F3B1-45C8-AF58-782542426056}" srcOrd="0" destOrd="0" presId="urn:microsoft.com/office/officeart/2005/8/layout/hierarchy1"/>
    <dgm:cxn modelId="{E4E32091-54E4-4B3A-BD9A-C35E9392A115}" type="presParOf" srcId="{3E2BE0F2-0622-4C9D-A4FD-72AC3F074355}" destId="{8C67E510-62DB-4356-8139-96E548F49E4F}" srcOrd="1" destOrd="0" presId="urn:microsoft.com/office/officeart/2005/8/layout/hierarchy1"/>
    <dgm:cxn modelId="{7CABAD30-BD47-44D2-A620-EF00AB686423}" type="presParOf" srcId="{ACB26793-F43B-49C5-ABC0-FDDAA1A6A9C2}" destId="{E97DF5E0-A274-4776-A7F8-8CD823FD3306}" srcOrd="1" destOrd="0" presId="urn:microsoft.com/office/officeart/2005/8/layout/hierarchy1"/>
    <dgm:cxn modelId="{AE99CB32-3989-4D59-8DBF-106A60A16540}" type="presParOf" srcId="{0F81F8A8-A6BB-43EA-B823-029DCB8CC708}" destId="{A4B0AB70-04A2-4D3C-8AE3-B535A2BB7E31}" srcOrd="6" destOrd="0" presId="urn:microsoft.com/office/officeart/2005/8/layout/hierarchy1"/>
    <dgm:cxn modelId="{691D08E1-6DA9-4F20-B080-7CA45B0052AE}" type="presParOf" srcId="{0F81F8A8-A6BB-43EA-B823-029DCB8CC708}" destId="{14DDD2E5-FFC6-4AB9-9B78-C5AA719FC78C}" srcOrd="7" destOrd="0" presId="urn:microsoft.com/office/officeart/2005/8/layout/hierarchy1"/>
    <dgm:cxn modelId="{48431E2C-0A79-4643-B513-7214780A9CB7}" type="presParOf" srcId="{14DDD2E5-FFC6-4AB9-9B78-C5AA719FC78C}" destId="{2D56AB30-2B34-4E8F-A83E-B873CB7D3455}" srcOrd="0" destOrd="0" presId="urn:microsoft.com/office/officeart/2005/8/layout/hierarchy1"/>
    <dgm:cxn modelId="{4155FFA0-2E1D-4B3A-90D0-10BDAE20CFCA}" type="presParOf" srcId="{2D56AB30-2B34-4E8F-A83E-B873CB7D3455}" destId="{009243AC-704E-4BDA-9C3A-D004CC89120F}" srcOrd="0" destOrd="0" presId="urn:microsoft.com/office/officeart/2005/8/layout/hierarchy1"/>
    <dgm:cxn modelId="{B6FC9589-1A81-488A-9151-2887118B4E1F}" type="presParOf" srcId="{2D56AB30-2B34-4E8F-A83E-B873CB7D3455}" destId="{0B9B4356-6F51-4997-939B-118E6037813E}" srcOrd="1" destOrd="0" presId="urn:microsoft.com/office/officeart/2005/8/layout/hierarchy1"/>
    <dgm:cxn modelId="{1340D0F4-5934-4487-96A5-7830B946C590}" type="presParOf" srcId="{14DDD2E5-FFC6-4AB9-9B78-C5AA719FC78C}" destId="{D957DF17-0767-4B21-8548-D5CF12A4C125}" srcOrd="1" destOrd="0" presId="urn:microsoft.com/office/officeart/2005/8/layout/hierarchy1"/>
    <dgm:cxn modelId="{5D067D52-D4A8-4A11-A7EA-386CDB82600D}" type="presParOf" srcId="{0F81F8A8-A6BB-43EA-B823-029DCB8CC708}" destId="{AC5AFBB2-FEE2-4BAE-AD92-335F0A750B74}" srcOrd="8" destOrd="0" presId="urn:microsoft.com/office/officeart/2005/8/layout/hierarchy1"/>
    <dgm:cxn modelId="{B8F208E8-F61A-451A-98D1-404DE2E0AB0C}" type="presParOf" srcId="{0F81F8A8-A6BB-43EA-B823-029DCB8CC708}" destId="{CCBBC65B-F053-4BE4-B127-2A9E9750404D}" srcOrd="9" destOrd="0" presId="urn:microsoft.com/office/officeart/2005/8/layout/hierarchy1"/>
    <dgm:cxn modelId="{6C4DA9CB-D0AC-481A-A767-A17352B0A6FB}" type="presParOf" srcId="{CCBBC65B-F053-4BE4-B127-2A9E9750404D}" destId="{2B3881F4-3248-41F9-AD5D-9E7C013405A4}" srcOrd="0" destOrd="0" presId="urn:microsoft.com/office/officeart/2005/8/layout/hierarchy1"/>
    <dgm:cxn modelId="{EDF42F80-CE08-47F4-BA22-446B3A19147A}" type="presParOf" srcId="{2B3881F4-3248-41F9-AD5D-9E7C013405A4}" destId="{01D1BBFB-66E9-44DC-9040-232DA31F403B}" srcOrd="0" destOrd="0" presId="urn:microsoft.com/office/officeart/2005/8/layout/hierarchy1"/>
    <dgm:cxn modelId="{B0FDC8BC-B01A-4E32-A23C-4C7B619A1238}" type="presParOf" srcId="{2B3881F4-3248-41F9-AD5D-9E7C013405A4}" destId="{92D237F2-A3DB-4234-AFA9-B3445FF3FE74}" srcOrd="1" destOrd="0" presId="urn:microsoft.com/office/officeart/2005/8/layout/hierarchy1"/>
    <dgm:cxn modelId="{69CFB712-A581-4C20-9B9A-FD6131DBD22F}" type="presParOf" srcId="{CCBBC65B-F053-4BE4-B127-2A9E9750404D}" destId="{FCB9479A-7B72-4EC0-A39D-A0C3AAC8C819}" srcOrd="1" destOrd="0" presId="urn:microsoft.com/office/officeart/2005/8/layout/hierarchy1"/>
    <dgm:cxn modelId="{F5A3472F-A17A-45D4-B0E4-C5347E4FE11F}" type="presParOf" srcId="{0F81F8A8-A6BB-43EA-B823-029DCB8CC708}" destId="{337EE9C6-3EA5-403C-9ACE-56FB68DD36E1}" srcOrd="10" destOrd="0" presId="urn:microsoft.com/office/officeart/2005/8/layout/hierarchy1"/>
    <dgm:cxn modelId="{07E72D9E-33CF-4A98-9FCE-137F9CF2D54C}" type="presParOf" srcId="{0F81F8A8-A6BB-43EA-B823-029DCB8CC708}" destId="{168312B2-575A-4A5A-BC6E-9D50239B8082}" srcOrd="11" destOrd="0" presId="urn:microsoft.com/office/officeart/2005/8/layout/hierarchy1"/>
    <dgm:cxn modelId="{6B4DB6B6-771E-44BF-B9FC-08A7F7D26188}" type="presParOf" srcId="{168312B2-575A-4A5A-BC6E-9D50239B8082}" destId="{C83729A4-F130-4DC7-A3BB-5A26F4C087F0}" srcOrd="0" destOrd="0" presId="urn:microsoft.com/office/officeart/2005/8/layout/hierarchy1"/>
    <dgm:cxn modelId="{CF3F6A0C-BD60-417C-A3CB-458229EDB2C8}" type="presParOf" srcId="{C83729A4-F130-4DC7-A3BB-5A26F4C087F0}" destId="{58885157-7240-4A63-BB10-997D1E6D778E}" srcOrd="0" destOrd="0" presId="urn:microsoft.com/office/officeart/2005/8/layout/hierarchy1"/>
    <dgm:cxn modelId="{E1C69769-91F3-485A-84DA-E328FA33BA53}" type="presParOf" srcId="{C83729A4-F130-4DC7-A3BB-5A26F4C087F0}" destId="{2529EDA6-0742-4D86-B32D-C4B7A0D36D0D}" srcOrd="1" destOrd="0" presId="urn:microsoft.com/office/officeart/2005/8/layout/hierarchy1"/>
    <dgm:cxn modelId="{64CE2C76-4FBA-4ABE-94CE-B46E39981B8A}" type="presParOf" srcId="{168312B2-575A-4A5A-BC6E-9D50239B8082}" destId="{238E3AF7-502D-4DC4-9880-7B807603EF48}" srcOrd="1" destOrd="0" presId="urn:microsoft.com/office/officeart/2005/8/layout/hierarchy1"/>
    <dgm:cxn modelId="{35BF878C-1219-4B1E-9073-D287BA99883D}" type="presParOf" srcId="{0F81F8A8-A6BB-43EA-B823-029DCB8CC708}" destId="{D16AB44C-A85A-4825-8B34-45B0B440B7EE}" srcOrd="12" destOrd="0" presId="urn:microsoft.com/office/officeart/2005/8/layout/hierarchy1"/>
    <dgm:cxn modelId="{C6A9DB8F-1811-44BF-876A-707709D4ACA5}" type="presParOf" srcId="{0F81F8A8-A6BB-43EA-B823-029DCB8CC708}" destId="{F3E5E5FE-9D18-4A21-8FAF-4918E394D2C4}" srcOrd="13" destOrd="0" presId="urn:microsoft.com/office/officeart/2005/8/layout/hierarchy1"/>
    <dgm:cxn modelId="{9A4AD684-A244-4DAB-9EF3-951CBDFE1B05}" type="presParOf" srcId="{F3E5E5FE-9D18-4A21-8FAF-4918E394D2C4}" destId="{00D97F87-1AEA-4CCD-965F-1AC9E4B6AD4F}" srcOrd="0" destOrd="0" presId="urn:microsoft.com/office/officeart/2005/8/layout/hierarchy1"/>
    <dgm:cxn modelId="{AC95C245-0261-4523-8A15-CD62F177C2F1}" type="presParOf" srcId="{00D97F87-1AEA-4CCD-965F-1AC9E4B6AD4F}" destId="{D82ECA97-B162-49E3-A49F-FE0A158BBD09}" srcOrd="0" destOrd="0" presId="urn:microsoft.com/office/officeart/2005/8/layout/hierarchy1"/>
    <dgm:cxn modelId="{C3D83AAD-B90B-410B-AFE8-32187DB326AE}" type="presParOf" srcId="{00D97F87-1AEA-4CCD-965F-1AC9E4B6AD4F}" destId="{DA6E3081-C5EE-4E68-8543-0C16861E3F8B}" srcOrd="1" destOrd="0" presId="urn:microsoft.com/office/officeart/2005/8/layout/hierarchy1"/>
    <dgm:cxn modelId="{429C0A3F-A850-4B63-8861-9FC3745CC6EC}" type="presParOf" srcId="{F3E5E5FE-9D18-4A21-8FAF-4918E394D2C4}" destId="{23635C49-4E79-416D-9E61-9E23E21E73B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C2B9CD-5EA1-4289-AAD5-DF3109CE0912}" type="doc">
      <dgm:prSet loTypeId="urn:microsoft.com/office/officeart/2008/layout/LinedList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4444679-D633-4882-8C7F-9C89E7432959}">
      <dgm:prSet/>
      <dgm:spPr/>
      <dgm:t>
        <a:bodyPr/>
        <a:lstStyle/>
        <a:p>
          <a:r>
            <a:rPr lang="en-US" dirty="0" err="1"/>
            <a:t>শাকসবজি</a:t>
          </a:r>
          <a:r>
            <a:rPr lang="en-US" dirty="0"/>
            <a:t> </a:t>
          </a:r>
          <a:r>
            <a:rPr lang="en-US" dirty="0" err="1"/>
            <a:t>সংরক্ষন</a:t>
          </a:r>
          <a:endParaRPr lang="en-US" dirty="0"/>
        </a:p>
      </dgm:t>
    </dgm:pt>
    <dgm:pt modelId="{CAD8BFBC-CBC1-4557-A3EC-95941EC489C4}" type="parTrans" cxnId="{0A7EE7BC-4272-4F0B-B9B9-A06EE6CABB7A}">
      <dgm:prSet/>
      <dgm:spPr/>
      <dgm:t>
        <a:bodyPr/>
        <a:lstStyle/>
        <a:p>
          <a:endParaRPr lang="en-US"/>
        </a:p>
      </dgm:t>
    </dgm:pt>
    <dgm:pt modelId="{D2912E7A-988A-4208-AC43-CD0616FC561E}" type="sibTrans" cxnId="{0A7EE7BC-4272-4F0B-B9B9-A06EE6CABB7A}">
      <dgm:prSet/>
      <dgm:spPr/>
      <dgm:t>
        <a:bodyPr/>
        <a:lstStyle/>
        <a:p>
          <a:endParaRPr lang="en-US"/>
        </a:p>
      </dgm:t>
    </dgm:pt>
    <dgm:pt modelId="{A31ACF90-79B4-4328-8948-117AAA390176}">
      <dgm:prSet/>
      <dgm:spPr/>
      <dgm:t>
        <a:bodyPr/>
        <a:lstStyle/>
        <a:p>
          <a:r>
            <a:rPr lang="en-US" dirty="0" err="1"/>
            <a:t>স্বল্পকালীন</a:t>
          </a:r>
          <a:endParaRPr lang="en-US" dirty="0"/>
        </a:p>
      </dgm:t>
    </dgm:pt>
    <dgm:pt modelId="{F0861B60-CDC6-4A97-A173-4437E2CC3657}" type="parTrans" cxnId="{83711075-1B21-45BA-85EE-1BDD357E7672}">
      <dgm:prSet/>
      <dgm:spPr/>
      <dgm:t>
        <a:bodyPr/>
        <a:lstStyle/>
        <a:p>
          <a:endParaRPr lang="en-US"/>
        </a:p>
      </dgm:t>
    </dgm:pt>
    <dgm:pt modelId="{FDFB572D-B6AB-4E0B-A10B-B72E06A13A08}" type="sibTrans" cxnId="{83711075-1B21-45BA-85EE-1BDD357E7672}">
      <dgm:prSet/>
      <dgm:spPr/>
      <dgm:t>
        <a:bodyPr/>
        <a:lstStyle/>
        <a:p>
          <a:endParaRPr lang="en-US"/>
        </a:p>
      </dgm:t>
    </dgm:pt>
    <dgm:pt modelId="{255C1829-7EF8-47E5-8E53-28F218AFA07B}">
      <dgm:prSet/>
      <dgm:spPr/>
      <dgm:t>
        <a:bodyPr/>
        <a:lstStyle/>
        <a:p>
          <a:r>
            <a:rPr lang="en-US" dirty="0" err="1"/>
            <a:t>দীর্ঘকালীন</a:t>
          </a:r>
          <a:endParaRPr lang="en-US" dirty="0"/>
        </a:p>
      </dgm:t>
    </dgm:pt>
    <dgm:pt modelId="{9BCE5C1B-6CE6-44EE-9668-AC10EE428546}" type="parTrans" cxnId="{CCE082FD-CF2E-4B68-806C-E0DD24CB79E4}">
      <dgm:prSet/>
      <dgm:spPr/>
      <dgm:t>
        <a:bodyPr/>
        <a:lstStyle/>
        <a:p>
          <a:endParaRPr lang="en-US"/>
        </a:p>
      </dgm:t>
    </dgm:pt>
    <dgm:pt modelId="{0BDE2D35-F52C-436A-817E-F4EBF296644E}" type="sibTrans" cxnId="{CCE082FD-CF2E-4B68-806C-E0DD24CB79E4}">
      <dgm:prSet/>
      <dgm:spPr/>
      <dgm:t>
        <a:bodyPr/>
        <a:lstStyle/>
        <a:p>
          <a:endParaRPr lang="en-US"/>
        </a:p>
      </dgm:t>
    </dgm:pt>
    <dgm:pt modelId="{D6DCA34B-875A-4BB1-AD31-EE0A18306F1F}">
      <dgm:prSet/>
      <dgm:spPr/>
      <dgm:t>
        <a:bodyPr/>
        <a:lstStyle/>
        <a:p>
          <a:r>
            <a:rPr lang="en-US" dirty="0" err="1"/>
            <a:t>ছায়াযুক্ত</a:t>
          </a:r>
          <a:r>
            <a:rPr lang="en-US" dirty="0"/>
            <a:t> </a:t>
          </a:r>
          <a:r>
            <a:rPr lang="en-US" dirty="0" err="1"/>
            <a:t>স্থানে</a:t>
          </a:r>
          <a:r>
            <a:rPr lang="en-US" dirty="0"/>
            <a:t> </a:t>
          </a:r>
          <a:r>
            <a:rPr lang="en-US" dirty="0" err="1"/>
            <a:t>রাখা</a:t>
          </a:r>
          <a:endParaRPr lang="en-US" dirty="0"/>
        </a:p>
      </dgm:t>
    </dgm:pt>
    <dgm:pt modelId="{EBE47700-F792-4226-AB94-A5D328C18FE4}" type="parTrans" cxnId="{EC13F28D-3D01-469C-BBBC-F17F1BB93259}">
      <dgm:prSet/>
      <dgm:spPr/>
      <dgm:t>
        <a:bodyPr/>
        <a:lstStyle/>
        <a:p>
          <a:endParaRPr lang="en-US"/>
        </a:p>
      </dgm:t>
    </dgm:pt>
    <dgm:pt modelId="{49BBDB5B-A089-4FA6-B869-83D470CA8937}" type="sibTrans" cxnId="{EC13F28D-3D01-469C-BBBC-F17F1BB93259}">
      <dgm:prSet/>
      <dgm:spPr/>
      <dgm:t>
        <a:bodyPr/>
        <a:lstStyle/>
        <a:p>
          <a:endParaRPr lang="en-US"/>
        </a:p>
      </dgm:t>
    </dgm:pt>
    <dgm:pt modelId="{9E4BEFBD-D986-432A-A100-A5A0C176B470}">
      <dgm:prSet/>
      <dgm:spPr/>
      <dgm:t>
        <a:bodyPr/>
        <a:lstStyle/>
        <a:p>
          <a:r>
            <a:rPr lang="en-US" dirty="0" err="1"/>
            <a:t>পলিথিন</a:t>
          </a:r>
          <a:r>
            <a:rPr lang="en-US" dirty="0"/>
            <a:t> </a:t>
          </a:r>
          <a:r>
            <a:rPr lang="en-US" dirty="0" err="1"/>
            <a:t>ব্যাগে</a:t>
          </a:r>
          <a:r>
            <a:rPr lang="en-US" dirty="0"/>
            <a:t> </a:t>
          </a:r>
          <a:r>
            <a:rPr lang="en-US" dirty="0" err="1"/>
            <a:t>রাখা</a:t>
          </a:r>
          <a:endParaRPr lang="en-US" dirty="0"/>
        </a:p>
      </dgm:t>
    </dgm:pt>
    <dgm:pt modelId="{DE0F8C09-50E1-4D7A-BF3D-3B2B63CB389B}" type="parTrans" cxnId="{C4467095-2CAD-4F5A-8CD6-FE576F9CAF52}">
      <dgm:prSet/>
      <dgm:spPr/>
      <dgm:t>
        <a:bodyPr/>
        <a:lstStyle/>
        <a:p>
          <a:endParaRPr lang="en-US"/>
        </a:p>
      </dgm:t>
    </dgm:pt>
    <dgm:pt modelId="{603B8D52-9CCB-4A1F-94AC-5A41796DCBA2}" type="sibTrans" cxnId="{C4467095-2CAD-4F5A-8CD6-FE576F9CAF52}">
      <dgm:prSet/>
      <dgm:spPr/>
      <dgm:t>
        <a:bodyPr/>
        <a:lstStyle/>
        <a:p>
          <a:endParaRPr lang="en-US"/>
        </a:p>
      </dgm:t>
    </dgm:pt>
    <dgm:pt modelId="{C1307D58-1FC9-4E14-9351-BDA522DF1BBA}">
      <dgm:prSet/>
      <dgm:spPr/>
      <dgm:t>
        <a:bodyPr/>
        <a:lstStyle/>
        <a:p>
          <a:r>
            <a:rPr lang="en-US" dirty="0"/>
            <a:t>কম </a:t>
          </a:r>
          <a:r>
            <a:rPr lang="en-US" dirty="0" err="1"/>
            <a:t>তাপমাত্রায়</a:t>
          </a:r>
          <a:r>
            <a:rPr lang="en-US" dirty="0"/>
            <a:t> </a:t>
          </a:r>
          <a:r>
            <a:rPr lang="en-US" dirty="0" err="1"/>
            <a:t>রাখা</a:t>
          </a:r>
          <a:endParaRPr lang="en-US" dirty="0"/>
        </a:p>
      </dgm:t>
    </dgm:pt>
    <dgm:pt modelId="{F142F816-7998-4F5F-8DB8-FC331AAF9F79}" type="parTrans" cxnId="{173FE114-3285-480E-AEAD-15C0426499C4}">
      <dgm:prSet/>
      <dgm:spPr/>
      <dgm:t>
        <a:bodyPr/>
        <a:lstStyle/>
        <a:p>
          <a:endParaRPr lang="en-US"/>
        </a:p>
      </dgm:t>
    </dgm:pt>
    <dgm:pt modelId="{C2563FC4-7702-4E82-BD45-BD07A57DA097}" type="sibTrans" cxnId="{173FE114-3285-480E-AEAD-15C0426499C4}">
      <dgm:prSet/>
      <dgm:spPr/>
      <dgm:t>
        <a:bodyPr/>
        <a:lstStyle/>
        <a:p>
          <a:endParaRPr lang="en-US"/>
        </a:p>
      </dgm:t>
    </dgm:pt>
    <dgm:pt modelId="{E1B033C9-9684-47F9-81D4-1E31E0B827B9}">
      <dgm:prSet/>
      <dgm:spPr/>
      <dgm:t>
        <a:bodyPr/>
        <a:lstStyle/>
        <a:p>
          <a:r>
            <a:rPr lang="en-US" dirty="0" err="1"/>
            <a:t>ফ্রিজিং</a:t>
          </a:r>
          <a:endParaRPr lang="en-US" dirty="0"/>
        </a:p>
      </dgm:t>
    </dgm:pt>
    <dgm:pt modelId="{0D8F415A-CCD2-4A6E-831A-2DFDADE3748A}" type="parTrans" cxnId="{E85AF23D-01F6-43FC-A290-34A2B1FAEA99}">
      <dgm:prSet/>
      <dgm:spPr/>
      <dgm:t>
        <a:bodyPr/>
        <a:lstStyle/>
        <a:p>
          <a:endParaRPr lang="en-US"/>
        </a:p>
      </dgm:t>
    </dgm:pt>
    <dgm:pt modelId="{E5E4E71F-D3E5-4E3B-89BA-43389D3D45B2}" type="sibTrans" cxnId="{E85AF23D-01F6-43FC-A290-34A2B1FAEA99}">
      <dgm:prSet/>
      <dgm:spPr/>
      <dgm:t>
        <a:bodyPr/>
        <a:lstStyle/>
        <a:p>
          <a:endParaRPr lang="en-US"/>
        </a:p>
      </dgm:t>
    </dgm:pt>
    <dgm:pt modelId="{CF69B1AC-6AC0-4D06-BC74-ACF952DF2D70}">
      <dgm:prSet/>
      <dgm:spPr/>
      <dgm:t>
        <a:bodyPr/>
        <a:lstStyle/>
        <a:p>
          <a:r>
            <a:rPr lang="en-US" dirty="0" err="1"/>
            <a:t>জীবানুমুক্রকরণ</a:t>
          </a:r>
          <a:endParaRPr lang="en-US" dirty="0"/>
        </a:p>
      </dgm:t>
    </dgm:pt>
    <dgm:pt modelId="{AEFD607A-20CD-4C1D-BC65-AB6E8D457ECB}" type="parTrans" cxnId="{8E4A89B7-54C4-4268-9A41-FA864D0860F4}">
      <dgm:prSet/>
      <dgm:spPr/>
      <dgm:t>
        <a:bodyPr/>
        <a:lstStyle/>
        <a:p>
          <a:endParaRPr lang="en-US"/>
        </a:p>
      </dgm:t>
    </dgm:pt>
    <dgm:pt modelId="{C16AB803-8DD2-4DBC-8466-4A1A305495F5}" type="sibTrans" cxnId="{8E4A89B7-54C4-4268-9A41-FA864D0860F4}">
      <dgm:prSet/>
      <dgm:spPr/>
      <dgm:t>
        <a:bodyPr/>
        <a:lstStyle/>
        <a:p>
          <a:endParaRPr lang="en-US"/>
        </a:p>
      </dgm:t>
    </dgm:pt>
    <dgm:pt modelId="{4DA9FB49-4DFC-4B9C-B557-1F8224DA136B}">
      <dgm:prSet/>
      <dgm:spPr/>
      <dgm:t>
        <a:bodyPr/>
        <a:lstStyle/>
        <a:p>
          <a:r>
            <a:rPr lang="en-US" dirty="0" err="1"/>
            <a:t>হিমাগারে</a:t>
          </a:r>
          <a:r>
            <a:rPr lang="en-US" dirty="0"/>
            <a:t> </a:t>
          </a:r>
          <a:r>
            <a:rPr lang="en-US" dirty="0" err="1"/>
            <a:t>সংরক্ষন</a:t>
          </a:r>
          <a:endParaRPr lang="en-US" dirty="0"/>
        </a:p>
      </dgm:t>
    </dgm:pt>
    <dgm:pt modelId="{D6FCD39E-7225-4CF0-99DE-58EC59639F78}" type="parTrans" cxnId="{1139AF18-468D-42FB-A68F-D9CCBF5D4690}">
      <dgm:prSet/>
      <dgm:spPr/>
      <dgm:t>
        <a:bodyPr/>
        <a:lstStyle/>
        <a:p>
          <a:endParaRPr lang="en-US"/>
        </a:p>
      </dgm:t>
    </dgm:pt>
    <dgm:pt modelId="{76F4811E-78E2-42FD-BFF3-C83719200E9F}" type="sibTrans" cxnId="{1139AF18-468D-42FB-A68F-D9CCBF5D4690}">
      <dgm:prSet/>
      <dgm:spPr/>
      <dgm:t>
        <a:bodyPr/>
        <a:lstStyle/>
        <a:p>
          <a:endParaRPr lang="en-US"/>
        </a:p>
      </dgm:t>
    </dgm:pt>
    <dgm:pt modelId="{45E84550-8CF8-40C6-984F-EBF711970964}">
      <dgm:prSet/>
      <dgm:spPr/>
      <dgm:t>
        <a:bodyPr/>
        <a:lstStyle/>
        <a:p>
          <a:r>
            <a:rPr lang="en-US" dirty="0" err="1"/>
            <a:t>ডিপফ্রিজিং</a:t>
          </a:r>
          <a:endParaRPr lang="en-US" dirty="0"/>
        </a:p>
      </dgm:t>
    </dgm:pt>
    <dgm:pt modelId="{E9A271F1-5BA7-44E7-87F3-25290F2DED04}" type="parTrans" cxnId="{43318B34-68F2-410D-940E-6189FCE79597}">
      <dgm:prSet/>
      <dgm:spPr/>
      <dgm:t>
        <a:bodyPr/>
        <a:lstStyle/>
        <a:p>
          <a:endParaRPr lang="en-US"/>
        </a:p>
      </dgm:t>
    </dgm:pt>
    <dgm:pt modelId="{F86577B7-43E3-4A82-9E85-BFF2E234E606}" type="sibTrans" cxnId="{43318B34-68F2-410D-940E-6189FCE79597}">
      <dgm:prSet/>
      <dgm:spPr/>
      <dgm:t>
        <a:bodyPr/>
        <a:lstStyle/>
        <a:p>
          <a:endParaRPr lang="en-US"/>
        </a:p>
      </dgm:t>
    </dgm:pt>
    <dgm:pt modelId="{7BC61609-7B28-481B-840F-98874F16CADD}">
      <dgm:prSet/>
      <dgm:spPr/>
      <dgm:t>
        <a:bodyPr/>
        <a:lstStyle/>
        <a:p>
          <a:r>
            <a:rPr lang="en-US" dirty="0" err="1"/>
            <a:t>প্রক্রিয়াজাতকরে</a:t>
          </a:r>
          <a:r>
            <a:rPr lang="en-US" dirty="0"/>
            <a:t> </a:t>
          </a:r>
          <a:r>
            <a:rPr lang="en-US" dirty="0" err="1"/>
            <a:t>সংরক্ষন</a:t>
          </a:r>
          <a:endParaRPr lang="en-US" dirty="0"/>
        </a:p>
      </dgm:t>
    </dgm:pt>
    <dgm:pt modelId="{F58B814C-B16C-4FCB-ADCE-7BC43B9E552E}" type="parTrans" cxnId="{B7285D0C-49A9-4658-9E0A-CA2BFA841114}">
      <dgm:prSet/>
      <dgm:spPr/>
      <dgm:t>
        <a:bodyPr/>
        <a:lstStyle/>
        <a:p>
          <a:endParaRPr lang="en-US"/>
        </a:p>
      </dgm:t>
    </dgm:pt>
    <dgm:pt modelId="{571213BB-CCF6-4F69-96A1-7A97E8981DF6}" type="sibTrans" cxnId="{B7285D0C-49A9-4658-9E0A-CA2BFA841114}">
      <dgm:prSet/>
      <dgm:spPr/>
      <dgm:t>
        <a:bodyPr/>
        <a:lstStyle/>
        <a:p>
          <a:endParaRPr lang="en-US"/>
        </a:p>
      </dgm:t>
    </dgm:pt>
    <dgm:pt modelId="{9666AF0F-EB1B-4FBE-804D-E8A6D41FCD74}">
      <dgm:prSet/>
      <dgm:spPr/>
      <dgm:t>
        <a:bodyPr/>
        <a:lstStyle/>
        <a:p>
          <a:r>
            <a:rPr lang="en-US" dirty="0" err="1"/>
            <a:t>ভিনেগারে</a:t>
          </a:r>
          <a:r>
            <a:rPr lang="en-US" dirty="0"/>
            <a:t> </a:t>
          </a:r>
          <a:r>
            <a:rPr lang="en-US" dirty="0" err="1"/>
            <a:t>রাখা</a:t>
          </a:r>
          <a:endParaRPr lang="en-US" dirty="0"/>
        </a:p>
      </dgm:t>
    </dgm:pt>
    <dgm:pt modelId="{7061098A-B1D9-4D49-B022-5FB6B87120A5}" type="parTrans" cxnId="{A4CD4353-80BC-41BD-B2C0-5D56EA8A0F32}">
      <dgm:prSet/>
      <dgm:spPr/>
      <dgm:t>
        <a:bodyPr/>
        <a:lstStyle/>
        <a:p>
          <a:endParaRPr lang="en-US"/>
        </a:p>
      </dgm:t>
    </dgm:pt>
    <dgm:pt modelId="{A845DB18-45E0-4697-B664-56E1FEB93440}" type="sibTrans" cxnId="{A4CD4353-80BC-41BD-B2C0-5D56EA8A0F32}">
      <dgm:prSet/>
      <dgm:spPr/>
      <dgm:t>
        <a:bodyPr/>
        <a:lstStyle/>
        <a:p>
          <a:endParaRPr lang="en-US"/>
        </a:p>
      </dgm:t>
    </dgm:pt>
    <dgm:pt modelId="{9FD2898C-B50A-48F0-8C59-931727760165}">
      <dgm:prSet/>
      <dgm:spPr/>
      <dgm:t>
        <a:bodyPr/>
        <a:lstStyle/>
        <a:p>
          <a:r>
            <a:rPr lang="en-US" dirty="0" err="1"/>
            <a:t>শুকিয়ে</a:t>
          </a:r>
          <a:r>
            <a:rPr lang="en-US" dirty="0"/>
            <a:t> </a:t>
          </a:r>
          <a:r>
            <a:rPr lang="en-US" dirty="0" err="1"/>
            <a:t>সংরক্ষন</a:t>
          </a:r>
          <a:endParaRPr lang="en-US" dirty="0"/>
        </a:p>
      </dgm:t>
    </dgm:pt>
    <dgm:pt modelId="{2FAC10D3-6C30-428C-B985-111D4005F897}" type="parTrans" cxnId="{8F2E6562-0946-483F-90A4-044DA216553D}">
      <dgm:prSet/>
      <dgm:spPr/>
      <dgm:t>
        <a:bodyPr/>
        <a:lstStyle/>
        <a:p>
          <a:endParaRPr lang="en-US"/>
        </a:p>
      </dgm:t>
    </dgm:pt>
    <dgm:pt modelId="{ADE61319-4860-4D76-9816-4520D5AA0739}" type="sibTrans" cxnId="{8F2E6562-0946-483F-90A4-044DA216553D}">
      <dgm:prSet/>
      <dgm:spPr/>
      <dgm:t>
        <a:bodyPr/>
        <a:lstStyle/>
        <a:p>
          <a:endParaRPr lang="en-US"/>
        </a:p>
      </dgm:t>
    </dgm:pt>
    <dgm:pt modelId="{8C0900CC-AF5A-4C69-871C-990B44B5AB14}">
      <dgm:prSet/>
      <dgm:spPr/>
      <dgm:t>
        <a:bodyPr/>
        <a:lstStyle/>
        <a:p>
          <a:r>
            <a:rPr lang="en-US" dirty="0" err="1"/>
            <a:t>ক্যানিং</a:t>
          </a:r>
          <a:r>
            <a:rPr lang="en-US" dirty="0"/>
            <a:t> </a:t>
          </a:r>
        </a:p>
      </dgm:t>
    </dgm:pt>
    <dgm:pt modelId="{93D85D35-D479-4EF1-BE62-65C5D853FBD7}" type="parTrans" cxnId="{4FD28F41-8926-44D7-AE68-2A32C67070B0}">
      <dgm:prSet/>
      <dgm:spPr/>
      <dgm:t>
        <a:bodyPr/>
        <a:lstStyle/>
        <a:p>
          <a:endParaRPr lang="en-US"/>
        </a:p>
      </dgm:t>
    </dgm:pt>
    <dgm:pt modelId="{9DB059D8-B74F-4030-94F9-7FB3EF25D4AC}" type="sibTrans" cxnId="{4FD28F41-8926-44D7-AE68-2A32C67070B0}">
      <dgm:prSet/>
      <dgm:spPr/>
      <dgm:t>
        <a:bodyPr/>
        <a:lstStyle/>
        <a:p>
          <a:endParaRPr lang="en-US"/>
        </a:p>
      </dgm:t>
    </dgm:pt>
    <dgm:pt modelId="{831E487D-7407-4039-82B5-161F91D01CCE}" type="pres">
      <dgm:prSet presAssocID="{30C2B9CD-5EA1-4289-AAD5-DF3109CE0912}" presName="vert0" presStyleCnt="0">
        <dgm:presLayoutVars>
          <dgm:dir/>
          <dgm:animOne val="branch"/>
          <dgm:animLvl val="lvl"/>
        </dgm:presLayoutVars>
      </dgm:prSet>
      <dgm:spPr/>
    </dgm:pt>
    <dgm:pt modelId="{C8A3878D-7E34-4491-8533-9A9B0D91C8C8}" type="pres">
      <dgm:prSet presAssocID="{24444679-D633-4882-8C7F-9C89E7432959}" presName="thickLine" presStyleLbl="alignNode1" presStyleIdx="0" presStyleCnt="1"/>
      <dgm:spPr/>
    </dgm:pt>
    <dgm:pt modelId="{D8F47EFD-7198-4306-BE42-0DD1AC48BE62}" type="pres">
      <dgm:prSet presAssocID="{24444679-D633-4882-8C7F-9C89E7432959}" presName="horz1" presStyleCnt="0"/>
      <dgm:spPr/>
    </dgm:pt>
    <dgm:pt modelId="{C95C1F07-231D-499F-9E21-5B2948A402DB}" type="pres">
      <dgm:prSet presAssocID="{24444679-D633-4882-8C7F-9C89E7432959}" presName="tx1" presStyleLbl="revTx" presStyleIdx="0" presStyleCnt="14"/>
      <dgm:spPr/>
    </dgm:pt>
    <dgm:pt modelId="{49D49D38-585A-498B-B59E-BE780D984C86}" type="pres">
      <dgm:prSet presAssocID="{24444679-D633-4882-8C7F-9C89E7432959}" presName="vert1" presStyleCnt="0"/>
      <dgm:spPr/>
    </dgm:pt>
    <dgm:pt modelId="{F9241EEA-D759-48C8-9334-5D3B9D60F5B9}" type="pres">
      <dgm:prSet presAssocID="{A31ACF90-79B4-4328-8948-117AAA390176}" presName="vertSpace2a" presStyleCnt="0"/>
      <dgm:spPr/>
    </dgm:pt>
    <dgm:pt modelId="{E4DEB160-7D4A-45E8-A2D7-08ADA981AD19}" type="pres">
      <dgm:prSet presAssocID="{A31ACF90-79B4-4328-8948-117AAA390176}" presName="horz2" presStyleCnt="0"/>
      <dgm:spPr/>
    </dgm:pt>
    <dgm:pt modelId="{75D5AF3B-582B-4492-982A-C4EE408C8440}" type="pres">
      <dgm:prSet presAssocID="{A31ACF90-79B4-4328-8948-117AAA390176}" presName="horzSpace2" presStyleCnt="0"/>
      <dgm:spPr/>
    </dgm:pt>
    <dgm:pt modelId="{DC761721-EF85-478B-8F32-51E1A8330ADC}" type="pres">
      <dgm:prSet presAssocID="{A31ACF90-79B4-4328-8948-117AAA390176}" presName="tx2" presStyleLbl="revTx" presStyleIdx="1" presStyleCnt="14"/>
      <dgm:spPr/>
    </dgm:pt>
    <dgm:pt modelId="{DD4EFDFB-2886-45B4-B45B-9E46B36A77E0}" type="pres">
      <dgm:prSet presAssocID="{A31ACF90-79B4-4328-8948-117AAA390176}" presName="vert2" presStyleCnt="0"/>
      <dgm:spPr/>
    </dgm:pt>
    <dgm:pt modelId="{B45E81B8-13F7-4638-812D-D3AD288A5FED}" type="pres">
      <dgm:prSet presAssocID="{D6DCA34B-875A-4BB1-AD31-EE0A18306F1F}" presName="horz3" presStyleCnt="0"/>
      <dgm:spPr/>
    </dgm:pt>
    <dgm:pt modelId="{B59BAC5A-824E-4F16-8567-324116028B51}" type="pres">
      <dgm:prSet presAssocID="{D6DCA34B-875A-4BB1-AD31-EE0A18306F1F}" presName="horzSpace3" presStyleCnt="0"/>
      <dgm:spPr/>
    </dgm:pt>
    <dgm:pt modelId="{D356CC14-B66C-46A1-9AC4-82A276353ACC}" type="pres">
      <dgm:prSet presAssocID="{D6DCA34B-875A-4BB1-AD31-EE0A18306F1F}" presName="tx3" presStyleLbl="revTx" presStyleIdx="2" presStyleCnt="14"/>
      <dgm:spPr/>
    </dgm:pt>
    <dgm:pt modelId="{45D05CB8-14CD-49EB-8949-18714E2B9725}" type="pres">
      <dgm:prSet presAssocID="{D6DCA34B-875A-4BB1-AD31-EE0A18306F1F}" presName="vert3" presStyleCnt="0"/>
      <dgm:spPr/>
    </dgm:pt>
    <dgm:pt modelId="{CE411018-6035-4B12-91DA-20554C86F463}" type="pres">
      <dgm:prSet presAssocID="{49BBDB5B-A089-4FA6-B869-83D470CA8937}" presName="thinLine3" presStyleLbl="callout" presStyleIdx="0" presStyleCnt="11"/>
      <dgm:spPr/>
    </dgm:pt>
    <dgm:pt modelId="{4C8EE698-FD4F-4459-B0A6-B188A7C7E52F}" type="pres">
      <dgm:prSet presAssocID="{9E4BEFBD-D986-432A-A100-A5A0C176B470}" presName="horz3" presStyleCnt="0"/>
      <dgm:spPr/>
    </dgm:pt>
    <dgm:pt modelId="{E71D22C2-1148-455E-8847-2FA5480D5FE7}" type="pres">
      <dgm:prSet presAssocID="{9E4BEFBD-D986-432A-A100-A5A0C176B470}" presName="horzSpace3" presStyleCnt="0"/>
      <dgm:spPr/>
    </dgm:pt>
    <dgm:pt modelId="{BEBA4BC2-5F38-4C44-B2BD-823E2DA0F752}" type="pres">
      <dgm:prSet presAssocID="{9E4BEFBD-D986-432A-A100-A5A0C176B470}" presName="tx3" presStyleLbl="revTx" presStyleIdx="3" presStyleCnt="14"/>
      <dgm:spPr/>
    </dgm:pt>
    <dgm:pt modelId="{B7200BCE-B958-4CEF-A227-F38A1B6FB8C5}" type="pres">
      <dgm:prSet presAssocID="{9E4BEFBD-D986-432A-A100-A5A0C176B470}" presName="vert3" presStyleCnt="0"/>
      <dgm:spPr/>
    </dgm:pt>
    <dgm:pt modelId="{3CDBBDEA-101E-4B7A-8264-CAAB8F078A68}" type="pres">
      <dgm:prSet presAssocID="{603B8D52-9CCB-4A1F-94AC-5A41796DCBA2}" presName="thinLine3" presStyleLbl="callout" presStyleIdx="1" presStyleCnt="11"/>
      <dgm:spPr/>
    </dgm:pt>
    <dgm:pt modelId="{98CBB3DB-0423-41CB-AB91-A44310A0E8D5}" type="pres">
      <dgm:prSet presAssocID="{C1307D58-1FC9-4E14-9351-BDA522DF1BBA}" presName="horz3" presStyleCnt="0"/>
      <dgm:spPr/>
    </dgm:pt>
    <dgm:pt modelId="{65B718B3-84EC-4EDD-95D6-3ABCDBDD9BE8}" type="pres">
      <dgm:prSet presAssocID="{C1307D58-1FC9-4E14-9351-BDA522DF1BBA}" presName="horzSpace3" presStyleCnt="0"/>
      <dgm:spPr/>
    </dgm:pt>
    <dgm:pt modelId="{AB79A180-365A-4AC0-9008-031F479DD958}" type="pres">
      <dgm:prSet presAssocID="{C1307D58-1FC9-4E14-9351-BDA522DF1BBA}" presName="tx3" presStyleLbl="revTx" presStyleIdx="4" presStyleCnt="14"/>
      <dgm:spPr/>
    </dgm:pt>
    <dgm:pt modelId="{7A8FA8BF-F3FF-431A-97A1-475E5CF3D6FC}" type="pres">
      <dgm:prSet presAssocID="{C1307D58-1FC9-4E14-9351-BDA522DF1BBA}" presName="vert3" presStyleCnt="0"/>
      <dgm:spPr/>
    </dgm:pt>
    <dgm:pt modelId="{7E1CD861-1183-4F69-AB6F-8AFD234797B1}" type="pres">
      <dgm:prSet presAssocID="{C2563FC4-7702-4E82-BD45-BD07A57DA097}" presName="thinLine3" presStyleLbl="callout" presStyleIdx="2" presStyleCnt="11"/>
      <dgm:spPr/>
    </dgm:pt>
    <dgm:pt modelId="{4BC1D04F-B6BC-4AC1-84DA-E222154D170B}" type="pres">
      <dgm:prSet presAssocID="{E1B033C9-9684-47F9-81D4-1E31E0B827B9}" presName="horz3" presStyleCnt="0"/>
      <dgm:spPr/>
    </dgm:pt>
    <dgm:pt modelId="{D3B117AC-F6E0-4378-A04C-A193E4E2B537}" type="pres">
      <dgm:prSet presAssocID="{E1B033C9-9684-47F9-81D4-1E31E0B827B9}" presName="horzSpace3" presStyleCnt="0"/>
      <dgm:spPr/>
    </dgm:pt>
    <dgm:pt modelId="{7379C565-EA13-4A42-BF70-12ADC0D6B489}" type="pres">
      <dgm:prSet presAssocID="{E1B033C9-9684-47F9-81D4-1E31E0B827B9}" presName="tx3" presStyleLbl="revTx" presStyleIdx="5" presStyleCnt="14"/>
      <dgm:spPr/>
    </dgm:pt>
    <dgm:pt modelId="{44669504-6DA8-4AE7-814F-9551508EAEBC}" type="pres">
      <dgm:prSet presAssocID="{E1B033C9-9684-47F9-81D4-1E31E0B827B9}" presName="vert3" presStyleCnt="0"/>
      <dgm:spPr/>
    </dgm:pt>
    <dgm:pt modelId="{3E40BFF0-2017-4933-9402-6231C918D811}" type="pres">
      <dgm:prSet presAssocID="{E5E4E71F-D3E5-4E3B-89BA-43389D3D45B2}" presName="thinLine3" presStyleLbl="callout" presStyleIdx="3" presStyleCnt="11"/>
      <dgm:spPr/>
    </dgm:pt>
    <dgm:pt modelId="{DB93B539-B8AE-4D38-86D3-4474B2D6FA0E}" type="pres">
      <dgm:prSet presAssocID="{CF69B1AC-6AC0-4D06-BC74-ACF952DF2D70}" presName="horz3" presStyleCnt="0"/>
      <dgm:spPr/>
    </dgm:pt>
    <dgm:pt modelId="{7A4D1DD9-4CF5-4B37-9700-52E47837DC53}" type="pres">
      <dgm:prSet presAssocID="{CF69B1AC-6AC0-4D06-BC74-ACF952DF2D70}" presName="horzSpace3" presStyleCnt="0"/>
      <dgm:spPr/>
    </dgm:pt>
    <dgm:pt modelId="{F55F24CE-4D59-4527-A892-B723ECAD840D}" type="pres">
      <dgm:prSet presAssocID="{CF69B1AC-6AC0-4D06-BC74-ACF952DF2D70}" presName="tx3" presStyleLbl="revTx" presStyleIdx="6" presStyleCnt="14"/>
      <dgm:spPr/>
    </dgm:pt>
    <dgm:pt modelId="{9B3E6926-6892-459C-9844-78596BCE5C89}" type="pres">
      <dgm:prSet presAssocID="{CF69B1AC-6AC0-4D06-BC74-ACF952DF2D70}" presName="vert3" presStyleCnt="0"/>
      <dgm:spPr/>
    </dgm:pt>
    <dgm:pt modelId="{B7C2C016-0060-445E-8840-5F49E7C7733F}" type="pres">
      <dgm:prSet presAssocID="{A31ACF90-79B4-4328-8948-117AAA390176}" presName="thinLine2b" presStyleLbl="callout" presStyleIdx="4" presStyleCnt="11"/>
      <dgm:spPr/>
    </dgm:pt>
    <dgm:pt modelId="{EF3D5AE4-F1AE-467F-BBC4-2D679A40F028}" type="pres">
      <dgm:prSet presAssocID="{A31ACF90-79B4-4328-8948-117AAA390176}" presName="vertSpace2b" presStyleCnt="0"/>
      <dgm:spPr/>
    </dgm:pt>
    <dgm:pt modelId="{C8071456-0BAA-4024-B13D-77293FEED088}" type="pres">
      <dgm:prSet presAssocID="{255C1829-7EF8-47E5-8E53-28F218AFA07B}" presName="horz2" presStyleCnt="0"/>
      <dgm:spPr/>
    </dgm:pt>
    <dgm:pt modelId="{3F41240D-2565-4104-8992-7DBAF5BFD56F}" type="pres">
      <dgm:prSet presAssocID="{255C1829-7EF8-47E5-8E53-28F218AFA07B}" presName="horzSpace2" presStyleCnt="0"/>
      <dgm:spPr/>
    </dgm:pt>
    <dgm:pt modelId="{AF3DBB4B-E33B-4137-8092-50E40FB5220D}" type="pres">
      <dgm:prSet presAssocID="{255C1829-7EF8-47E5-8E53-28F218AFA07B}" presName="tx2" presStyleLbl="revTx" presStyleIdx="7" presStyleCnt="14"/>
      <dgm:spPr/>
    </dgm:pt>
    <dgm:pt modelId="{1BE0962C-9215-4FC9-A0AE-65CED316CFD2}" type="pres">
      <dgm:prSet presAssocID="{255C1829-7EF8-47E5-8E53-28F218AFA07B}" presName="vert2" presStyleCnt="0"/>
      <dgm:spPr/>
    </dgm:pt>
    <dgm:pt modelId="{8A797CA0-3447-4D64-BAF6-BD1648EDFC0B}" type="pres">
      <dgm:prSet presAssocID="{4DA9FB49-4DFC-4B9C-B557-1F8224DA136B}" presName="horz3" presStyleCnt="0"/>
      <dgm:spPr/>
    </dgm:pt>
    <dgm:pt modelId="{F2687369-3757-4BE0-B4EA-3308CDBAA4CF}" type="pres">
      <dgm:prSet presAssocID="{4DA9FB49-4DFC-4B9C-B557-1F8224DA136B}" presName="horzSpace3" presStyleCnt="0"/>
      <dgm:spPr/>
    </dgm:pt>
    <dgm:pt modelId="{2446FD51-8374-4F2C-97FC-96FE36634350}" type="pres">
      <dgm:prSet presAssocID="{4DA9FB49-4DFC-4B9C-B557-1F8224DA136B}" presName="tx3" presStyleLbl="revTx" presStyleIdx="8" presStyleCnt="14"/>
      <dgm:spPr/>
    </dgm:pt>
    <dgm:pt modelId="{12DE7676-6C10-4175-9136-C674FF3D5AC7}" type="pres">
      <dgm:prSet presAssocID="{4DA9FB49-4DFC-4B9C-B557-1F8224DA136B}" presName="vert3" presStyleCnt="0"/>
      <dgm:spPr/>
    </dgm:pt>
    <dgm:pt modelId="{519C8B72-D129-4178-9594-D54353FAD803}" type="pres">
      <dgm:prSet presAssocID="{76F4811E-78E2-42FD-BFF3-C83719200E9F}" presName="thinLine3" presStyleLbl="callout" presStyleIdx="5" presStyleCnt="11"/>
      <dgm:spPr/>
    </dgm:pt>
    <dgm:pt modelId="{9E6B1D3F-171B-47DA-A02B-A2A98EA51D6E}" type="pres">
      <dgm:prSet presAssocID="{45E84550-8CF8-40C6-984F-EBF711970964}" presName="horz3" presStyleCnt="0"/>
      <dgm:spPr/>
    </dgm:pt>
    <dgm:pt modelId="{680BFAC3-65AD-4660-B492-6B5919A36FE4}" type="pres">
      <dgm:prSet presAssocID="{45E84550-8CF8-40C6-984F-EBF711970964}" presName="horzSpace3" presStyleCnt="0"/>
      <dgm:spPr/>
    </dgm:pt>
    <dgm:pt modelId="{7ADB706C-F81B-4591-B9D3-4E03EC05CDDE}" type="pres">
      <dgm:prSet presAssocID="{45E84550-8CF8-40C6-984F-EBF711970964}" presName="tx3" presStyleLbl="revTx" presStyleIdx="9" presStyleCnt="14"/>
      <dgm:spPr/>
    </dgm:pt>
    <dgm:pt modelId="{6BED356F-1688-492B-BD8C-3ECAEEF2AD83}" type="pres">
      <dgm:prSet presAssocID="{45E84550-8CF8-40C6-984F-EBF711970964}" presName="vert3" presStyleCnt="0"/>
      <dgm:spPr/>
    </dgm:pt>
    <dgm:pt modelId="{6840621D-1BAD-4CAF-82F9-AA6AB9276E6E}" type="pres">
      <dgm:prSet presAssocID="{F86577B7-43E3-4A82-9E85-BFF2E234E606}" presName="thinLine3" presStyleLbl="callout" presStyleIdx="6" presStyleCnt="11"/>
      <dgm:spPr/>
    </dgm:pt>
    <dgm:pt modelId="{33E97D1C-310E-4CDA-94F7-C18AFB0AB1E4}" type="pres">
      <dgm:prSet presAssocID="{7BC61609-7B28-481B-840F-98874F16CADD}" presName="horz3" presStyleCnt="0"/>
      <dgm:spPr/>
    </dgm:pt>
    <dgm:pt modelId="{62F02A9D-D99F-49A1-9C17-1349E3440397}" type="pres">
      <dgm:prSet presAssocID="{7BC61609-7B28-481B-840F-98874F16CADD}" presName="horzSpace3" presStyleCnt="0"/>
      <dgm:spPr/>
    </dgm:pt>
    <dgm:pt modelId="{041ACA87-D367-4225-9821-F7477E30D412}" type="pres">
      <dgm:prSet presAssocID="{7BC61609-7B28-481B-840F-98874F16CADD}" presName="tx3" presStyleLbl="revTx" presStyleIdx="10" presStyleCnt="14"/>
      <dgm:spPr/>
    </dgm:pt>
    <dgm:pt modelId="{5726D3D7-B50E-49CE-BE9C-C4D52BCD7834}" type="pres">
      <dgm:prSet presAssocID="{7BC61609-7B28-481B-840F-98874F16CADD}" presName="vert3" presStyleCnt="0"/>
      <dgm:spPr/>
    </dgm:pt>
    <dgm:pt modelId="{F6FD6431-2225-41AC-9392-2BE302FC079B}" type="pres">
      <dgm:prSet presAssocID="{571213BB-CCF6-4F69-96A1-7A97E8981DF6}" presName="thinLine3" presStyleLbl="callout" presStyleIdx="7" presStyleCnt="11"/>
      <dgm:spPr/>
    </dgm:pt>
    <dgm:pt modelId="{366C57D3-84B8-471A-9BF7-71D98AD82D08}" type="pres">
      <dgm:prSet presAssocID="{9666AF0F-EB1B-4FBE-804D-E8A6D41FCD74}" presName="horz3" presStyleCnt="0"/>
      <dgm:spPr/>
    </dgm:pt>
    <dgm:pt modelId="{822155F1-0B46-4D97-A28E-36F020372E28}" type="pres">
      <dgm:prSet presAssocID="{9666AF0F-EB1B-4FBE-804D-E8A6D41FCD74}" presName="horzSpace3" presStyleCnt="0"/>
      <dgm:spPr/>
    </dgm:pt>
    <dgm:pt modelId="{82A3BD81-7B8A-4018-9F6E-F7E2E511F665}" type="pres">
      <dgm:prSet presAssocID="{9666AF0F-EB1B-4FBE-804D-E8A6D41FCD74}" presName="tx3" presStyleLbl="revTx" presStyleIdx="11" presStyleCnt="14"/>
      <dgm:spPr/>
    </dgm:pt>
    <dgm:pt modelId="{C30300DE-5EE4-4DCA-83A0-FF2F99DD3E92}" type="pres">
      <dgm:prSet presAssocID="{9666AF0F-EB1B-4FBE-804D-E8A6D41FCD74}" presName="vert3" presStyleCnt="0"/>
      <dgm:spPr/>
    </dgm:pt>
    <dgm:pt modelId="{8F39D772-8434-4934-9379-6E4597D095EF}" type="pres">
      <dgm:prSet presAssocID="{A845DB18-45E0-4697-B664-56E1FEB93440}" presName="thinLine3" presStyleLbl="callout" presStyleIdx="8" presStyleCnt="11"/>
      <dgm:spPr/>
    </dgm:pt>
    <dgm:pt modelId="{A4076391-38EC-46FA-B2DF-3F6FC9975E0E}" type="pres">
      <dgm:prSet presAssocID="{9FD2898C-B50A-48F0-8C59-931727760165}" presName="horz3" presStyleCnt="0"/>
      <dgm:spPr/>
    </dgm:pt>
    <dgm:pt modelId="{D897B7F2-1790-4449-BADC-53FF97161C50}" type="pres">
      <dgm:prSet presAssocID="{9FD2898C-B50A-48F0-8C59-931727760165}" presName="horzSpace3" presStyleCnt="0"/>
      <dgm:spPr/>
    </dgm:pt>
    <dgm:pt modelId="{735FCE63-B32D-4D5B-A5E1-91BFB5A09A18}" type="pres">
      <dgm:prSet presAssocID="{9FD2898C-B50A-48F0-8C59-931727760165}" presName="tx3" presStyleLbl="revTx" presStyleIdx="12" presStyleCnt="14"/>
      <dgm:spPr/>
    </dgm:pt>
    <dgm:pt modelId="{E2300A04-3D6D-4C32-A8FA-99877C9B56FB}" type="pres">
      <dgm:prSet presAssocID="{9FD2898C-B50A-48F0-8C59-931727760165}" presName="vert3" presStyleCnt="0"/>
      <dgm:spPr/>
    </dgm:pt>
    <dgm:pt modelId="{00DA6B83-5601-4B52-A0B3-7304A7F56991}" type="pres">
      <dgm:prSet presAssocID="{ADE61319-4860-4D76-9816-4520D5AA0739}" presName="thinLine3" presStyleLbl="callout" presStyleIdx="9" presStyleCnt="11"/>
      <dgm:spPr/>
    </dgm:pt>
    <dgm:pt modelId="{9A2BC750-28B7-4D95-99DB-69BB7225DBA6}" type="pres">
      <dgm:prSet presAssocID="{8C0900CC-AF5A-4C69-871C-990B44B5AB14}" presName="horz3" presStyleCnt="0"/>
      <dgm:spPr/>
    </dgm:pt>
    <dgm:pt modelId="{24AD1836-2FD5-4586-940A-107493F1A060}" type="pres">
      <dgm:prSet presAssocID="{8C0900CC-AF5A-4C69-871C-990B44B5AB14}" presName="horzSpace3" presStyleCnt="0"/>
      <dgm:spPr/>
    </dgm:pt>
    <dgm:pt modelId="{41B84157-CCA6-4063-B856-EB1C59B018BC}" type="pres">
      <dgm:prSet presAssocID="{8C0900CC-AF5A-4C69-871C-990B44B5AB14}" presName="tx3" presStyleLbl="revTx" presStyleIdx="13" presStyleCnt="14"/>
      <dgm:spPr/>
    </dgm:pt>
    <dgm:pt modelId="{3707D6E8-5EF0-4E57-8FD7-568D2E4B3BCE}" type="pres">
      <dgm:prSet presAssocID="{8C0900CC-AF5A-4C69-871C-990B44B5AB14}" presName="vert3" presStyleCnt="0"/>
      <dgm:spPr/>
    </dgm:pt>
    <dgm:pt modelId="{F83ACEF7-0DE4-46C4-B415-F272D2C274B5}" type="pres">
      <dgm:prSet presAssocID="{255C1829-7EF8-47E5-8E53-28F218AFA07B}" presName="thinLine2b" presStyleLbl="callout" presStyleIdx="10" presStyleCnt="11"/>
      <dgm:spPr/>
    </dgm:pt>
    <dgm:pt modelId="{C8CCBE0D-8144-4FFE-8FFD-C2B7729BF3E8}" type="pres">
      <dgm:prSet presAssocID="{255C1829-7EF8-47E5-8E53-28F218AFA07B}" presName="vertSpace2b" presStyleCnt="0"/>
      <dgm:spPr/>
    </dgm:pt>
  </dgm:ptLst>
  <dgm:cxnLst>
    <dgm:cxn modelId="{B7285D0C-49A9-4658-9E0A-CA2BFA841114}" srcId="{255C1829-7EF8-47E5-8E53-28F218AFA07B}" destId="{7BC61609-7B28-481B-840F-98874F16CADD}" srcOrd="2" destOrd="0" parTransId="{F58B814C-B16C-4FCB-ADCE-7BC43B9E552E}" sibTransId="{571213BB-CCF6-4F69-96A1-7A97E8981DF6}"/>
    <dgm:cxn modelId="{173FE114-3285-480E-AEAD-15C0426499C4}" srcId="{A31ACF90-79B4-4328-8948-117AAA390176}" destId="{C1307D58-1FC9-4E14-9351-BDA522DF1BBA}" srcOrd="2" destOrd="0" parTransId="{F142F816-7998-4F5F-8DB8-FC331AAF9F79}" sibTransId="{C2563FC4-7702-4E82-BD45-BD07A57DA097}"/>
    <dgm:cxn modelId="{1139AF18-468D-42FB-A68F-D9CCBF5D4690}" srcId="{255C1829-7EF8-47E5-8E53-28F218AFA07B}" destId="{4DA9FB49-4DFC-4B9C-B557-1F8224DA136B}" srcOrd="0" destOrd="0" parTransId="{D6FCD39E-7225-4CF0-99DE-58EC59639F78}" sibTransId="{76F4811E-78E2-42FD-BFF3-C83719200E9F}"/>
    <dgm:cxn modelId="{43318B34-68F2-410D-940E-6189FCE79597}" srcId="{255C1829-7EF8-47E5-8E53-28F218AFA07B}" destId="{45E84550-8CF8-40C6-984F-EBF711970964}" srcOrd="1" destOrd="0" parTransId="{E9A271F1-5BA7-44E7-87F3-25290F2DED04}" sibTransId="{F86577B7-43E3-4A82-9E85-BFF2E234E606}"/>
    <dgm:cxn modelId="{E85AF23D-01F6-43FC-A290-34A2B1FAEA99}" srcId="{A31ACF90-79B4-4328-8948-117AAA390176}" destId="{E1B033C9-9684-47F9-81D4-1E31E0B827B9}" srcOrd="3" destOrd="0" parTransId="{0D8F415A-CCD2-4A6E-831A-2DFDADE3748A}" sibTransId="{E5E4E71F-D3E5-4E3B-89BA-43389D3D45B2}"/>
    <dgm:cxn modelId="{0288075F-1CFF-4060-B464-2ED7396593A4}" type="presOf" srcId="{45E84550-8CF8-40C6-984F-EBF711970964}" destId="{7ADB706C-F81B-4591-B9D3-4E03EC05CDDE}" srcOrd="0" destOrd="0" presId="urn:microsoft.com/office/officeart/2008/layout/LinedList"/>
    <dgm:cxn modelId="{4FD28F41-8926-44D7-AE68-2A32C67070B0}" srcId="{255C1829-7EF8-47E5-8E53-28F218AFA07B}" destId="{8C0900CC-AF5A-4C69-871C-990B44B5AB14}" srcOrd="5" destOrd="0" parTransId="{93D85D35-D479-4EF1-BE62-65C5D853FBD7}" sibTransId="{9DB059D8-B74F-4030-94F9-7FB3EF25D4AC}"/>
    <dgm:cxn modelId="{8F2E6562-0946-483F-90A4-044DA216553D}" srcId="{255C1829-7EF8-47E5-8E53-28F218AFA07B}" destId="{9FD2898C-B50A-48F0-8C59-931727760165}" srcOrd="4" destOrd="0" parTransId="{2FAC10D3-6C30-428C-B985-111D4005F897}" sibTransId="{ADE61319-4860-4D76-9816-4520D5AA0739}"/>
    <dgm:cxn modelId="{E151CC63-5800-4266-A2E4-D4EB53094DCF}" type="presOf" srcId="{7BC61609-7B28-481B-840F-98874F16CADD}" destId="{041ACA87-D367-4225-9821-F7477E30D412}" srcOrd="0" destOrd="0" presId="urn:microsoft.com/office/officeart/2008/layout/LinedList"/>
    <dgm:cxn modelId="{1FC79C69-F2B5-4A4C-830E-E5630C954905}" type="presOf" srcId="{CF69B1AC-6AC0-4D06-BC74-ACF952DF2D70}" destId="{F55F24CE-4D59-4527-A892-B723ECAD840D}" srcOrd="0" destOrd="0" presId="urn:microsoft.com/office/officeart/2008/layout/LinedList"/>
    <dgm:cxn modelId="{18D0EE6B-CFF4-4D55-8B98-73E983C12AD8}" type="presOf" srcId="{24444679-D633-4882-8C7F-9C89E7432959}" destId="{C95C1F07-231D-499F-9E21-5B2948A402DB}" srcOrd="0" destOrd="0" presId="urn:microsoft.com/office/officeart/2008/layout/LinedList"/>
    <dgm:cxn modelId="{A4CD4353-80BC-41BD-B2C0-5D56EA8A0F32}" srcId="{255C1829-7EF8-47E5-8E53-28F218AFA07B}" destId="{9666AF0F-EB1B-4FBE-804D-E8A6D41FCD74}" srcOrd="3" destOrd="0" parTransId="{7061098A-B1D9-4D49-B022-5FB6B87120A5}" sibTransId="{A845DB18-45E0-4697-B664-56E1FEB93440}"/>
    <dgm:cxn modelId="{83711075-1B21-45BA-85EE-1BDD357E7672}" srcId="{24444679-D633-4882-8C7F-9C89E7432959}" destId="{A31ACF90-79B4-4328-8948-117AAA390176}" srcOrd="0" destOrd="0" parTransId="{F0861B60-CDC6-4A97-A173-4437E2CC3657}" sibTransId="{FDFB572D-B6AB-4E0B-A10B-B72E06A13A08}"/>
    <dgm:cxn modelId="{638FB77A-56C5-4566-85DC-50D3A767BB26}" type="presOf" srcId="{30C2B9CD-5EA1-4289-AAD5-DF3109CE0912}" destId="{831E487D-7407-4039-82B5-161F91D01CCE}" srcOrd="0" destOrd="0" presId="urn:microsoft.com/office/officeart/2008/layout/LinedList"/>
    <dgm:cxn modelId="{2CE8BF83-FE4C-4EF1-8BC1-BB50E47EF02C}" type="presOf" srcId="{9666AF0F-EB1B-4FBE-804D-E8A6D41FCD74}" destId="{82A3BD81-7B8A-4018-9F6E-F7E2E511F665}" srcOrd="0" destOrd="0" presId="urn:microsoft.com/office/officeart/2008/layout/LinedList"/>
    <dgm:cxn modelId="{CC622A8B-F141-4580-9F95-06F5AA14D275}" type="presOf" srcId="{4DA9FB49-4DFC-4B9C-B557-1F8224DA136B}" destId="{2446FD51-8374-4F2C-97FC-96FE36634350}" srcOrd="0" destOrd="0" presId="urn:microsoft.com/office/officeart/2008/layout/LinedList"/>
    <dgm:cxn modelId="{EC13F28D-3D01-469C-BBBC-F17F1BB93259}" srcId="{A31ACF90-79B4-4328-8948-117AAA390176}" destId="{D6DCA34B-875A-4BB1-AD31-EE0A18306F1F}" srcOrd="0" destOrd="0" parTransId="{EBE47700-F792-4226-AB94-A5D328C18FE4}" sibTransId="{49BBDB5B-A089-4FA6-B869-83D470CA8937}"/>
    <dgm:cxn modelId="{C4467095-2CAD-4F5A-8CD6-FE576F9CAF52}" srcId="{A31ACF90-79B4-4328-8948-117AAA390176}" destId="{9E4BEFBD-D986-432A-A100-A5A0C176B470}" srcOrd="1" destOrd="0" parTransId="{DE0F8C09-50E1-4D7A-BF3D-3B2B63CB389B}" sibTransId="{603B8D52-9CCB-4A1F-94AC-5A41796DCBA2}"/>
    <dgm:cxn modelId="{49EB9799-640A-4CB3-90D3-54266A1B3DBD}" type="presOf" srcId="{255C1829-7EF8-47E5-8E53-28F218AFA07B}" destId="{AF3DBB4B-E33B-4137-8092-50E40FB5220D}" srcOrd="0" destOrd="0" presId="urn:microsoft.com/office/officeart/2008/layout/LinedList"/>
    <dgm:cxn modelId="{FA2862A4-3E45-412E-9839-9ABBB9F842ED}" type="presOf" srcId="{8C0900CC-AF5A-4C69-871C-990B44B5AB14}" destId="{41B84157-CCA6-4063-B856-EB1C59B018BC}" srcOrd="0" destOrd="0" presId="urn:microsoft.com/office/officeart/2008/layout/LinedList"/>
    <dgm:cxn modelId="{8E4A89B7-54C4-4268-9A41-FA864D0860F4}" srcId="{A31ACF90-79B4-4328-8948-117AAA390176}" destId="{CF69B1AC-6AC0-4D06-BC74-ACF952DF2D70}" srcOrd="4" destOrd="0" parTransId="{AEFD607A-20CD-4C1D-BC65-AB6E8D457ECB}" sibTransId="{C16AB803-8DD2-4DBC-8466-4A1A305495F5}"/>
    <dgm:cxn modelId="{1EBB8CB8-D024-4B9D-A410-BC4271C7F868}" type="presOf" srcId="{A31ACF90-79B4-4328-8948-117AAA390176}" destId="{DC761721-EF85-478B-8F32-51E1A8330ADC}" srcOrd="0" destOrd="0" presId="urn:microsoft.com/office/officeart/2008/layout/LinedList"/>
    <dgm:cxn modelId="{0433A7BC-2CDB-486A-8ACF-C85E696C7130}" type="presOf" srcId="{9FD2898C-B50A-48F0-8C59-931727760165}" destId="{735FCE63-B32D-4D5B-A5E1-91BFB5A09A18}" srcOrd="0" destOrd="0" presId="urn:microsoft.com/office/officeart/2008/layout/LinedList"/>
    <dgm:cxn modelId="{0A7EE7BC-4272-4F0B-B9B9-A06EE6CABB7A}" srcId="{30C2B9CD-5EA1-4289-AAD5-DF3109CE0912}" destId="{24444679-D633-4882-8C7F-9C89E7432959}" srcOrd="0" destOrd="0" parTransId="{CAD8BFBC-CBC1-4557-A3EC-95941EC489C4}" sibTransId="{D2912E7A-988A-4208-AC43-CD0616FC561E}"/>
    <dgm:cxn modelId="{D5FCE9E6-2FA7-4853-A7DA-11DF13862EA1}" type="presOf" srcId="{9E4BEFBD-D986-432A-A100-A5A0C176B470}" destId="{BEBA4BC2-5F38-4C44-B2BD-823E2DA0F752}" srcOrd="0" destOrd="0" presId="urn:microsoft.com/office/officeart/2008/layout/LinedList"/>
    <dgm:cxn modelId="{26FC3BF5-43AF-448C-8949-7844C1528985}" type="presOf" srcId="{E1B033C9-9684-47F9-81D4-1E31E0B827B9}" destId="{7379C565-EA13-4A42-BF70-12ADC0D6B489}" srcOrd="0" destOrd="0" presId="urn:microsoft.com/office/officeart/2008/layout/LinedList"/>
    <dgm:cxn modelId="{81DA38F7-9487-4352-8868-4B63AB98CA54}" type="presOf" srcId="{D6DCA34B-875A-4BB1-AD31-EE0A18306F1F}" destId="{D356CC14-B66C-46A1-9AC4-82A276353ACC}" srcOrd="0" destOrd="0" presId="urn:microsoft.com/office/officeart/2008/layout/LinedList"/>
    <dgm:cxn modelId="{DC1F84FC-A8BA-4D9B-BEBF-E40E907C87C6}" type="presOf" srcId="{C1307D58-1FC9-4E14-9351-BDA522DF1BBA}" destId="{AB79A180-365A-4AC0-9008-031F479DD958}" srcOrd="0" destOrd="0" presId="urn:microsoft.com/office/officeart/2008/layout/LinedList"/>
    <dgm:cxn modelId="{CCE082FD-CF2E-4B68-806C-E0DD24CB79E4}" srcId="{24444679-D633-4882-8C7F-9C89E7432959}" destId="{255C1829-7EF8-47E5-8E53-28F218AFA07B}" srcOrd="1" destOrd="0" parTransId="{9BCE5C1B-6CE6-44EE-9668-AC10EE428546}" sibTransId="{0BDE2D35-F52C-436A-817E-F4EBF296644E}"/>
    <dgm:cxn modelId="{7EC903A5-8F6B-4553-B89F-D80CE566F573}" type="presParOf" srcId="{831E487D-7407-4039-82B5-161F91D01CCE}" destId="{C8A3878D-7E34-4491-8533-9A9B0D91C8C8}" srcOrd="0" destOrd="0" presId="urn:microsoft.com/office/officeart/2008/layout/LinedList"/>
    <dgm:cxn modelId="{4774D489-80BD-444D-A472-D1C91AF35FAC}" type="presParOf" srcId="{831E487D-7407-4039-82B5-161F91D01CCE}" destId="{D8F47EFD-7198-4306-BE42-0DD1AC48BE62}" srcOrd="1" destOrd="0" presId="urn:microsoft.com/office/officeart/2008/layout/LinedList"/>
    <dgm:cxn modelId="{B384FA34-2A18-4CEE-8415-5B49EDA4F821}" type="presParOf" srcId="{D8F47EFD-7198-4306-BE42-0DD1AC48BE62}" destId="{C95C1F07-231D-499F-9E21-5B2948A402DB}" srcOrd="0" destOrd="0" presId="urn:microsoft.com/office/officeart/2008/layout/LinedList"/>
    <dgm:cxn modelId="{5118B4D9-6DC2-4108-9C07-B9E9A96A560E}" type="presParOf" srcId="{D8F47EFD-7198-4306-BE42-0DD1AC48BE62}" destId="{49D49D38-585A-498B-B59E-BE780D984C86}" srcOrd="1" destOrd="0" presId="urn:microsoft.com/office/officeart/2008/layout/LinedList"/>
    <dgm:cxn modelId="{CB2DE88B-D0D8-444C-840A-A20C3D154EDB}" type="presParOf" srcId="{49D49D38-585A-498B-B59E-BE780D984C86}" destId="{F9241EEA-D759-48C8-9334-5D3B9D60F5B9}" srcOrd="0" destOrd="0" presId="urn:microsoft.com/office/officeart/2008/layout/LinedList"/>
    <dgm:cxn modelId="{2EC0AD91-F589-4017-A1EA-15B538592E70}" type="presParOf" srcId="{49D49D38-585A-498B-B59E-BE780D984C86}" destId="{E4DEB160-7D4A-45E8-A2D7-08ADA981AD19}" srcOrd="1" destOrd="0" presId="urn:microsoft.com/office/officeart/2008/layout/LinedList"/>
    <dgm:cxn modelId="{16F53E57-7137-48AA-8EAB-3A436990B5DD}" type="presParOf" srcId="{E4DEB160-7D4A-45E8-A2D7-08ADA981AD19}" destId="{75D5AF3B-582B-4492-982A-C4EE408C8440}" srcOrd="0" destOrd="0" presId="urn:microsoft.com/office/officeart/2008/layout/LinedList"/>
    <dgm:cxn modelId="{F86FE403-63C1-4747-8089-12F2E69F6B68}" type="presParOf" srcId="{E4DEB160-7D4A-45E8-A2D7-08ADA981AD19}" destId="{DC761721-EF85-478B-8F32-51E1A8330ADC}" srcOrd="1" destOrd="0" presId="urn:microsoft.com/office/officeart/2008/layout/LinedList"/>
    <dgm:cxn modelId="{6ABE1E47-0A36-430E-9BC4-A69A2019CA3A}" type="presParOf" srcId="{E4DEB160-7D4A-45E8-A2D7-08ADA981AD19}" destId="{DD4EFDFB-2886-45B4-B45B-9E46B36A77E0}" srcOrd="2" destOrd="0" presId="urn:microsoft.com/office/officeart/2008/layout/LinedList"/>
    <dgm:cxn modelId="{9E20DA15-5221-489C-B8E0-BC086C50DF39}" type="presParOf" srcId="{DD4EFDFB-2886-45B4-B45B-9E46B36A77E0}" destId="{B45E81B8-13F7-4638-812D-D3AD288A5FED}" srcOrd="0" destOrd="0" presId="urn:microsoft.com/office/officeart/2008/layout/LinedList"/>
    <dgm:cxn modelId="{943AFA33-5985-4EB0-A90C-E9A61BE2F8C0}" type="presParOf" srcId="{B45E81B8-13F7-4638-812D-D3AD288A5FED}" destId="{B59BAC5A-824E-4F16-8567-324116028B51}" srcOrd="0" destOrd="0" presId="urn:microsoft.com/office/officeart/2008/layout/LinedList"/>
    <dgm:cxn modelId="{36A4E302-123B-4B84-8682-272CA06F7551}" type="presParOf" srcId="{B45E81B8-13F7-4638-812D-D3AD288A5FED}" destId="{D356CC14-B66C-46A1-9AC4-82A276353ACC}" srcOrd="1" destOrd="0" presId="urn:microsoft.com/office/officeart/2008/layout/LinedList"/>
    <dgm:cxn modelId="{B5136347-1971-4006-9508-DBB5AE6F2CEC}" type="presParOf" srcId="{B45E81B8-13F7-4638-812D-D3AD288A5FED}" destId="{45D05CB8-14CD-49EB-8949-18714E2B9725}" srcOrd="2" destOrd="0" presId="urn:microsoft.com/office/officeart/2008/layout/LinedList"/>
    <dgm:cxn modelId="{374D2D73-259F-47B8-AC03-BC43959F2115}" type="presParOf" srcId="{DD4EFDFB-2886-45B4-B45B-9E46B36A77E0}" destId="{CE411018-6035-4B12-91DA-20554C86F463}" srcOrd="1" destOrd="0" presId="urn:microsoft.com/office/officeart/2008/layout/LinedList"/>
    <dgm:cxn modelId="{9D3A95EC-3995-4E59-8926-CCE25EEBA8FD}" type="presParOf" srcId="{DD4EFDFB-2886-45B4-B45B-9E46B36A77E0}" destId="{4C8EE698-FD4F-4459-B0A6-B188A7C7E52F}" srcOrd="2" destOrd="0" presId="urn:microsoft.com/office/officeart/2008/layout/LinedList"/>
    <dgm:cxn modelId="{DADD879C-C8B0-4021-8781-0D77F82C0890}" type="presParOf" srcId="{4C8EE698-FD4F-4459-B0A6-B188A7C7E52F}" destId="{E71D22C2-1148-455E-8847-2FA5480D5FE7}" srcOrd="0" destOrd="0" presId="urn:microsoft.com/office/officeart/2008/layout/LinedList"/>
    <dgm:cxn modelId="{FB6024C0-9969-4C6C-B098-4B9A9EECFB40}" type="presParOf" srcId="{4C8EE698-FD4F-4459-B0A6-B188A7C7E52F}" destId="{BEBA4BC2-5F38-4C44-B2BD-823E2DA0F752}" srcOrd="1" destOrd="0" presId="urn:microsoft.com/office/officeart/2008/layout/LinedList"/>
    <dgm:cxn modelId="{46A89C08-65F6-4DB8-B0BA-42232E0F1FA2}" type="presParOf" srcId="{4C8EE698-FD4F-4459-B0A6-B188A7C7E52F}" destId="{B7200BCE-B958-4CEF-A227-F38A1B6FB8C5}" srcOrd="2" destOrd="0" presId="urn:microsoft.com/office/officeart/2008/layout/LinedList"/>
    <dgm:cxn modelId="{98502137-E02D-4A0C-9159-76B0232FFE6E}" type="presParOf" srcId="{DD4EFDFB-2886-45B4-B45B-9E46B36A77E0}" destId="{3CDBBDEA-101E-4B7A-8264-CAAB8F078A68}" srcOrd="3" destOrd="0" presId="urn:microsoft.com/office/officeart/2008/layout/LinedList"/>
    <dgm:cxn modelId="{C2A9B6F8-B9C8-456D-82D2-5B4481DD0616}" type="presParOf" srcId="{DD4EFDFB-2886-45B4-B45B-9E46B36A77E0}" destId="{98CBB3DB-0423-41CB-AB91-A44310A0E8D5}" srcOrd="4" destOrd="0" presId="urn:microsoft.com/office/officeart/2008/layout/LinedList"/>
    <dgm:cxn modelId="{6090E689-8F24-484C-B7E0-16A5E36BD5BD}" type="presParOf" srcId="{98CBB3DB-0423-41CB-AB91-A44310A0E8D5}" destId="{65B718B3-84EC-4EDD-95D6-3ABCDBDD9BE8}" srcOrd="0" destOrd="0" presId="urn:microsoft.com/office/officeart/2008/layout/LinedList"/>
    <dgm:cxn modelId="{379DDAF9-4314-4863-96EB-8BD63FD04A5D}" type="presParOf" srcId="{98CBB3DB-0423-41CB-AB91-A44310A0E8D5}" destId="{AB79A180-365A-4AC0-9008-031F479DD958}" srcOrd="1" destOrd="0" presId="urn:microsoft.com/office/officeart/2008/layout/LinedList"/>
    <dgm:cxn modelId="{5E2A2E36-2677-48AF-BACA-9C47EEDCD8F6}" type="presParOf" srcId="{98CBB3DB-0423-41CB-AB91-A44310A0E8D5}" destId="{7A8FA8BF-F3FF-431A-97A1-475E5CF3D6FC}" srcOrd="2" destOrd="0" presId="urn:microsoft.com/office/officeart/2008/layout/LinedList"/>
    <dgm:cxn modelId="{5BBBACFF-9FE2-4DCA-B68B-A33862946B4D}" type="presParOf" srcId="{DD4EFDFB-2886-45B4-B45B-9E46B36A77E0}" destId="{7E1CD861-1183-4F69-AB6F-8AFD234797B1}" srcOrd="5" destOrd="0" presId="urn:microsoft.com/office/officeart/2008/layout/LinedList"/>
    <dgm:cxn modelId="{DA4945AD-C2EC-460E-858D-4B36C4248E01}" type="presParOf" srcId="{DD4EFDFB-2886-45B4-B45B-9E46B36A77E0}" destId="{4BC1D04F-B6BC-4AC1-84DA-E222154D170B}" srcOrd="6" destOrd="0" presId="urn:microsoft.com/office/officeart/2008/layout/LinedList"/>
    <dgm:cxn modelId="{B2C768DD-C3F8-41F7-97BE-72A650B05061}" type="presParOf" srcId="{4BC1D04F-B6BC-4AC1-84DA-E222154D170B}" destId="{D3B117AC-F6E0-4378-A04C-A193E4E2B537}" srcOrd="0" destOrd="0" presId="urn:microsoft.com/office/officeart/2008/layout/LinedList"/>
    <dgm:cxn modelId="{03A00C82-3108-4C32-8992-C0AC714471CC}" type="presParOf" srcId="{4BC1D04F-B6BC-4AC1-84DA-E222154D170B}" destId="{7379C565-EA13-4A42-BF70-12ADC0D6B489}" srcOrd="1" destOrd="0" presId="urn:microsoft.com/office/officeart/2008/layout/LinedList"/>
    <dgm:cxn modelId="{ACCC77E3-93FE-460A-9AFC-472FDA0AFF1F}" type="presParOf" srcId="{4BC1D04F-B6BC-4AC1-84DA-E222154D170B}" destId="{44669504-6DA8-4AE7-814F-9551508EAEBC}" srcOrd="2" destOrd="0" presId="urn:microsoft.com/office/officeart/2008/layout/LinedList"/>
    <dgm:cxn modelId="{7723B3FD-E327-4ED8-95F5-B2CE8A9A7532}" type="presParOf" srcId="{DD4EFDFB-2886-45B4-B45B-9E46B36A77E0}" destId="{3E40BFF0-2017-4933-9402-6231C918D811}" srcOrd="7" destOrd="0" presId="urn:microsoft.com/office/officeart/2008/layout/LinedList"/>
    <dgm:cxn modelId="{0541AAAF-985E-4067-B880-569E03414F68}" type="presParOf" srcId="{DD4EFDFB-2886-45B4-B45B-9E46B36A77E0}" destId="{DB93B539-B8AE-4D38-86D3-4474B2D6FA0E}" srcOrd="8" destOrd="0" presId="urn:microsoft.com/office/officeart/2008/layout/LinedList"/>
    <dgm:cxn modelId="{1D7C02E2-BEDB-4D1D-BC9F-F7A714A73303}" type="presParOf" srcId="{DB93B539-B8AE-4D38-86D3-4474B2D6FA0E}" destId="{7A4D1DD9-4CF5-4B37-9700-52E47837DC53}" srcOrd="0" destOrd="0" presId="urn:microsoft.com/office/officeart/2008/layout/LinedList"/>
    <dgm:cxn modelId="{2CA8B0C3-E94A-4422-B76C-2816C2B6B0D4}" type="presParOf" srcId="{DB93B539-B8AE-4D38-86D3-4474B2D6FA0E}" destId="{F55F24CE-4D59-4527-A892-B723ECAD840D}" srcOrd="1" destOrd="0" presId="urn:microsoft.com/office/officeart/2008/layout/LinedList"/>
    <dgm:cxn modelId="{1A4DDD0A-9E94-4B52-A88C-7E7AFA218147}" type="presParOf" srcId="{DB93B539-B8AE-4D38-86D3-4474B2D6FA0E}" destId="{9B3E6926-6892-459C-9844-78596BCE5C89}" srcOrd="2" destOrd="0" presId="urn:microsoft.com/office/officeart/2008/layout/LinedList"/>
    <dgm:cxn modelId="{17B967EA-ABA9-4A82-94CB-903CFE0A6088}" type="presParOf" srcId="{49D49D38-585A-498B-B59E-BE780D984C86}" destId="{B7C2C016-0060-445E-8840-5F49E7C7733F}" srcOrd="2" destOrd="0" presId="urn:microsoft.com/office/officeart/2008/layout/LinedList"/>
    <dgm:cxn modelId="{B3FE31B9-961A-4323-81EA-EA651F281C75}" type="presParOf" srcId="{49D49D38-585A-498B-B59E-BE780D984C86}" destId="{EF3D5AE4-F1AE-467F-BBC4-2D679A40F028}" srcOrd="3" destOrd="0" presId="urn:microsoft.com/office/officeart/2008/layout/LinedList"/>
    <dgm:cxn modelId="{1C32AE86-29EF-4058-8004-9221FA268A7F}" type="presParOf" srcId="{49D49D38-585A-498B-B59E-BE780D984C86}" destId="{C8071456-0BAA-4024-B13D-77293FEED088}" srcOrd="4" destOrd="0" presId="urn:microsoft.com/office/officeart/2008/layout/LinedList"/>
    <dgm:cxn modelId="{416265B2-3B2A-4D83-B4EE-BD2383D665AF}" type="presParOf" srcId="{C8071456-0BAA-4024-B13D-77293FEED088}" destId="{3F41240D-2565-4104-8992-7DBAF5BFD56F}" srcOrd="0" destOrd="0" presId="urn:microsoft.com/office/officeart/2008/layout/LinedList"/>
    <dgm:cxn modelId="{C6789067-B720-4A31-8CC7-9B99BC88C549}" type="presParOf" srcId="{C8071456-0BAA-4024-B13D-77293FEED088}" destId="{AF3DBB4B-E33B-4137-8092-50E40FB5220D}" srcOrd="1" destOrd="0" presId="urn:microsoft.com/office/officeart/2008/layout/LinedList"/>
    <dgm:cxn modelId="{2E2F17FD-F5E6-4339-95DB-9E959404D5A4}" type="presParOf" srcId="{C8071456-0BAA-4024-B13D-77293FEED088}" destId="{1BE0962C-9215-4FC9-A0AE-65CED316CFD2}" srcOrd="2" destOrd="0" presId="urn:microsoft.com/office/officeart/2008/layout/LinedList"/>
    <dgm:cxn modelId="{82CB6B4A-C45E-4570-9F3B-550D64839C45}" type="presParOf" srcId="{1BE0962C-9215-4FC9-A0AE-65CED316CFD2}" destId="{8A797CA0-3447-4D64-BAF6-BD1648EDFC0B}" srcOrd="0" destOrd="0" presId="urn:microsoft.com/office/officeart/2008/layout/LinedList"/>
    <dgm:cxn modelId="{7E840CD9-48FD-4984-BF02-19FB076C9275}" type="presParOf" srcId="{8A797CA0-3447-4D64-BAF6-BD1648EDFC0B}" destId="{F2687369-3757-4BE0-B4EA-3308CDBAA4CF}" srcOrd="0" destOrd="0" presId="urn:microsoft.com/office/officeart/2008/layout/LinedList"/>
    <dgm:cxn modelId="{55D3BD90-0854-49B3-842F-DFCA3C51BABA}" type="presParOf" srcId="{8A797CA0-3447-4D64-BAF6-BD1648EDFC0B}" destId="{2446FD51-8374-4F2C-97FC-96FE36634350}" srcOrd="1" destOrd="0" presId="urn:microsoft.com/office/officeart/2008/layout/LinedList"/>
    <dgm:cxn modelId="{D55D3946-640B-43F4-B2FD-623CF642D7AD}" type="presParOf" srcId="{8A797CA0-3447-4D64-BAF6-BD1648EDFC0B}" destId="{12DE7676-6C10-4175-9136-C674FF3D5AC7}" srcOrd="2" destOrd="0" presId="urn:microsoft.com/office/officeart/2008/layout/LinedList"/>
    <dgm:cxn modelId="{14AF9C6C-E8A6-4B6A-83F1-7034772E5EF0}" type="presParOf" srcId="{1BE0962C-9215-4FC9-A0AE-65CED316CFD2}" destId="{519C8B72-D129-4178-9594-D54353FAD803}" srcOrd="1" destOrd="0" presId="urn:microsoft.com/office/officeart/2008/layout/LinedList"/>
    <dgm:cxn modelId="{2B511246-AD10-436C-B260-505308D8F785}" type="presParOf" srcId="{1BE0962C-9215-4FC9-A0AE-65CED316CFD2}" destId="{9E6B1D3F-171B-47DA-A02B-A2A98EA51D6E}" srcOrd="2" destOrd="0" presId="urn:microsoft.com/office/officeart/2008/layout/LinedList"/>
    <dgm:cxn modelId="{436D6770-5596-40F4-9BF2-438190AF91F8}" type="presParOf" srcId="{9E6B1D3F-171B-47DA-A02B-A2A98EA51D6E}" destId="{680BFAC3-65AD-4660-B492-6B5919A36FE4}" srcOrd="0" destOrd="0" presId="urn:microsoft.com/office/officeart/2008/layout/LinedList"/>
    <dgm:cxn modelId="{67AF9C14-905A-4214-BA1C-E20BAAE60201}" type="presParOf" srcId="{9E6B1D3F-171B-47DA-A02B-A2A98EA51D6E}" destId="{7ADB706C-F81B-4591-B9D3-4E03EC05CDDE}" srcOrd="1" destOrd="0" presId="urn:microsoft.com/office/officeart/2008/layout/LinedList"/>
    <dgm:cxn modelId="{CB3FF7F3-11F2-4FD3-909D-E751AA570901}" type="presParOf" srcId="{9E6B1D3F-171B-47DA-A02B-A2A98EA51D6E}" destId="{6BED356F-1688-492B-BD8C-3ECAEEF2AD83}" srcOrd="2" destOrd="0" presId="urn:microsoft.com/office/officeart/2008/layout/LinedList"/>
    <dgm:cxn modelId="{9FCD82C0-19E9-4D46-B2DF-B91CEE6E8BF8}" type="presParOf" srcId="{1BE0962C-9215-4FC9-A0AE-65CED316CFD2}" destId="{6840621D-1BAD-4CAF-82F9-AA6AB9276E6E}" srcOrd="3" destOrd="0" presId="urn:microsoft.com/office/officeart/2008/layout/LinedList"/>
    <dgm:cxn modelId="{6996F179-D22F-4C2C-BD3B-52CC52BB06FC}" type="presParOf" srcId="{1BE0962C-9215-4FC9-A0AE-65CED316CFD2}" destId="{33E97D1C-310E-4CDA-94F7-C18AFB0AB1E4}" srcOrd="4" destOrd="0" presId="urn:microsoft.com/office/officeart/2008/layout/LinedList"/>
    <dgm:cxn modelId="{05101517-1880-4E32-AC82-B7ADB72D43A8}" type="presParOf" srcId="{33E97D1C-310E-4CDA-94F7-C18AFB0AB1E4}" destId="{62F02A9D-D99F-49A1-9C17-1349E3440397}" srcOrd="0" destOrd="0" presId="urn:microsoft.com/office/officeart/2008/layout/LinedList"/>
    <dgm:cxn modelId="{006DB87A-4F6E-44BB-B000-20D25FBAE88E}" type="presParOf" srcId="{33E97D1C-310E-4CDA-94F7-C18AFB0AB1E4}" destId="{041ACA87-D367-4225-9821-F7477E30D412}" srcOrd="1" destOrd="0" presId="urn:microsoft.com/office/officeart/2008/layout/LinedList"/>
    <dgm:cxn modelId="{B0719C9C-808B-45B4-8D06-B86DEBD798D4}" type="presParOf" srcId="{33E97D1C-310E-4CDA-94F7-C18AFB0AB1E4}" destId="{5726D3D7-B50E-49CE-BE9C-C4D52BCD7834}" srcOrd="2" destOrd="0" presId="urn:microsoft.com/office/officeart/2008/layout/LinedList"/>
    <dgm:cxn modelId="{A72A26E8-4DB6-4BBE-B354-EFDB155CEEC6}" type="presParOf" srcId="{1BE0962C-9215-4FC9-A0AE-65CED316CFD2}" destId="{F6FD6431-2225-41AC-9392-2BE302FC079B}" srcOrd="5" destOrd="0" presId="urn:microsoft.com/office/officeart/2008/layout/LinedList"/>
    <dgm:cxn modelId="{2FFFBF1E-16F1-4EAA-8E30-970F6631E6D2}" type="presParOf" srcId="{1BE0962C-9215-4FC9-A0AE-65CED316CFD2}" destId="{366C57D3-84B8-471A-9BF7-71D98AD82D08}" srcOrd="6" destOrd="0" presId="urn:microsoft.com/office/officeart/2008/layout/LinedList"/>
    <dgm:cxn modelId="{7761CC2B-C08D-43C7-9738-D8B2F1002E0B}" type="presParOf" srcId="{366C57D3-84B8-471A-9BF7-71D98AD82D08}" destId="{822155F1-0B46-4D97-A28E-36F020372E28}" srcOrd="0" destOrd="0" presId="urn:microsoft.com/office/officeart/2008/layout/LinedList"/>
    <dgm:cxn modelId="{453427C7-B4F5-475D-B8A0-AFFAC4EB986B}" type="presParOf" srcId="{366C57D3-84B8-471A-9BF7-71D98AD82D08}" destId="{82A3BD81-7B8A-4018-9F6E-F7E2E511F665}" srcOrd="1" destOrd="0" presId="urn:microsoft.com/office/officeart/2008/layout/LinedList"/>
    <dgm:cxn modelId="{B1D2B8BB-4268-40A6-8B12-8EE54DD8CB7F}" type="presParOf" srcId="{366C57D3-84B8-471A-9BF7-71D98AD82D08}" destId="{C30300DE-5EE4-4DCA-83A0-FF2F99DD3E92}" srcOrd="2" destOrd="0" presId="urn:microsoft.com/office/officeart/2008/layout/LinedList"/>
    <dgm:cxn modelId="{CD4843C0-E387-47C5-86AE-38131405A38A}" type="presParOf" srcId="{1BE0962C-9215-4FC9-A0AE-65CED316CFD2}" destId="{8F39D772-8434-4934-9379-6E4597D095EF}" srcOrd="7" destOrd="0" presId="urn:microsoft.com/office/officeart/2008/layout/LinedList"/>
    <dgm:cxn modelId="{34A8E961-0F0D-4986-9A76-DC0E454FBB9D}" type="presParOf" srcId="{1BE0962C-9215-4FC9-A0AE-65CED316CFD2}" destId="{A4076391-38EC-46FA-B2DF-3F6FC9975E0E}" srcOrd="8" destOrd="0" presId="urn:microsoft.com/office/officeart/2008/layout/LinedList"/>
    <dgm:cxn modelId="{9D91E226-32F1-4B3A-8A96-B84819D71C15}" type="presParOf" srcId="{A4076391-38EC-46FA-B2DF-3F6FC9975E0E}" destId="{D897B7F2-1790-4449-BADC-53FF97161C50}" srcOrd="0" destOrd="0" presId="urn:microsoft.com/office/officeart/2008/layout/LinedList"/>
    <dgm:cxn modelId="{0FA215FE-F819-49FE-8941-CD1D2398CA98}" type="presParOf" srcId="{A4076391-38EC-46FA-B2DF-3F6FC9975E0E}" destId="{735FCE63-B32D-4D5B-A5E1-91BFB5A09A18}" srcOrd="1" destOrd="0" presId="urn:microsoft.com/office/officeart/2008/layout/LinedList"/>
    <dgm:cxn modelId="{EFBDA805-455C-4F8D-93FC-BA6E16CF0CB1}" type="presParOf" srcId="{A4076391-38EC-46FA-B2DF-3F6FC9975E0E}" destId="{E2300A04-3D6D-4C32-A8FA-99877C9B56FB}" srcOrd="2" destOrd="0" presId="urn:microsoft.com/office/officeart/2008/layout/LinedList"/>
    <dgm:cxn modelId="{08A7E6AE-6ED4-4085-B4B9-24D8B7A95E14}" type="presParOf" srcId="{1BE0962C-9215-4FC9-A0AE-65CED316CFD2}" destId="{00DA6B83-5601-4B52-A0B3-7304A7F56991}" srcOrd="9" destOrd="0" presId="urn:microsoft.com/office/officeart/2008/layout/LinedList"/>
    <dgm:cxn modelId="{C7FAC9F7-DF98-4F26-82FC-913DAC9A95FD}" type="presParOf" srcId="{1BE0962C-9215-4FC9-A0AE-65CED316CFD2}" destId="{9A2BC750-28B7-4D95-99DB-69BB7225DBA6}" srcOrd="10" destOrd="0" presId="urn:microsoft.com/office/officeart/2008/layout/LinedList"/>
    <dgm:cxn modelId="{EA6D492F-D9F8-4BE5-AFD3-DEF277808B12}" type="presParOf" srcId="{9A2BC750-28B7-4D95-99DB-69BB7225DBA6}" destId="{24AD1836-2FD5-4586-940A-107493F1A060}" srcOrd="0" destOrd="0" presId="urn:microsoft.com/office/officeart/2008/layout/LinedList"/>
    <dgm:cxn modelId="{57BCDB10-6E48-45BC-B9CF-CB4B18843AA7}" type="presParOf" srcId="{9A2BC750-28B7-4D95-99DB-69BB7225DBA6}" destId="{41B84157-CCA6-4063-B856-EB1C59B018BC}" srcOrd="1" destOrd="0" presId="urn:microsoft.com/office/officeart/2008/layout/LinedList"/>
    <dgm:cxn modelId="{CA5817B1-0B9A-40A2-83E2-34161BADE449}" type="presParOf" srcId="{9A2BC750-28B7-4D95-99DB-69BB7225DBA6}" destId="{3707D6E8-5EF0-4E57-8FD7-568D2E4B3BCE}" srcOrd="2" destOrd="0" presId="urn:microsoft.com/office/officeart/2008/layout/LinedList"/>
    <dgm:cxn modelId="{B88158A5-B41F-4325-9943-5359A78E386E}" type="presParOf" srcId="{49D49D38-585A-498B-B59E-BE780D984C86}" destId="{F83ACEF7-0DE4-46C4-B415-F272D2C274B5}" srcOrd="5" destOrd="0" presId="urn:microsoft.com/office/officeart/2008/layout/LinedList"/>
    <dgm:cxn modelId="{8D4EF955-54A5-4E4E-BCEF-5EF9EBA0F49F}" type="presParOf" srcId="{49D49D38-585A-498B-B59E-BE780D984C86}" destId="{C8CCBE0D-8144-4FFE-8FFD-C2B7729BF3E8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AB44C-A85A-4825-8B34-45B0B440B7EE}">
      <dsp:nvSpPr>
        <dsp:cNvPr id="0" name=""/>
        <dsp:cNvSpPr/>
      </dsp:nvSpPr>
      <dsp:spPr>
        <a:xfrm>
          <a:off x="5685352" y="2465495"/>
          <a:ext cx="4994198" cy="396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951"/>
              </a:lnTo>
              <a:lnTo>
                <a:pt x="4994198" y="269951"/>
              </a:lnTo>
              <a:lnTo>
                <a:pt x="4994198" y="396130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7EE9C6-3EA5-403C-9ACE-56FB68DD36E1}">
      <dsp:nvSpPr>
        <dsp:cNvPr id="0" name=""/>
        <dsp:cNvSpPr/>
      </dsp:nvSpPr>
      <dsp:spPr>
        <a:xfrm>
          <a:off x="5685352" y="2465495"/>
          <a:ext cx="3329465" cy="396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951"/>
              </a:lnTo>
              <a:lnTo>
                <a:pt x="3329465" y="269951"/>
              </a:lnTo>
              <a:lnTo>
                <a:pt x="3329465" y="396130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5AFBB2-FEE2-4BAE-AD92-335F0A750B74}">
      <dsp:nvSpPr>
        <dsp:cNvPr id="0" name=""/>
        <dsp:cNvSpPr/>
      </dsp:nvSpPr>
      <dsp:spPr>
        <a:xfrm>
          <a:off x="5685352" y="2465495"/>
          <a:ext cx="1664732" cy="396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951"/>
              </a:lnTo>
              <a:lnTo>
                <a:pt x="1664732" y="269951"/>
              </a:lnTo>
              <a:lnTo>
                <a:pt x="1664732" y="396130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B0AB70-04A2-4D3C-8AE3-B535A2BB7E31}">
      <dsp:nvSpPr>
        <dsp:cNvPr id="0" name=""/>
        <dsp:cNvSpPr/>
      </dsp:nvSpPr>
      <dsp:spPr>
        <a:xfrm>
          <a:off x="5639632" y="2465495"/>
          <a:ext cx="91440" cy="3961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6130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2519969-A16B-47E5-9C77-7DC06177B94D}">
      <dsp:nvSpPr>
        <dsp:cNvPr id="0" name=""/>
        <dsp:cNvSpPr/>
      </dsp:nvSpPr>
      <dsp:spPr>
        <a:xfrm>
          <a:off x="4020619" y="2465495"/>
          <a:ext cx="1664732" cy="396130"/>
        </a:xfrm>
        <a:custGeom>
          <a:avLst/>
          <a:gdLst/>
          <a:ahLst/>
          <a:cxnLst/>
          <a:rect l="0" t="0" r="0" b="0"/>
          <a:pathLst>
            <a:path>
              <a:moveTo>
                <a:pt x="1664732" y="0"/>
              </a:moveTo>
              <a:lnTo>
                <a:pt x="1664732" y="269951"/>
              </a:lnTo>
              <a:lnTo>
                <a:pt x="0" y="269951"/>
              </a:lnTo>
              <a:lnTo>
                <a:pt x="0" y="396130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A4D067A-EC1D-4BBA-92EA-67E4025DC35D}">
      <dsp:nvSpPr>
        <dsp:cNvPr id="0" name=""/>
        <dsp:cNvSpPr/>
      </dsp:nvSpPr>
      <dsp:spPr>
        <a:xfrm>
          <a:off x="2355886" y="2465495"/>
          <a:ext cx="3329465" cy="396130"/>
        </a:xfrm>
        <a:custGeom>
          <a:avLst/>
          <a:gdLst/>
          <a:ahLst/>
          <a:cxnLst/>
          <a:rect l="0" t="0" r="0" b="0"/>
          <a:pathLst>
            <a:path>
              <a:moveTo>
                <a:pt x="3329465" y="0"/>
              </a:moveTo>
              <a:lnTo>
                <a:pt x="3329465" y="269951"/>
              </a:lnTo>
              <a:lnTo>
                <a:pt x="0" y="269951"/>
              </a:lnTo>
              <a:lnTo>
                <a:pt x="0" y="396130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E3F661-C4ED-4D47-AB06-3F8C04A2BE31}">
      <dsp:nvSpPr>
        <dsp:cNvPr id="0" name=""/>
        <dsp:cNvSpPr/>
      </dsp:nvSpPr>
      <dsp:spPr>
        <a:xfrm>
          <a:off x="691153" y="2465495"/>
          <a:ext cx="4994198" cy="396130"/>
        </a:xfrm>
        <a:custGeom>
          <a:avLst/>
          <a:gdLst/>
          <a:ahLst/>
          <a:cxnLst/>
          <a:rect l="0" t="0" r="0" b="0"/>
          <a:pathLst>
            <a:path>
              <a:moveTo>
                <a:pt x="4994198" y="0"/>
              </a:moveTo>
              <a:lnTo>
                <a:pt x="4994198" y="269951"/>
              </a:lnTo>
              <a:lnTo>
                <a:pt x="0" y="269951"/>
              </a:lnTo>
              <a:lnTo>
                <a:pt x="0" y="396130"/>
              </a:lnTo>
            </a:path>
          </a:pathLst>
        </a:custGeom>
        <a:noFill/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997F76-FF96-4FC7-8AE1-03BE981611F3}">
      <dsp:nvSpPr>
        <dsp:cNvPr id="0" name=""/>
        <dsp:cNvSpPr/>
      </dsp:nvSpPr>
      <dsp:spPr>
        <a:xfrm>
          <a:off x="4020619" y="1204460"/>
          <a:ext cx="1664732" cy="3961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69951"/>
              </a:lnTo>
              <a:lnTo>
                <a:pt x="1664732" y="269951"/>
              </a:lnTo>
              <a:lnTo>
                <a:pt x="1664732" y="396130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4E6C0B-3929-4F5F-9251-684277C31A0B}">
      <dsp:nvSpPr>
        <dsp:cNvPr id="0" name=""/>
        <dsp:cNvSpPr/>
      </dsp:nvSpPr>
      <dsp:spPr>
        <a:xfrm>
          <a:off x="3974899" y="1204460"/>
          <a:ext cx="91440" cy="396130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96130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7DF8C8-93DB-4101-8968-55DA1A4979FC}">
      <dsp:nvSpPr>
        <dsp:cNvPr id="0" name=""/>
        <dsp:cNvSpPr/>
      </dsp:nvSpPr>
      <dsp:spPr>
        <a:xfrm>
          <a:off x="2355886" y="1204460"/>
          <a:ext cx="1664732" cy="396130"/>
        </a:xfrm>
        <a:custGeom>
          <a:avLst/>
          <a:gdLst/>
          <a:ahLst/>
          <a:cxnLst/>
          <a:rect l="0" t="0" r="0" b="0"/>
          <a:pathLst>
            <a:path>
              <a:moveTo>
                <a:pt x="1664732" y="0"/>
              </a:moveTo>
              <a:lnTo>
                <a:pt x="1664732" y="269951"/>
              </a:lnTo>
              <a:lnTo>
                <a:pt x="0" y="269951"/>
              </a:lnTo>
              <a:lnTo>
                <a:pt x="0" y="396130"/>
              </a:lnTo>
            </a:path>
          </a:pathLst>
        </a:custGeom>
        <a:noFill/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B4B6C9-B18E-4C78-A1E2-211973EB9CB9}">
      <dsp:nvSpPr>
        <dsp:cNvPr id="0" name=""/>
        <dsp:cNvSpPr/>
      </dsp:nvSpPr>
      <dsp:spPr>
        <a:xfrm>
          <a:off x="3339592" y="339556"/>
          <a:ext cx="1362054" cy="86490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3C1D6C-C41A-4C99-9329-137642420FA6}">
      <dsp:nvSpPr>
        <dsp:cNvPr id="0" name=""/>
        <dsp:cNvSpPr/>
      </dsp:nvSpPr>
      <dsp:spPr>
        <a:xfrm>
          <a:off x="3490931" y="483328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ফল</a:t>
          </a:r>
          <a:r>
            <a:rPr lang="en-US" sz="1600" kern="1200" dirty="0"/>
            <a:t> </a:t>
          </a:r>
          <a:r>
            <a:rPr lang="en-US" sz="1600" kern="1200" dirty="0" err="1"/>
            <a:t>সংরক্ষন</a:t>
          </a:r>
          <a:endParaRPr lang="en-US" sz="1600" kern="1200" dirty="0"/>
        </a:p>
      </dsp:txBody>
      <dsp:txXfrm>
        <a:off x="3516263" y="508660"/>
        <a:ext cx="1311390" cy="814240"/>
      </dsp:txXfrm>
    </dsp:sp>
    <dsp:sp modelId="{F7803E88-7C1F-461F-A5C0-6F3372410665}">
      <dsp:nvSpPr>
        <dsp:cNvPr id="0" name=""/>
        <dsp:cNvSpPr/>
      </dsp:nvSpPr>
      <dsp:spPr>
        <a:xfrm>
          <a:off x="1674859" y="1600591"/>
          <a:ext cx="1362054" cy="86490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5B7ACA-EA8F-4620-8631-DE155B635057}">
      <dsp:nvSpPr>
        <dsp:cNvPr id="0" name=""/>
        <dsp:cNvSpPr/>
      </dsp:nvSpPr>
      <dsp:spPr>
        <a:xfrm>
          <a:off x="1826198" y="1744364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টাটকা</a:t>
          </a:r>
          <a:r>
            <a:rPr lang="en-US" sz="1600" kern="1200" dirty="0"/>
            <a:t> </a:t>
          </a:r>
          <a:r>
            <a:rPr lang="en-US" sz="1600" kern="1200" dirty="0" err="1"/>
            <a:t>অবস্থায়</a:t>
          </a:r>
          <a:endParaRPr lang="en-US" sz="1600" kern="1200" dirty="0"/>
        </a:p>
      </dsp:txBody>
      <dsp:txXfrm>
        <a:off x="1851530" y="1769696"/>
        <a:ext cx="1311390" cy="814240"/>
      </dsp:txXfrm>
    </dsp:sp>
    <dsp:sp modelId="{28B4EA6D-E952-4176-BF59-20C35DBBB271}">
      <dsp:nvSpPr>
        <dsp:cNvPr id="0" name=""/>
        <dsp:cNvSpPr/>
      </dsp:nvSpPr>
      <dsp:spPr>
        <a:xfrm>
          <a:off x="3339592" y="1600591"/>
          <a:ext cx="1362054" cy="86490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E8C05-6999-4ED9-ABD9-61BF56771A6F}">
      <dsp:nvSpPr>
        <dsp:cNvPr id="0" name=""/>
        <dsp:cNvSpPr/>
      </dsp:nvSpPr>
      <dsp:spPr>
        <a:xfrm>
          <a:off x="3490931" y="1744364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শুকিয়ে</a:t>
          </a:r>
          <a:endParaRPr lang="en-US" sz="1600" kern="1200" dirty="0"/>
        </a:p>
      </dsp:txBody>
      <dsp:txXfrm>
        <a:off x="3516263" y="1769696"/>
        <a:ext cx="1311390" cy="814240"/>
      </dsp:txXfrm>
    </dsp:sp>
    <dsp:sp modelId="{DFDA7E65-3B90-403F-A5BD-2C8BBD2C729E}">
      <dsp:nvSpPr>
        <dsp:cNvPr id="0" name=""/>
        <dsp:cNvSpPr/>
      </dsp:nvSpPr>
      <dsp:spPr>
        <a:xfrm>
          <a:off x="5004325" y="1600591"/>
          <a:ext cx="1362054" cy="864904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7F6F16-7CF2-4210-A5C4-ADAAA41B7CEB}">
      <dsp:nvSpPr>
        <dsp:cNvPr id="0" name=""/>
        <dsp:cNvSpPr/>
      </dsp:nvSpPr>
      <dsp:spPr>
        <a:xfrm>
          <a:off x="5155664" y="1744364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প্রক্রিয়াজাত</a:t>
          </a:r>
          <a:r>
            <a:rPr lang="en-US" sz="1600" kern="1200" dirty="0"/>
            <a:t> </a:t>
          </a:r>
          <a:r>
            <a:rPr lang="en-US" sz="1600" kern="1200" dirty="0" err="1"/>
            <a:t>করে</a:t>
          </a:r>
          <a:endParaRPr lang="en-US" sz="1600" kern="1200" dirty="0"/>
        </a:p>
      </dsp:txBody>
      <dsp:txXfrm>
        <a:off x="5180996" y="1769696"/>
        <a:ext cx="1311390" cy="814240"/>
      </dsp:txXfrm>
    </dsp:sp>
    <dsp:sp modelId="{9483E4AF-F5F7-433C-90B6-B860364C442B}">
      <dsp:nvSpPr>
        <dsp:cNvPr id="0" name=""/>
        <dsp:cNvSpPr/>
      </dsp:nvSpPr>
      <dsp:spPr>
        <a:xfrm>
          <a:off x="10126" y="2861626"/>
          <a:ext cx="1362054" cy="864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DB74A9-D1F0-457A-AF43-3966AD4CD1F3}">
      <dsp:nvSpPr>
        <dsp:cNvPr id="0" name=""/>
        <dsp:cNvSpPr/>
      </dsp:nvSpPr>
      <dsp:spPr>
        <a:xfrm>
          <a:off x="161466" y="3005399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তাপ</a:t>
          </a:r>
          <a:r>
            <a:rPr lang="en-US" sz="1600" kern="1200" dirty="0"/>
            <a:t> </a:t>
          </a:r>
          <a:r>
            <a:rPr lang="en-US" sz="1600" kern="1200" dirty="0" err="1"/>
            <a:t>প্রয়োগে</a:t>
          </a:r>
          <a:endParaRPr lang="en-US" sz="1600" kern="1200" dirty="0"/>
        </a:p>
      </dsp:txBody>
      <dsp:txXfrm>
        <a:off x="186798" y="3030731"/>
        <a:ext cx="1311390" cy="814240"/>
      </dsp:txXfrm>
    </dsp:sp>
    <dsp:sp modelId="{CD92E7C7-6BA3-48D9-B97C-CFDCD3B06DCE}">
      <dsp:nvSpPr>
        <dsp:cNvPr id="0" name=""/>
        <dsp:cNvSpPr/>
      </dsp:nvSpPr>
      <dsp:spPr>
        <a:xfrm>
          <a:off x="1674859" y="2861626"/>
          <a:ext cx="1362054" cy="864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ABB5E-5AEB-4DBF-B114-E71BF35D7EC9}">
      <dsp:nvSpPr>
        <dsp:cNvPr id="0" name=""/>
        <dsp:cNvSpPr/>
      </dsp:nvSpPr>
      <dsp:spPr>
        <a:xfrm>
          <a:off x="1826198" y="3005399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রাসায়নিক</a:t>
          </a:r>
          <a:r>
            <a:rPr lang="en-US" sz="1600" kern="1200" dirty="0"/>
            <a:t> </a:t>
          </a:r>
          <a:r>
            <a:rPr lang="en-US" sz="1600" kern="1200" dirty="0" err="1"/>
            <a:t>উপাদান</a:t>
          </a:r>
          <a:endParaRPr lang="en-US" sz="1600" kern="1200" dirty="0"/>
        </a:p>
      </dsp:txBody>
      <dsp:txXfrm>
        <a:off x="1851530" y="3030731"/>
        <a:ext cx="1311390" cy="814240"/>
      </dsp:txXfrm>
    </dsp:sp>
    <dsp:sp modelId="{F9FB8917-F3B1-45C8-AF58-782542426056}">
      <dsp:nvSpPr>
        <dsp:cNvPr id="0" name=""/>
        <dsp:cNvSpPr/>
      </dsp:nvSpPr>
      <dsp:spPr>
        <a:xfrm>
          <a:off x="3339592" y="2861626"/>
          <a:ext cx="1362054" cy="864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67E510-62DB-4356-8139-96E548F49E4F}">
      <dsp:nvSpPr>
        <dsp:cNvPr id="0" name=""/>
        <dsp:cNvSpPr/>
      </dsp:nvSpPr>
      <dsp:spPr>
        <a:xfrm>
          <a:off x="3490931" y="3005399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চিনি</a:t>
          </a:r>
          <a:r>
            <a:rPr lang="en-US" sz="1600" kern="1200" dirty="0"/>
            <a:t> </a:t>
          </a:r>
          <a:r>
            <a:rPr lang="en-US" sz="1600" kern="1200" dirty="0" err="1"/>
            <a:t>ব্যাবহারে</a:t>
          </a:r>
          <a:endParaRPr lang="en-US" sz="1600" kern="1200" dirty="0"/>
        </a:p>
      </dsp:txBody>
      <dsp:txXfrm>
        <a:off x="3516263" y="3030731"/>
        <a:ext cx="1311390" cy="814240"/>
      </dsp:txXfrm>
    </dsp:sp>
    <dsp:sp modelId="{009243AC-704E-4BDA-9C3A-D004CC89120F}">
      <dsp:nvSpPr>
        <dsp:cNvPr id="0" name=""/>
        <dsp:cNvSpPr/>
      </dsp:nvSpPr>
      <dsp:spPr>
        <a:xfrm>
          <a:off x="5004325" y="2861626"/>
          <a:ext cx="1362054" cy="864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9B4356-6F51-4997-939B-118E6037813E}">
      <dsp:nvSpPr>
        <dsp:cNvPr id="0" name=""/>
        <dsp:cNvSpPr/>
      </dsp:nvSpPr>
      <dsp:spPr>
        <a:xfrm>
          <a:off x="5155664" y="3005399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লবণ</a:t>
          </a:r>
          <a:r>
            <a:rPr lang="en-US" sz="1600" kern="1200" dirty="0"/>
            <a:t> </a:t>
          </a:r>
          <a:r>
            <a:rPr lang="en-US" sz="1600" kern="1200" dirty="0" err="1"/>
            <a:t>ব্যাবহারে</a:t>
          </a:r>
          <a:endParaRPr lang="en-US" sz="1600" kern="1200" dirty="0"/>
        </a:p>
      </dsp:txBody>
      <dsp:txXfrm>
        <a:off x="5180996" y="3030731"/>
        <a:ext cx="1311390" cy="814240"/>
      </dsp:txXfrm>
    </dsp:sp>
    <dsp:sp modelId="{01D1BBFB-66E9-44DC-9040-232DA31F403B}">
      <dsp:nvSpPr>
        <dsp:cNvPr id="0" name=""/>
        <dsp:cNvSpPr/>
      </dsp:nvSpPr>
      <dsp:spPr>
        <a:xfrm>
          <a:off x="6669058" y="2861626"/>
          <a:ext cx="1362054" cy="864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237F2-A3DB-4234-AFA9-B3445FF3FE74}">
      <dsp:nvSpPr>
        <dsp:cNvPr id="0" name=""/>
        <dsp:cNvSpPr/>
      </dsp:nvSpPr>
      <dsp:spPr>
        <a:xfrm>
          <a:off x="6820397" y="3005399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জৈব</a:t>
          </a:r>
          <a:r>
            <a:rPr lang="en-US" sz="1600" kern="1200" dirty="0"/>
            <a:t> </a:t>
          </a:r>
          <a:r>
            <a:rPr lang="en-US" sz="1600" kern="1200" dirty="0" err="1"/>
            <a:t>অম্লের</a:t>
          </a:r>
          <a:r>
            <a:rPr lang="en-US" sz="1600" kern="1200" dirty="0"/>
            <a:t> </a:t>
          </a:r>
          <a:r>
            <a:rPr lang="en-US" sz="1600" kern="1200" dirty="0" err="1"/>
            <a:t>সাহায্যে</a:t>
          </a:r>
          <a:endParaRPr lang="en-US" sz="1600" kern="1200" dirty="0"/>
        </a:p>
      </dsp:txBody>
      <dsp:txXfrm>
        <a:off x="6845729" y="3030731"/>
        <a:ext cx="1311390" cy="814240"/>
      </dsp:txXfrm>
    </dsp:sp>
    <dsp:sp modelId="{58885157-7240-4A63-BB10-997D1E6D778E}">
      <dsp:nvSpPr>
        <dsp:cNvPr id="0" name=""/>
        <dsp:cNvSpPr/>
      </dsp:nvSpPr>
      <dsp:spPr>
        <a:xfrm>
          <a:off x="8333790" y="2861626"/>
          <a:ext cx="1362054" cy="864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29EDA6-0742-4D86-B32D-C4B7A0D36D0D}">
      <dsp:nvSpPr>
        <dsp:cNvPr id="0" name=""/>
        <dsp:cNvSpPr/>
      </dsp:nvSpPr>
      <dsp:spPr>
        <a:xfrm>
          <a:off x="8485130" y="3005399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তেল</a:t>
          </a:r>
          <a:r>
            <a:rPr lang="en-US" sz="1600" kern="1200" dirty="0"/>
            <a:t> </a:t>
          </a:r>
          <a:r>
            <a:rPr lang="en-US" sz="1600" kern="1200" dirty="0" err="1"/>
            <a:t>ব্যাবহার</a:t>
          </a:r>
          <a:r>
            <a:rPr lang="en-US" sz="1600" kern="1200" dirty="0"/>
            <a:t> </a:t>
          </a:r>
          <a:r>
            <a:rPr lang="en-US" sz="1600" kern="1200" dirty="0" err="1"/>
            <a:t>করে</a:t>
          </a:r>
          <a:endParaRPr lang="en-US" sz="1600" kern="1200" dirty="0"/>
        </a:p>
      </dsp:txBody>
      <dsp:txXfrm>
        <a:off x="8510462" y="3030731"/>
        <a:ext cx="1311390" cy="814240"/>
      </dsp:txXfrm>
    </dsp:sp>
    <dsp:sp modelId="{D82ECA97-B162-49E3-A49F-FE0A158BBD09}">
      <dsp:nvSpPr>
        <dsp:cNvPr id="0" name=""/>
        <dsp:cNvSpPr/>
      </dsp:nvSpPr>
      <dsp:spPr>
        <a:xfrm>
          <a:off x="9998523" y="2861626"/>
          <a:ext cx="1362054" cy="8649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6E3081-C5EE-4E68-8543-0C16861E3F8B}">
      <dsp:nvSpPr>
        <dsp:cNvPr id="0" name=""/>
        <dsp:cNvSpPr/>
      </dsp:nvSpPr>
      <dsp:spPr>
        <a:xfrm>
          <a:off x="10149863" y="3005399"/>
          <a:ext cx="1362054" cy="8649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 err="1"/>
            <a:t>টিনজাতকরণ</a:t>
          </a:r>
          <a:r>
            <a:rPr lang="en-US" sz="1600" kern="1200" dirty="0"/>
            <a:t> </a:t>
          </a:r>
          <a:r>
            <a:rPr lang="en-US" sz="1600" kern="1200" dirty="0" err="1"/>
            <a:t>করে</a:t>
          </a:r>
          <a:endParaRPr lang="en-US" sz="1600" kern="1200" dirty="0"/>
        </a:p>
      </dsp:txBody>
      <dsp:txXfrm>
        <a:off x="10175195" y="3030731"/>
        <a:ext cx="1311390" cy="8142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A3878D-7E34-4491-8533-9A9B0D91C8C8}">
      <dsp:nvSpPr>
        <dsp:cNvPr id="0" name=""/>
        <dsp:cNvSpPr/>
      </dsp:nvSpPr>
      <dsp:spPr>
        <a:xfrm>
          <a:off x="0" y="0"/>
          <a:ext cx="11522044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5C1F07-231D-499F-9E21-5B2948A402DB}">
      <dsp:nvSpPr>
        <dsp:cNvPr id="0" name=""/>
        <dsp:cNvSpPr/>
      </dsp:nvSpPr>
      <dsp:spPr>
        <a:xfrm>
          <a:off x="0" y="0"/>
          <a:ext cx="2304408" cy="42098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 err="1"/>
            <a:t>শাকসবজি</a:t>
          </a:r>
          <a:r>
            <a:rPr lang="en-US" sz="3600" kern="1200" dirty="0"/>
            <a:t> </a:t>
          </a:r>
          <a:r>
            <a:rPr lang="en-US" sz="3600" kern="1200" dirty="0" err="1"/>
            <a:t>সংরক্ষন</a:t>
          </a:r>
          <a:endParaRPr lang="en-US" sz="3600" kern="1200" dirty="0"/>
        </a:p>
      </dsp:txBody>
      <dsp:txXfrm>
        <a:off x="0" y="0"/>
        <a:ext cx="2304408" cy="4209860"/>
      </dsp:txXfrm>
    </dsp:sp>
    <dsp:sp modelId="{DC761721-EF85-478B-8F32-51E1A8330ADC}">
      <dsp:nvSpPr>
        <dsp:cNvPr id="0" name=""/>
        <dsp:cNvSpPr/>
      </dsp:nvSpPr>
      <dsp:spPr>
        <a:xfrm>
          <a:off x="2477239" y="97846"/>
          <a:ext cx="4435986" cy="1956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 err="1"/>
            <a:t>স্বল্পকালীন</a:t>
          </a:r>
          <a:endParaRPr lang="en-US" sz="6500" kern="1200" dirty="0"/>
        </a:p>
      </dsp:txBody>
      <dsp:txXfrm>
        <a:off x="2477239" y="97846"/>
        <a:ext cx="4435986" cy="1956927"/>
      </dsp:txXfrm>
    </dsp:sp>
    <dsp:sp modelId="{D356CC14-B66C-46A1-9AC4-82A276353ACC}">
      <dsp:nvSpPr>
        <dsp:cNvPr id="0" name=""/>
        <dsp:cNvSpPr/>
      </dsp:nvSpPr>
      <dsp:spPr>
        <a:xfrm>
          <a:off x="7086057" y="97846"/>
          <a:ext cx="4435986" cy="391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ছায়াযুক্ত</a:t>
          </a:r>
          <a:r>
            <a:rPr lang="en-US" sz="1400" kern="1200" dirty="0"/>
            <a:t> </a:t>
          </a:r>
          <a:r>
            <a:rPr lang="en-US" sz="1400" kern="1200" dirty="0" err="1"/>
            <a:t>স্থানে</a:t>
          </a:r>
          <a:r>
            <a:rPr lang="en-US" sz="1400" kern="1200" dirty="0"/>
            <a:t> </a:t>
          </a:r>
          <a:r>
            <a:rPr lang="en-US" sz="1400" kern="1200" dirty="0" err="1"/>
            <a:t>রাখা</a:t>
          </a:r>
          <a:endParaRPr lang="en-US" sz="1400" kern="1200" dirty="0"/>
        </a:p>
      </dsp:txBody>
      <dsp:txXfrm>
        <a:off x="7086057" y="97846"/>
        <a:ext cx="4435986" cy="391289"/>
      </dsp:txXfrm>
    </dsp:sp>
    <dsp:sp modelId="{CE411018-6035-4B12-91DA-20554C86F463}">
      <dsp:nvSpPr>
        <dsp:cNvPr id="0" name=""/>
        <dsp:cNvSpPr/>
      </dsp:nvSpPr>
      <dsp:spPr>
        <a:xfrm>
          <a:off x="6913226" y="489136"/>
          <a:ext cx="443598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EBA4BC2-5F38-4C44-B2BD-823E2DA0F752}">
      <dsp:nvSpPr>
        <dsp:cNvPr id="0" name=""/>
        <dsp:cNvSpPr/>
      </dsp:nvSpPr>
      <dsp:spPr>
        <a:xfrm>
          <a:off x="7086057" y="489136"/>
          <a:ext cx="4435986" cy="391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পলিথিন</a:t>
          </a:r>
          <a:r>
            <a:rPr lang="en-US" sz="1400" kern="1200" dirty="0"/>
            <a:t> </a:t>
          </a:r>
          <a:r>
            <a:rPr lang="en-US" sz="1400" kern="1200" dirty="0" err="1"/>
            <a:t>ব্যাগে</a:t>
          </a:r>
          <a:r>
            <a:rPr lang="en-US" sz="1400" kern="1200" dirty="0"/>
            <a:t> </a:t>
          </a:r>
          <a:r>
            <a:rPr lang="en-US" sz="1400" kern="1200" dirty="0" err="1"/>
            <a:t>রাখা</a:t>
          </a:r>
          <a:endParaRPr lang="en-US" sz="1400" kern="1200" dirty="0"/>
        </a:p>
      </dsp:txBody>
      <dsp:txXfrm>
        <a:off x="7086057" y="489136"/>
        <a:ext cx="4435986" cy="391289"/>
      </dsp:txXfrm>
    </dsp:sp>
    <dsp:sp modelId="{3CDBBDEA-101E-4B7A-8264-CAAB8F078A68}">
      <dsp:nvSpPr>
        <dsp:cNvPr id="0" name=""/>
        <dsp:cNvSpPr/>
      </dsp:nvSpPr>
      <dsp:spPr>
        <a:xfrm>
          <a:off x="6913226" y="880426"/>
          <a:ext cx="443598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79A180-365A-4AC0-9008-031F479DD958}">
      <dsp:nvSpPr>
        <dsp:cNvPr id="0" name=""/>
        <dsp:cNvSpPr/>
      </dsp:nvSpPr>
      <dsp:spPr>
        <a:xfrm>
          <a:off x="7086057" y="880426"/>
          <a:ext cx="4435986" cy="391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কম </a:t>
          </a:r>
          <a:r>
            <a:rPr lang="en-US" sz="1400" kern="1200" dirty="0" err="1"/>
            <a:t>তাপমাত্রায়</a:t>
          </a:r>
          <a:r>
            <a:rPr lang="en-US" sz="1400" kern="1200" dirty="0"/>
            <a:t> </a:t>
          </a:r>
          <a:r>
            <a:rPr lang="en-US" sz="1400" kern="1200" dirty="0" err="1"/>
            <a:t>রাখা</a:t>
          </a:r>
          <a:endParaRPr lang="en-US" sz="1400" kern="1200" dirty="0"/>
        </a:p>
      </dsp:txBody>
      <dsp:txXfrm>
        <a:off x="7086057" y="880426"/>
        <a:ext cx="4435986" cy="391289"/>
      </dsp:txXfrm>
    </dsp:sp>
    <dsp:sp modelId="{7E1CD861-1183-4F69-AB6F-8AFD234797B1}">
      <dsp:nvSpPr>
        <dsp:cNvPr id="0" name=""/>
        <dsp:cNvSpPr/>
      </dsp:nvSpPr>
      <dsp:spPr>
        <a:xfrm>
          <a:off x="6913226" y="1271715"/>
          <a:ext cx="443598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79C565-EA13-4A42-BF70-12ADC0D6B489}">
      <dsp:nvSpPr>
        <dsp:cNvPr id="0" name=""/>
        <dsp:cNvSpPr/>
      </dsp:nvSpPr>
      <dsp:spPr>
        <a:xfrm>
          <a:off x="7086057" y="1271715"/>
          <a:ext cx="4435986" cy="391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ফ্রিজিং</a:t>
          </a:r>
          <a:endParaRPr lang="en-US" sz="1400" kern="1200" dirty="0"/>
        </a:p>
      </dsp:txBody>
      <dsp:txXfrm>
        <a:off x="7086057" y="1271715"/>
        <a:ext cx="4435986" cy="391289"/>
      </dsp:txXfrm>
    </dsp:sp>
    <dsp:sp modelId="{3E40BFF0-2017-4933-9402-6231C918D811}">
      <dsp:nvSpPr>
        <dsp:cNvPr id="0" name=""/>
        <dsp:cNvSpPr/>
      </dsp:nvSpPr>
      <dsp:spPr>
        <a:xfrm>
          <a:off x="6913226" y="1663005"/>
          <a:ext cx="443598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55F24CE-4D59-4527-A892-B723ECAD840D}">
      <dsp:nvSpPr>
        <dsp:cNvPr id="0" name=""/>
        <dsp:cNvSpPr/>
      </dsp:nvSpPr>
      <dsp:spPr>
        <a:xfrm>
          <a:off x="7086057" y="1663005"/>
          <a:ext cx="4435986" cy="3912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জীবানুমুক্রকরণ</a:t>
          </a:r>
          <a:endParaRPr lang="en-US" sz="1400" kern="1200" dirty="0"/>
        </a:p>
      </dsp:txBody>
      <dsp:txXfrm>
        <a:off x="7086057" y="1663005"/>
        <a:ext cx="4435986" cy="391289"/>
      </dsp:txXfrm>
    </dsp:sp>
    <dsp:sp modelId="{B7C2C016-0060-445E-8840-5F49E7C7733F}">
      <dsp:nvSpPr>
        <dsp:cNvPr id="0" name=""/>
        <dsp:cNvSpPr/>
      </dsp:nvSpPr>
      <dsp:spPr>
        <a:xfrm>
          <a:off x="2304408" y="2054773"/>
          <a:ext cx="921763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3DBB4B-E33B-4137-8092-50E40FB5220D}">
      <dsp:nvSpPr>
        <dsp:cNvPr id="0" name=""/>
        <dsp:cNvSpPr/>
      </dsp:nvSpPr>
      <dsp:spPr>
        <a:xfrm>
          <a:off x="2477239" y="2152619"/>
          <a:ext cx="4435986" cy="19569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7650" tIns="247650" rIns="247650" bIns="247650" numCol="1" spcCol="1270" anchor="t" anchorCtr="0">
          <a:noAutofit/>
        </a:bodyPr>
        <a:lstStyle/>
        <a:p>
          <a:pPr marL="0" lvl="0" indent="0" algn="l" defTabSz="2889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500" kern="1200" dirty="0" err="1"/>
            <a:t>দীর্ঘকালীন</a:t>
          </a:r>
          <a:endParaRPr lang="en-US" sz="6500" kern="1200" dirty="0"/>
        </a:p>
      </dsp:txBody>
      <dsp:txXfrm>
        <a:off x="2477239" y="2152619"/>
        <a:ext cx="4435986" cy="1956927"/>
      </dsp:txXfrm>
    </dsp:sp>
    <dsp:sp modelId="{2446FD51-8374-4F2C-97FC-96FE36634350}">
      <dsp:nvSpPr>
        <dsp:cNvPr id="0" name=""/>
        <dsp:cNvSpPr/>
      </dsp:nvSpPr>
      <dsp:spPr>
        <a:xfrm>
          <a:off x="7086057" y="2152619"/>
          <a:ext cx="4435986" cy="3258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হিমাগারে</a:t>
          </a:r>
          <a:r>
            <a:rPr lang="en-US" sz="1400" kern="1200" dirty="0"/>
            <a:t> </a:t>
          </a:r>
          <a:r>
            <a:rPr lang="en-US" sz="1400" kern="1200" dirty="0" err="1"/>
            <a:t>সংরক্ষন</a:t>
          </a:r>
          <a:endParaRPr lang="en-US" sz="1400" kern="1200" dirty="0"/>
        </a:p>
      </dsp:txBody>
      <dsp:txXfrm>
        <a:off x="7086057" y="2152619"/>
        <a:ext cx="4435986" cy="325836"/>
      </dsp:txXfrm>
    </dsp:sp>
    <dsp:sp modelId="{519C8B72-D129-4178-9594-D54353FAD803}">
      <dsp:nvSpPr>
        <dsp:cNvPr id="0" name=""/>
        <dsp:cNvSpPr/>
      </dsp:nvSpPr>
      <dsp:spPr>
        <a:xfrm>
          <a:off x="6913226" y="2478455"/>
          <a:ext cx="443598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DB706C-F81B-4591-B9D3-4E03EC05CDDE}">
      <dsp:nvSpPr>
        <dsp:cNvPr id="0" name=""/>
        <dsp:cNvSpPr/>
      </dsp:nvSpPr>
      <dsp:spPr>
        <a:xfrm>
          <a:off x="7086057" y="2478455"/>
          <a:ext cx="4435986" cy="3258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ডিপফ্রিজিং</a:t>
          </a:r>
          <a:endParaRPr lang="en-US" sz="1400" kern="1200" dirty="0"/>
        </a:p>
      </dsp:txBody>
      <dsp:txXfrm>
        <a:off x="7086057" y="2478455"/>
        <a:ext cx="4435986" cy="325836"/>
      </dsp:txXfrm>
    </dsp:sp>
    <dsp:sp modelId="{6840621D-1BAD-4CAF-82F9-AA6AB9276E6E}">
      <dsp:nvSpPr>
        <dsp:cNvPr id="0" name=""/>
        <dsp:cNvSpPr/>
      </dsp:nvSpPr>
      <dsp:spPr>
        <a:xfrm>
          <a:off x="6913226" y="2804291"/>
          <a:ext cx="443598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ACA87-D367-4225-9821-F7477E30D412}">
      <dsp:nvSpPr>
        <dsp:cNvPr id="0" name=""/>
        <dsp:cNvSpPr/>
      </dsp:nvSpPr>
      <dsp:spPr>
        <a:xfrm>
          <a:off x="7086057" y="2804291"/>
          <a:ext cx="4435986" cy="3258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প্রক্রিয়াজাতকরে</a:t>
          </a:r>
          <a:r>
            <a:rPr lang="en-US" sz="1400" kern="1200" dirty="0"/>
            <a:t> </a:t>
          </a:r>
          <a:r>
            <a:rPr lang="en-US" sz="1400" kern="1200" dirty="0" err="1"/>
            <a:t>সংরক্ষন</a:t>
          </a:r>
          <a:endParaRPr lang="en-US" sz="1400" kern="1200" dirty="0"/>
        </a:p>
      </dsp:txBody>
      <dsp:txXfrm>
        <a:off x="7086057" y="2804291"/>
        <a:ext cx="4435986" cy="325836"/>
      </dsp:txXfrm>
    </dsp:sp>
    <dsp:sp modelId="{F6FD6431-2225-41AC-9392-2BE302FC079B}">
      <dsp:nvSpPr>
        <dsp:cNvPr id="0" name=""/>
        <dsp:cNvSpPr/>
      </dsp:nvSpPr>
      <dsp:spPr>
        <a:xfrm>
          <a:off x="6913226" y="3130127"/>
          <a:ext cx="443598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A3BD81-7B8A-4018-9F6E-F7E2E511F665}">
      <dsp:nvSpPr>
        <dsp:cNvPr id="0" name=""/>
        <dsp:cNvSpPr/>
      </dsp:nvSpPr>
      <dsp:spPr>
        <a:xfrm>
          <a:off x="7086057" y="3130127"/>
          <a:ext cx="4435986" cy="3258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ভিনেগারে</a:t>
          </a:r>
          <a:r>
            <a:rPr lang="en-US" sz="1400" kern="1200" dirty="0"/>
            <a:t> </a:t>
          </a:r>
          <a:r>
            <a:rPr lang="en-US" sz="1400" kern="1200" dirty="0" err="1"/>
            <a:t>রাখা</a:t>
          </a:r>
          <a:endParaRPr lang="en-US" sz="1400" kern="1200" dirty="0"/>
        </a:p>
      </dsp:txBody>
      <dsp:txXfrm>
        <a:off x="7086057" y="3130127"/>
        <a:ext cx="4435986" cy="325836"/>
      </dsp:txXfrm>
    </dsp:sp>
    <dsp:sp modelId="{8F39D772-8434-4934-9379-6E4597D095EF}">
      <dsp:nvSpPr>
        <dsp:cNvPr id="0" name=""/>
        <dsp:cNvSpPr/>
      </dsp:nvSpPr>
      <dsp:spPr>
        <a:xfrm>
          <a:off x="6913226" y="3455963"/>
          <a:ext cx="443598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5FCE63-B32D-4D5B-A5E1-91BFB5A09A18}">
      <dsp:nvSpPr>
        <dsp:cNvPr id="0" name=""/>
        <dsp:cNvSpPr/>
      </dsp:nvSpPr>
      <dsp:spPr>
        <a:xfrm>
          <a:off x="7086057" y="3455963"/>
          <a:ext cx="4435986" cy="3258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শুকিয়ে</a:t>
          </a:r>
          <a:r>
            <a:rPr lang="en-US" sz="1400" kern="1200" dirty="0"/>
            <a:t> </a:t>
          </a:r>
          <a:r>
            <a:rPr lang="en-US" sz="1400" kern="1200" dirty="0" err="1"/>
            <a:t>সংরক্ষন</a:t>
          </a:r>
          <a:endParaRPr lang="en-US" sz="1400" kern="1200" dirty="0"/>
        </a:p>
      </dsp:txBody>
      <dsp:txXfrm>
        <a:off x="7086057" y="3455963"/>
        <a:ext cx="4435986" cy="325836"/>
      </dsp:txXfrm>
    </dsp:sp>
    <dsp:sp modelId="{00DA6B83-5601-4B52-A0B3-7304A7F56991}">
      <dsp:nvSpPr>
        <dsp:cNvPr id="0" name=""/>
        <dsp:cNvSpPr/>
      </dsp:nvSpPr>
      <dsp:spPr>
        <a:xfrm>
          <a:off x="6913226" y="3781799"/>
          <a:ext cx="443598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B84157-CCA6-4063-B856-EB1C59B018BC}">
      <dsp:nvSpPr>
        <dsp:cNvPr id="0" name=""/>
        <dsp:cNvSpPr/>
      </dsp:nvSpPr>
      <dsp:spPr>
        <a:xfrm>
          <a:off x="7086057" y="3781799"/>
          <a:ext cx="4435986" cy="3258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 err="1"/>
            <a:t>ক্যানিং</a:t>
          </a:r>
          <a:r>
            <a:rPr lang="en-US" sz="1400" kern="1200" dirty="0"/>
            <a:t> </a:t>
          </a:r>
        </a:p>
      </dsp:txBody>
      <dsp:txXfrm>
        <a:off x="7086057" y="3781799"/>
        <a:ext cx="4435986" cy="325836"/>
      </dsp:txXfrm>
    </dsp:sp>
    <dsp:sp modelId="{F83ACEF7-0DE4-46C4-B415-F272D2C274B5}">
      <dsp:nvSpPr>
        <dsp:cNvPr id="0" name=""/>
        <dsp:cNvSpPr/>
      </dsp:nvSpPr>
      <dsp:spPr>
        <a:xfrm>
          <a:off x="2304408" y="4109546"/>
          <a:ext cx="921763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5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D23A4-7872-4EDC-8B4E-B4F3D4C19AD5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A1B3B5-C2E7-47F5-9B09-DD092E7638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073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72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044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897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397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70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3341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6587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115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811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554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8485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409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4300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45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9B33026C-CD84-4AB1-B98C-25DBADB97484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36592AA1-E721-40A2-B986-42111D4396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32393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8EDFE-A3E1-49FE-B561-0608A1CB1E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ফল</a:t>
            </a:r>
            <a:r>
              <a:rPr lang="en-US" dirty="0"/>
              <a:t> ও </a:t>
            </a:r>
            <a:r>
              <a:rPr lang="en-US" dirty="0" err="1"/>
              <a:t>শাকসবজি</a:t>
            </a:r>
            <a:r>
              <a:rPr lang="en-US" dirty="0"/>
              <a:t> </a:t>
            </a:r>
            <a:r>
              <a:rPr lang="en-US" dirty="0" err="1"/>
              <a:t>প্রক্রিয়াজাতকরণ</a:t>
            </a:r>
            <a:r>
              <a:rPr lang="en-US" dirty="0"/>
              <a:t> ও </a:t>
            </a:r>
            <a:r>
              <a:rPr lang="en-US" dirty="0" err="1"/>
              <a:t>সংরক্ষন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7DD907-26D8-40C1-AEC7-C34E7C2705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0001" y="5280846"/>
            <a:ext cx="10572000" cy="1414244"/>
          </a:xfrm>
        </p:spPr>
        <p:txBody>
          <a:bodyPr>
            <a:normAutofit/>
          </a:bodyPr>
          <a:lstStyle/>
          <a:p>
            <a:r>
              <a:rPr lang="bn-IN" sz="2400" dirty="0"/>
              <a:t>কৃষিবিদ আব্দুল্লাহ–</a:t>
            </a:r>
            <a:r>
              <a:rPr lang="en-US" sz="2400" dirty="0"/>
              <a:t> </a:t>
            </a:r>
            <a:r>
              <a:rPr lang="bn-IN" sz="2400" dirty="0"/>
              <a:t>আল- আমিন,</a:t>
            </a:r>
          </a:p>
          <a:p>
            <a:r>
              <a:rPr lang="bn-IN" sz="2400" dirty="0"/>
              <a:t>প্রভাষক, রাজেন্দ্রপুর ক্যান্টনমেন্ট পাবলিক কলেজ, গাজীপুর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4557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ফল</a:t>
            </a:r>
            <a:r>
              <a:rPr lang="en-US" dirty="0"/>
              <a:t> ও </a:t>
            </a:r>
            <a:r>
              <a:rPr lang="en-US" dirty="0" err="1"/>
              <a:t>শাকসবজি</a:t>
            </a:r>
            <a:r>
              <a:rPr lang="en-US" dirty="0"/>
              <a:t> </a:t>
            </a:r>
            <a:r>
              <a:rPr lang="en-US" dirty="0" err="1"/>
              <a:t>পচার</a:t>
            </a:r>
            <a:r>
              <a:rPr lang="en-US" dirty="0"/>
              <a:t> </a:t>
            </a:r>
            <a:r>
              <a:rPr lang="en-US" dirty="0" err="1"/>
              <a:t>কারণ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49" y="2493898"/>
            <a:ext cx="1154316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ভৌত</a:t>
            </a:r>
            <a:r>
              <a:rPr lang="en-US" sz="2800" dirty="0"/>
              <a:t> </a:t>
            </a:r>
            <a:r>
              <a:rPr lang="en-US" sz="2800" dirty="0" err="1"/>
              <a:t>কারণঃ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তাপমাত্রাঃ</a:t>
            </a:r>
            <a:r>
              <a:rPr lang="en-US" sz="2800" dirty="0"/>
              <a:t> </a:t>
            </a:r>
            <a:r>
              <a:rPr lang="en-US" sz="2800" dirty="0" err="1"/>
              <a:t>বাড়লে</a:t>
            </a:r>
            <a:r>
              <a:rPr lang="en-US" sz="2800" dirty="0"/>
              <a:t> </a:t>
            </a:r>
            <a:r>
              <a:rPr lang="en-US" sz="2800" dirty="0" err="1"/>
              <a:t>তাড়াতাড়ি</a:t>
            </a:r>
            <a:r>
              <a:rPr lang="en-US" sz="2800" dirty="0"/>
              <a:t> </a:t>
            </a:r>
            <a:r>
              <a:rPr lang="en-US" sz="2800" dirty="0" err="1"/>
              <a:t>পচবে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আদ্রতাঃ</a:t>
            </a:r>
            <a:r>
              <a:rPr lang="en-US" sz="2800" dirty="0"/>
              <a:t> কম </a:t>
            </a:r>
            <a:r>
              <a:rPr lang="en-US" sz="2800" dirty="0" err="1"/>
              <a:t>থাকলে</a:t>
            </a:r>
            <a:r>
              <a:rPr lang="en-US" sz="2800" dirty="0"/>
              <a:t> </a:t>
            </a:r>
            <a:r>
              <a:rPr lang="en-US" sz="2800" dirty="0" err="1"/>
              <a:t>তাড়াতাড়ি</a:t>
            </a:r>
            <a:r>
              <a:rPr lang="en-US" sz="2800" dirty="0"/>
              <a:t> </a:t>
            </a:r>
            <a:r>
              <a:rPr lang="en-US" sz="2800" dirty="0" err="1"/>
              <a:t>পচবে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বায়ু</a:t>
            </a:r>
            <a:r>
              <a:rPr lang="en-US" sz="2800" dirty="0"/>
              <a:t> </a:t>
            </a:r>
            <a:r>
              <a:rPr lang="en-US" sz="2800" dirty="0" err="1"/>
              <a:t>চলাচলঃ</a:t>
            </a:r>
            <a:r>
              <a:rPr lang="en-US" sz="2800" dirty="0"/>
              <a:t> কম </a:t>
            </a:r>
            <a:r>
              <a:rPr lang="en-US" sz="2800" dirty="0" err="1"/>
              <a:t>থাকলে</a:t>
            </a:r>
            <a:r>
              <a:rPr lang="en-US" sz="2800" dirty="0"/>
              <a:t> </a:t>
            </a:r>
            <a:r>
              <a:rPr lang="en-US" sz="2800" dirty="0" err="1"/>
              <a:t>তাড়াতাড়ি</a:t>
            </a:r>
            <a:r>
              <a:rPr lang="en-US" sz="2800" dirty="0"/>
              <a:t> </a:t>
            </a:r>
            <a:r>
              <a:rPr lang="en-US" sz="2800" dirty="0" err="1"/>
              <a:t>পচবে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জলীয়</a:t>
            </a:r>
            <a:r>
              <a:rPr lang="en-US" sz="2800" dirty="0"/>
              <a:t> </a:t>
            </a:r>
            <a:r>
              <a:rPr lang="en-US" sz="2800" dirty="0" err="1"/>
              <a:t>অংশঃ</a:t>
            </a:r>
            <a:r>
              <a:rPr lang="en-US" sz="2800" dirty="0"/>
              <a:t> </a:t>
            </a:r>
            <a:r>
              <a:rPr lang="en-US" sz="2800" dirty="0" err="1"/>
              <a:t>ভিতরের</a:t>
            </a:r>
            <a:r>
              <a:rPr lang="en-US" sz="2800" dirty="0"/>
              <a:t> </a:t>
            </a:r>
            <a:r>
              <a:rPr lang="en-US" sz="2800" dirty="0" err="1"/>
              <a:t>পানি</a:t>
            </a:r>
            <a:r>
              <a:rPr lang="en-US" sz="2800" dirty="0"/>
              <a:t> </a:t>
            </a:r>
            <a:r>
              <a:rPr lang="en-US" sz="2800" dirty="0" err="1"/>
              <a:t>বের</a:t>
            </a:r>
            <a:r>
              <a:rPr lang="en-US" sz="2800" dirty="0"/>
              <a:t> </a:t>
            </a:r>
            <a:r>
              <a:rPr lang="en-US" sz="2800" dirty="0" err="1"/>
              <a:t>হলে</a:t>
            </a:r>
            <a:r>
              <a:rPr lang="en-US" sz="2800" dirty="0"/>
              <a:t> </a:t>
            </a:r>
            <a:r>
              <a:rPr lang="en-US" sz="2800" dirty="0" err="1"/>
              <a:t>তাড়াতাড়ি</a:t>
            </a:r>
            <a:r>
              <a:rPr lang="en-US" sz="2800" dirty="0"/>
              <a:t> </a:t>
            </a:r>
            <a:r>
              <a:rPr lang="en-US" sz="2800" dirty="0" err="1"/>
              <a:t>পচবে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সংগ্রহ</a:t>
            </a:r>
            <a:r>
              <a:rPr lang="en-US" sz="2800" dirty="0"/>
              <a:t> </a:t>
            </a:r>
            <a:r>
              <a:rPr lang="en-US" sz="2800" dirty="0" err="1"/>
              <a:t>ত্রুটিঃ</a:t>
            </a:r>
            <a:r>
              <a:rPr lang="en-US" sz="2800" dirty="0"/>
              <a:t> </a:t>
            </a:r>
            <a:r>
              <a:rPr lang="en-US" sz="2800" dirty="0" err="1"/>
              <a:t>সঠিক</a:t>
            </a:r>
            <a:r>
              <a:rPr lang="en-US" sz="2800" dirty="0"/>
              <a:t> </a:t>
            </a:r>
            <a:r>
              <a:rPr lang="en-US" sz="2800" dirty="0" err="1"/>
              <a:t>উপায়ে</a:t>
            </a:r>
            <a:r>
              <a:rPr lang="en-US" sz="2800" dirty="0"/>
              <a:t> </a:t>
            </a:r>
            <a:r>
              <a:rPr lang="en-US" sz="2800" dirty="0" err="1"/>
              <a:t>সংগ্রহ</a:t>
            </a:r>
            <a:r>
              <a:rPr lang="en-US" sz="2800" dirty="0"/>
              <a:t> </a:t>
            </a:r>
            <a:r>
              <a:rPr lang="en-US" sz="2800" dirty="0" err="1"/>
              <a:t>না</a:t>
            </a:r>
            <a:r>
              <a:rPr lang="en-US" sz="2800" dirty="0"/>
              <a:t> </a:t>
            </a:r>
            <a:r>
              <a:rPr lang="en-US" sz="2800" dirty="0" err="1"/>
              <a:t>করলে</a:t>
            </a:r>
            <a:r>
              <a:rPr lang="en-US" sz="2800" dirty="0"/>
              <a:t> </a:t>
            </a:r>
            <a:r>
              <a:rPr lang="en-US" sz="2800" dirty="0" err="1"/>
              <a:t>দ্রুত</a:t>
            </a:r>
            <a:r>
              <a:rPr lang="en-US" sz="2800" dirty="0"/>
              <a:t> </a:t>
            </a:r>
            <a:r>
              <a:rPr lang="en-US" sz="2800" dirty="0" err="1"/>
              <a:t>পচবে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পরিবহন</a:t>
            </a:r>
            <a:r>
              <a:rPr lang="en-US" sz="2800" dirty="0"/>
              <a:t> </a:t>
            </a:r>
            <a:r>
              <a:rPr lang="en-US" sz="2800" dirty="0" err="1"/>
              <a:t>ত্রুটিঃ</a:t>
            </a:r>
            <a:r>
              <a:rPr lang="en-US" sz="2800" dirty="0"/>
              <a:t> </a:t>
            </a:r>
            <a:r>
              <a:rPr lang="en-US" sz="2800" dirty="0" err="1"/>
              <a:t>সমস্যা</a:t>
            </a:r>
            <a:r>
              <a:rPr lang="en-US" sz="2800" dirty="0"/>
              <a:t> </a:t>
            </a:r>
            <a:r>
              <a:rPr lang="en-US" sz="2800" dirty="0" err="1"/>
              <a:t>হলে</a:t>
            </a:r>
            <a:r>
              <a:rPr lang="en-US" sz="2800" dirty="0"/>
              <a:t> </a:t>
            </a:r>
            <a:r>
              <a:rPr lang="en-US" sz="2800" dirty="0" err="1"/>
              <a:t>দ্রুত</a:t>
            </a:r>
            <a:r>
              <a:rPr lang="en-US" sz="2800" dirty="0"/>
              <a:t> </a:t>
            </a:r>
            <a:r>
              <a:rPr lang="en-US" sz="2800" dirty="0" err="1"/>
              <a:t>পচবে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22103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ফল</a:t>
            </a:r>
            <a:r>
              <a:rPr lang="en-US" dirty="0"/>
              <a:t> ও </a:t>
            </a:r>
            <a:r>
              <a:rPr lang="en-US" dirty="0" err="1"/>
              <a:t>শাকসবজি</a:t>
            </a:r>
            <a:r>
              <a:rPr lang="en-US" dirty="0"/>
              <a:t> </a:t>
            </a:r>
            <a:r>
              <a:rPr lang="en-US" dirty="0" err="1"/>
              <a:t>পচার</a:t>
            </a:r>
            <a:r>
              <a:rPr lang="en-US" dirty="0"/>
              <a:t> </a:t>
            </a:r>
            <a:r>
              <a:rPr lang="en-US" dirty="0" err="1"/>
              <a:t>কারণ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49" y="2493898"/>
            <a:ext cx="1154316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রাসায়নিক</a:t>
            </a:r>
            <a:r>
              <a:rPr lang="en-US" sz="2800" dirty="0"/>
              <a:t>/</a:t>
            </a:r>
            <a:r>
              <a:rPr lang="en-US" sz="2800" dirty="0" err="1"/>
              <a:t>জৈবিক</a:t>
            </a:r>
            <a:r>
              <a:rPr lang="en-US" sz="2800" dirty="0"/>
              <a:t> </a:t>
            </a:r>
            <a:r>
              <a:rPr lang="en-US" sz="2800" dirty="0" err="1"/>
              <a:t>কারণঃ</a:t>
            </a:r>
            <a:endParaRPr lang="en-US" sz="2800" dirty="0"/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শ্বসনঃ</a:t>
            </a:r>
            <a:r>
              <a:rPr lang="en-US" sz="2800" dirty="0"/>
              <a:t> </a:t>
            </a:r>
            <a:r>
              <a:rPr lang="pt-BR" sz="2800" dirty="0"/>
              <a:t>C6​H12​O6​+6O2​→6CO2​+6H2​O+energy (ATP) . এই প্রক্রিয়া বেশী হলে ফ্রুত পচবে।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dirty="0"/>
              <a:t>ইথিলিনের ক্রিয়াঃ ইথিলিন দিলে দ্রুত পচবে।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dirty="0"/>
              <a:t>জীবাণুর প্রভাবঃ আক্রমনে দ্রুত পচবে।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dirty="0"/>
              <a:t>পরিপক্কতা ও জাতঃ অপরিপক্ক ফল পারলে তা তাড়াতাড়ি পচবে।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61283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ফল</a:t>
            </a:r>
            <a:r>
              <a:rPr lang="en-US" dirty="0"/>
              <a:t> ও </a:t>
            </a:r>
            <a:r>
              <a:rPr lang="en-US" dirty="0" err="1"/>
              <a:t>শাকসবজি</a:t>
            </a:r>
            <a:r>
              <a:rPr lang="en-US" dirty="0"/>
              <a:t> </a:t>
            </a:r>
            <a:r>
              <a:rPr lang="en-US" dirty="0" err="1"/>
              <a:t>পচনকারী</a:t>
            </a:r>
            <a:r>
              <a:rPr lang="en-US" dirty="0"/>
              <a:t> </a:t>
            </a:r>
            <a:r>
              <a:rPr lang="en-US" dirty="0" err="1"/>
              <a:t>জীবানু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162960" y="2738341"/>
            <a:ext cx="350369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/>
              <a:t>ছত্রাকজনিত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dirty="0"/>
              <a:t>Mucor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dirty="0"/>
              <a:t>Yeast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dirty="0"/>
              <a:t>Rhizopus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dirty="0"/>
              <a:t>Fusarium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dirty="0"/>
              <a:t>Peniciliam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endParaRPr lang="en-US" sz="2800" dirty="0"/>
          </a:p>
        </p:txBody>
      </p:sp>
      <p:pic>
        <p:nvPicPr>
          <p:cNvPr id="1026" name="Picture 2" descr="Mucor | Mycology | University of Adelaide">
            <a:extLst>
              <a:ext uri="{FF2B5EF4-FFF2-40B4-BE49-F238E27FC236}">
                <a16:creationId xmlns:a16="http://schemas.microsoft.com/office/drawing/2014/main" id="{4BA43D17-0C33-8060-4EEB-361F98F299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6653" y="2245261"/>
            <a:ext cx="2142651" cy="160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Yeast | Definition &amp; Uses | Britannica">
            <a:extLst>
              <a:ext uri="{FF2B5EF4-FFF2-40B4-BE49-F238E27FC236}">
                <a16:creationId xmlns:a16="http://schemas.microsoft.com/office/drawing/2014/main" id="{4D74AD37-220C-7C1E-07C8-17AA06144C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8064" y="2245261"/>
            <a:ext cx="2204564" cy="163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Rhizopus sporangium hi-res stock photography and images - Alamy">
            <a:extLst>
              <a:ext uri="{FF2B5EF4-FFF2-40B4-BE49-F238E27FC236}">
                <a16:creationId xmlns:a16="http://schemas.microsoft.com/office/drawing/2014/main" id="{24CD0F60-F311-649F-D3E5-13EEF956DD3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71"/>
          <a:stretch/>
        </p:blipFill>
        <p:spPr bwMode="auto">
          <a:xfrm>
            <a:off x="8525349" y="2245261"/>
            <a:ext cx="2416322" cy="1606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usarium and Verticillium Wilts of Vegetables | USU">
            <a:extLst>
              <a:ext uri="{FF2B5EF4-FFF2-40B4-BE49-F238E27FC236}">
                <a16:creationId xmlns:a16="http://schemas.microsoft.com/office/drawing/2014/main" id="{673BA464-3D2F-0A54-B9F0-77ABF9491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644" y="4109320"/>
            <a:ext cx="2171711" cy="163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Penicillium - All about toxins">
            <a:extLst>
              <a:ext uri="{FF2B5EF4-FFF2-40B4-BE49-F238E27FC236}">
                <a16:creationId xmlns:a16="http://schemas.microsoft.com/office/drawing/2014/main" id="{4721BE90-3C8B-6CEA-248F-7CA2006509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1028" y="4109320"/>
            <a:ext cx="2416323" cy="1609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530705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ফল</a:t>
            </a:r>
            <a:r>
              <a:rPr lang="en-US" dirty="0"/>
              <a:t> ও </a:t>
            </a:r>
            <a:r>
              <a:rPr lang="en-US" dirty="0" err="1"/>
              <a:t>শাকসবজি</a:t>
            </a:r>
            <a:r>
              <a:rPr lang="en-US" dirty="0"/>
              <a:t> </a:t>
            </a:r>
            <a:r>
              <a:rPr lang="en-US" dirty="0" err="1"/>
              <a:t>পচনকারী</a:t>
            </a:r>
            <a:r>
              <a:rPr lang="en-US" dirty="0"/>
              <a:t> </a:t>
            </a:r>
            <a:r>
              <a:rPr lang="en-US" dirty="0" err="1"/>
              <a:t>জীবানু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162960" y="2738341"/>
            <a:ext cx="35036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pt-BR" sz="2800" dirty="0"/>
              <a:t>ব্যাকটেরিয়া জনিত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i="1" dirty="0"/>
              <a:t>Streptococcus lactis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i="1" dirty="0"/>
              <a:t>Bacilus cereus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pt-BR" sz="2800" i="1" dirty="0"/>
              <a:t>E. coli</a:t>
            </a:r>
          </a:p>
        </p:txBody>
      </p:sp>
      <p:pic>
        <p:nvPicPr>
          <p:cNvPr id="2050" name="Picture 2" descr="Lợi khuẩn Postbiotic L.Lactis Plasma (LC-Plasma) là gì? - Nutricare">
            <a:extLst>
              <a:ext uri="{FF2B5EF4-FFF2-40B4-BE49-F238E27FC236}">
                <a16:creationId xmlns:a16="http://schemas.microsoft.com/office/drawing/2014/main" id="{71E86FA3-EE61-53BC-65DA-E8285AD377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079"/>
          <a:stretch/>
        </p:blipFill>
        <p:spPr bwMode="auto">
          <a:xfrm>
            <a:off x="4209861" y="2438161"/>
            <a:ext cx="3606297" cy="1981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Bacillus Cereus Powder 100 Billion cfu/g at ₹ 3800/kg | Bacillus Subtilis  in Nashik | ID: 2853179607388">
            <a:extLst>
              <a:ext uri="{FF2B5EF4-FFF2-40B4-BE49-F238E27FC236}">
                <a16:creationId xmlns:a16="http://schemas.microsoft.com/office/drawing/2014/main" id="{7B39155E-DF74-C772-ADEE-EB7C15CE7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3441" y="2438161"/>
            <a:ext cx="2170710" cy="1981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E coli: What is the bacteria and what are the symptoms of infection? | The  Independent | The Independent">
            <a:extLst>
              <a:ext uri="{FF2B5EF4-FFF2-40B4-BE49-F238E27FC236}">
                <a16:creationId xmlns:a16="http://schemas.microsoft.com/office/drawing/2014/main" id="{C106C449-C7CF-957C-B062-287303FEC7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17092" y="4591864"/>
            <a:ext cx="3622519" cy="2030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0512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ফল</a:t>
            </a:r>
            <a:r>
              <a:rPr lang="en-US" dirty="0"/>
              <a:t> ও </a:t>
            </a:r>
            <a:r>
              <a:rPr lang="en-US" dirty="0" err="1"/>
              <a:t>শাকসবজি</a:t>
            </a:r>
            <a:r>
              <a:rPr lang="en-US" dirty="0"/>
              <a:t> </a:t>
            </a:r>
            <a:r>
              <a:rPr lang="en-US" dirty="0" err="1"/>
              <a:t>পচার</a:t>
            </a:r>
            <a:r>
              <a:rPr lang="en-US" dirty="0"/>
              <a:t> </a:t>
            </a:r>
            <a:r>
              <a:rPr lang="en-US" dirty="0" err="1"/>
              <a:t>লক্ষণ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50" y="2493898"/>
            <a:ext cx="678104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দুর্গন্ধ</a:t>
            </a:r>
            <a:r>
              <a:rPr lang="en-US" sz="2800" dirty="0"/>
              <a:t> </a:t>
            </a:r>
            <a:r>
              <a:rPr lang="en-US" sz="2800" dirty="0" err="1"/>
              <a:t>হবে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গায়ে</a:t>
            </a:r>
            <a:r>
              <a:rPr lang="en-US" sz="2800" dirty="0"/>
              <a:t> </a:t>
            </a:r>
            <a:r>
              <a:rPr lang="en-US" sz="2800" dirty="0" err="1"/>
              <a:t>কালো</a:t>
            </a:r>
            <a:r>
              <a:rPr lang="en-US" sz="2800" dirty="0"/>
              <a:t> </a:t>
            </a:r>
            <a:r>
              <a:rPr lang="en-US" sz="2800" dirty="0" err="1"/>
              <a:t>দাগ</a:t>
            </a:r>
            <a:r>
              <a:rPr lang="en-US" sz="2800" dirty="0"/>
              <a:t> </a:t>
            </a:r>
            <a:r>
              <a:rPr lang="en-US" sz="2800" dirty="0" err="1"/>
              <a:t>পরবে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আঘাতে</a:t>
            </a:r>
            <a:r>
              <a:rPr lang="en-US" sz="2800" dirty="0"/>
              <a:t> </a:t>
            </a:r>
            <a:r>
              <a:rPr lang="en-US" sz="2800" dirty="0" err="1"/>
              <a:t>গর্তের</a:t>
            </a:r>
            <a:r>
              <a:rPr lang="en-US" sz="2800" dirty="0"/>
              <a:t> </a:t>
            </a:r>
            <a:r>
              <a:rPr lang="en-US" sz="2800" dirty="0" err="1"/>
              <a:t>চিহ্ন</a:t>
            </a:r>
            <a:r>
              <a:rPr lang="en-US" sz="2800" dirty="0"/>
              <a:t> </a:t>
            </a:r>
            <a:r>
              <a:rPr lang="en-US" sz="2800" dirty="0" err="1"/>
              <a:t>হবে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বিবর্ণ</a:t>
            </a:r>
            <a:r>
              <a:rPr lang="en-US" sz="2800" dirty="0"/>
              <a:t> </a:t>
            </a:r>
            <a:r>
              <a:rPr lang="en-US" sz="2800" dirty="0" err="1"/>
              <a:t>হয়ে</a:t>
            </a:r>
            <a:r>
              <a:rPr lang="en-US" sz="2800" dirty="0"/>
              <a:t> </a:t>
            </a:r>
            <a:r>
              <a:rPr lang="en-US" sz="2800" dirty="0" err="1"/>
              <a:t>যাবে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স্বাভাবিক</a:t>
            </a:r>
            <a:r>
              <a:rPr lang="en-US" sz="2800" dirty="0"/>
              <a:t> </a:t>
            </a:r>
            <a:r>
              <a:rPr lang="en-US" sz="2800" dirty="0" err="1"/>
              <a:t>স্বাদ</a:t>
            </a:r>
            <a:r>
              <a:rPr lang="en-US" sz="2800" dirty="0"/>
              <a:t> </a:t>
            </a:r>
            <a:r>
              <a:rPr lang="en-US" sz="2800" dirty="0" err="1"/>
              <a:t>তেতো</a:t>
            </a:r>
            <a:r>
              <a:rPr lang="en-US" sz="2800" dirty="0"/>
              <a:t> </a:t>
            </a:r>
            <a:r>
              <a:rPr lang="en-US" sz="2800" dirty="0" err="1"/>
              <a:t>হয়ে</a:t>
            </a:r>
            <a:r>
              <a:rPr lang="en-US" sz="2800" dirty="0"/>
              <a:t> </a:t>
            </a:r>
            <a:r>
              <a:rPr lang="en-US" sz="2800" dirty="0" err="1"/>
              <a:t>যাবে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নরম</a:t>
            </a:r>
            <a:r>
              <a:rPr lang="en-US" sz="2800" dirty="0"/>
              <a:t> </a:t>
            </a:r>
            <a:r>
              <a:rPr lang="en-US" sz="2800" dirty="0" err="1"/>
              <a:t>হয়ে</a:t>
            </a:r>
            <a:r>
              <a:rPr lang="en-US" sz="2800" dirty="0"/>
              <a:t> </a:t>
            </a:r>
            <a:r>
              <a:rPr lang="en-US" sz="2800" dirty="0" err="1"/>
              <a:t>যাবে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খোসা</a:t>
            </a:r>
            <a:r>
              <a:rPr lang="en-US" sz="2800" dirty="0"/>
              <a:t> </a:t>
            </a:r>
            <a:r>
              <a:rPr lang="en-US" sz="2800" dirty="0" err="1"/>
              <a:t>আলগা</a:t>
            </a:r>
            <a:r>
              <a:rPr lang="en-US" sz="2800" dirty="0"/>
              <a:t> </a:t>
            </a:r>
            <a:r>
              <a:rPr lang="en-US" sz="2800" dirty="0" err="1"/>
              <a:t>হয়ে</a:t>
            </a:r>
            <a:r>
              <a:rPr lang="en-US" sz="2800" dirty="0"/>
              <a:t> </a:t>
            </a:r>
            <a:r>
              <a:rPr lang="en-US" sz="2800" dirty="0" err="1"/>
              <a:t>যাবে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ওজন</a:t>
            </a:r>
            <a:r>
              <a:rPr lang="en-US" sz="2800" dirty="0"/>
              <a:t> </a:t>
            </a:r>
            <a:r>
              <a:rPr lang="en-US" sz="2800" dirty="0" err="1"/>
              <a:t>বেড়ে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উপরে</a:t>
            </a:r>
            <a:r>
              <a:rPr lang="en-US" sz="2800" dirty="0"/>
              <a:t> </a:t>
            </a:r>
            <a:r>
              <a:rPr lang="en-US" sz="2800" dirty="0" err="1"/>
              <a:t>ছত্রাকের</a:t>
            </a:r>
            <a:r>
              <a:rPr lang="en-US" sz="2800" dirty="0"/>
              <a:t> </a:t>
            </a:r>
            <a:r>
              <a:rPr lang="en-US" sz="2800" dirty="0" err="1"/>
              <a:t>আবরণ</a:t>
            </a:r>
            <a:r>
              <a:rPr lang="en-US" sz="2800" dirty="0"/>
              <a:t> </a:t>
            </a:r>
            <a:r>
              <a:rPr lang="en-US" sz="2800" dirty="0" err="1"/>
              <a:t>দেখা</a:t>
            </a:r>
            <a:r>
              <a:rPr lang="en-US" sz="2800" dirty="0"/>
              <a:t> </a:t>
            </a:r>
            <a:r>
              <a:rPr lang="en-US" sz="2800" dirty="0" err="1"/>
              <a:t>যাবে</a:t>
            </a:r>
            <a:endParaRPr lang="en-US" sz="2800" dirty="0"/>
          </a:p>
        </p:txBody>
      </p:sp>
      <p:pic>
        <p:nvPicPr>
          <p:cNvPr id="3074" name="Picture 2" descr="Rotten Oranges - Stock Image - C028/1256 - Science Photo Library">
            <a:extLst>
              <a:ext uri="{FF2B5EF4-FFF2-40B4-BE49-F238E27FC236}">
                <a16:creationId xmlns:a16="http://schemas.microsoft.com/office/drawing/2014/main" id="{679D19B0-289F-E7D2-90EC-6289CBB46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5106" y="2493898"/>
            <a:ext cx="4866892" cy="3689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17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ফল</a:t>
            </a:r>
            <a:r>
              <a:rPr lang="en-US" dirty="0"/>
              <a:t> ও </a:t>
            </a:r>
            <a:r>
              <a:rPr lang="en-US" dirty="0" err="1"/>
              <a:t>শাকসবজি</a:t>
            </a:r>
            <a:r>
              <a:rPr lang="en-US" dirty="0"/>
              <a:t> </a:t>
            </a:r>
            <a:r>
              <a:rPr lang="en-US" dirty="0" err="1"/>
              <a:t>সংরক্ষনের</a:t>
            </a:r>
            <a:r>
              <a:rPr lang="en-US" dirty="0"/>
              <a:t> </a:t>
            </a:r>
            <a:r>
              <a:rPr lang="en-US" dirty="0" err="1"/>
              <a:t>গুরুত্ব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262550" y="2493898"/>
            <a:ext cx="1159749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দীর্ঘদিন</a:t>
            </a:r>
            <a:r>
              <a:rPr lang="en-US" sz="2800" dirty="0"/>
              <a:t> </a:t>
            </a:r>
            <a:r>
              <a:rPr lang="en-US" sz="2800" dirty="0" err="1"/>
              <a:t>সংরক্ষন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ভালো</a:t>
            </a:r>
            <a:r>
              <a:rPr lang="en-US" sz="2800" dirty="0"/>
              <a:t> </a:t>
            </a:r>
            <a:r>
              <a:rPr lang="en-US" sz="2800" dirty="0" err="1"/>
              <a:t>দামে</a:t>
            </a:r>
            <a:r>
              <a:rPr lang="en-US" sz="2800" dirty="0"/>
              <a:t> </a:t>
            </a:r>
            <a:r>
              <a:rPr lang="en-US" sz="2800" dirty="0" err="1"/>
              <a:t>বিক্রি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মৌসুমের</a:t>
            </a:r>
            <a:r>
              <a:rPr lang="en-US" sz="2800" dirty="0"/>
              <a:t> </a:t>
            </a:r>
            <a:r>
              <a:rPr lang="en-US" sz="2800" dirty="0" err="1"/>
              <a:t>বাইরে</a:t>
            </a:r>
            <a:r>
              <a:rPr lang="en-US" sz="2800" dirty="0"/>
              <a:t> </a:t>
            </a:r>
            <a:r>
              <a:rPr lang="en-US" sz="2800" dirty="0" err="1"/>
              <a:t>বিক্রি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ফল</a:t>
            </a:r>
            <a:r>
              <a:rPr lang="en-US" sz="2800" dirty="0"/>
              <a:t> </a:t>
            </a:r>
            <a:r>
              <a:rPr lang="en-US" sz="2800" dirty="0" err="1"/>
              <a:t>টাটকা</a:t>
            </a:r>
            <a:r>
              <a:rPr lang="en-US" sz="2800" dirty="0"/>
              <a:t> </a:t>
            </a:r>
            <a:r>
              <a:rPr lang="en-US" sz="2800" dirty="0" err="1"/>
              <a:t>থাকে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খাদ্য</a:t>
            </a:r>
            <a:r>
              <a:rPr lang="en-US" sz="2800" dirty="0"/>
              <a:t> </a:t>
            </a:r>
            <a:r>
              <a:rPr lang="en-US" sz="2800" dirty="0" err="1"/>
              <a:t>উপাদান</a:t>
            </a:r>
            <a:r>
              <a:rPr lang="en-US" sz="2800" dirty="0"/>
              <a:t> ও </a:t>
            </a:r>
            <a:r>
              <a:rPr lang="en-US" sz="2800" dirty="0" err="1"/>
              <a:t>স্বাদ</a:t>
            </a:r>
            <a:r>
              <a:rPr lang="en-US" sz="2800" dirty="0"/>
              <a:t> </a:t>
            </a:r>
            <a:r>
              <a:rPr lang="en-US" sz="2800" dirty="0" err="1"/>
              <a:t>অপরিবর্তিত</a:t>
            </a:r>
            <a:r>
              <a:rPr lang="en-US" sz="2800" dirty="0"/>
              <a:t> </a:t>
            </a:r>
            <a:r>
              <a:rPr lang="en-US" sz="2800" dirty="0" err="1"/>
              <a:t>থাকে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শিল্পের</a:t>
            </a:r>
            <a:r>
              <a:rPr lang="en-US" sz="2800" dirty="0"/>
              <a:t> </a:t>
            </a:r>
            <a:r>
              <a:rPr lang="en-US" sz="2800" dirty="0" err="1"/>
              <a:t>কাচামাল</a:t>
            </a:r>
            <a:r>
              <a:rPr lang="en-US" sz="2800" dirty="0"/>
              <a:t> </a:t>
            </a:r>
            <a:r>
              <a:rPr lang="en-US" sz="2800" dirty="0" err="1"/>
              <a:t>হয়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খাদ্র</a:t>
            </a:r>
            <a:r>
              <a:rPr lang="en-US" sz="2800" dirty="0"/>
              <a:t> </a:t>
            </a:r>
            <a:r>
              <a:rPr lang="en-US" sz="2800" dirty="0" err="1"/>
              <a:t>প্রসেসিং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বেকারত্ব</a:t>
            </a:r>
            <a:r>
              <a:rPr lang="en-US" sz="2800" dirty="0"/>
              <a:t> </a:t>
            </a:r>
            <a:r>
              <a:rPr lang="en-US" sz="2800" dirty="0" err="1"/>
              <a:t>দূরীকরন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বিদেশে</a:t>
            </a:r>
            <a:r>
              <a:rPr lang="en-US" sz="2800" dirty="0"/>
              <a:t> </a:t>
            </a:r>
            <a:r>
              <a:rPr lang="en-US" sz="2800" dirty="0" err="1"/>
              <a:t>রপ্তানী</a:t>
            </a:r>
            <a:r>
              <a:rPr lang="en-US" sz="2800" dirty="0"/>
              <a:t> </a:t>
            </a:r>
            <a:r>
              <a:rPr lang="en-US" sz="2800" dirty="0" err="1"/>
              <a:t>করা</a:t>
            </a:r>
            <a:r>
              <a:rPr lang="en-US" sz="2800" dirty="0"/>
              <a:t> </a:t>
            </a:r>
            <a:r>
              <a:rPr lang="en-US" sz="2800" dirty="0" err="1"/>
              <a:t>যায়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04220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ফল</a:t>
            </a:r>
            <a:r>
              <a:rPr lang="en-US" dirty="0"/>
              <a:t> </a:t>
            </a:r>
            <a:r>
              <a:rPr lang="en-US" dirty="0" err="1"/>
              <a:t>সংরক্ষন</a:t>
            </a:r>
            <a:r>
              <a:rPr lang="en-US" dirty="0"/>
              <a:t> </a:t>
            </a:r>
            <a:r>
              <a:rPr lang="en-US" dirty="0" err="1"/>
              <a:t>পদ্ধতি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924A1A4-E075-F5FB-8E4E-25DC21A54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99008084"/>
              </p:ext>
            </p:extLst>
          </p:nvPr>
        </p:nvGraphicFramePr>
        <p:xfrm>
          <a:off x="334978" y="1955549"/>
          <a:ext cx="11522044" cy="4209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0906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টিনজাতকরণ</a:t>
            </a:r>
            <a:r>
              <a:rPr lang="en-US" dirty="0"/>
              <a:t> </a:t>
            </a:r>
            <a:r>
              <a:rPr lang="en-US" dirty="0" err="1"/>
              <a:t>পদ্ধতি</a:t>
            </a:r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33D66-1832-4BAC-8528-25F031BDF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0000" y="1996445"/>
            <a:ext cx="4393973" cy="4621637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err="1"/>
              <a:t>ফল</a:t>
            </a:r>
            <a:r>
              <a:rPr lang="en-US" sz="2400" dirty="0"/>
              <a:t> </a:t>
            </a:r>
            <a:r>
              <a:rPr lang="en-US" sz="2400" dirty="0" err="1"/>
              <a:t>সংগ্রহ</a:t>
            </a:r>
            <a:endParaRPr lang="en-US" sz="2400" dirty="0"/>
          </a:p>
          <a:p>
            <a:r>
              <a:rPr lang="en-US" sz="2400" dirty="0" err="1"/>
              <a:t>বাছাইকরণ</a:t>
            </a:r>
            <a:endParaRPr lang="en-US" sz="2400" dirty="0"/>
          </a:p>
          <a:p>
            <a:r>
              <a:rPr lang="en-US" sz="2400" dirty="0" err="1"/>
              <a:t>পরিষ্কারকরণ</a:t>
            </a:r>
            <a:endParaRPr lang="en-US" sz="2400" dirty="0"/>
          </a:p>
          <a:p>
            <a:r>
              <a:rPr lang="en-US" sz="2400" dirty="0" err="1"/>
              <a:t>খোসা</a:t>
            </a:r>
            <a:r>
              <a:rPr lang="en-US" sz="2400" dirty="0"/>
              <a:t> </a:t>
            </a:r>
            <a:r>
              <a:rPr lang="en-US" sz="2400" dirty="0" err="1"/>
              <a:t>ছাড়ানো</a:t>
            </a:r>
            <a:endParaRPr lang="en-US" sz="2400" dirty="0"/>
          </a:p>
          <a:p>
            <a:r>
              <a:rPr lang="en-US" sz="2400" dirty="0" err="1"/>
              <a:t>সিদ্ধকরণ</a:t>
            </a:r>
            <a:endParaRPr lang="en-US" sz="2400" dirty="0"/>
          </a:p>
          <a:p>
            <a:r>
              <a:rPr lang="en-US" sz="2400" dirty="0" err="1"/>
              <a:t>টিনে</a:t>
            </a:r>
            <a:r>
              <a:rPr lang="en-US" sz="2400" dirty="0"/>
              <a:t> </a:t>
            </a:r>
            <a:r>
              <a:rPr lang="en-US" sz="2400" dirty="0" err="1"/>
              <a:t>ভর্তিকরণ</a:t>
            </a:r>
            <a:endParaRPr lang="en-US" sz="2400" dirty="0"/>
          </a:p>
          <a:p>
            <a:r>
              <a:rPr lang="en-US" sz="2400" dirty="0" err="1"/>
              <a:t>বায়ুশুন্যকরণ</a:t>
            </a:r>
            <a:endParaRPr lang="en-US" sz="2400" dirty="0"/>
          </a:p>
          <a:p>
            <a:r>
              <a:rPr lang="en-US" sz="2400" dirty="0" err="1"/>
              <a:t>মুখ</a:t>
            </a:r>
            <a:r>
              <a:rPr lang="en-US" sz="2400" dirty="0"/>
              <a:t> </a:t>
            </a:r>
            <a:r>
              <a:rPr lang="en-US" sz="2400" dirty="0" err="1"/>
              <a:t>বন্ধ</a:t>
            </a:r>
            <a:r>
              <a:rPr lang="en-US" sz="2400" dirty="0"/>
              <a:t> </a:t>
            </a:r>
            <a:r>
              <a:rPr lang="en-US" sz="2400" dirty="0" err="1"/>
              <a:t>করা</a:t>
            </a:r>
            <a:r>
              <a:rPr lang="en-US" sz="2400" dirty="0"/>
              <a:t> </a:t>
            </a:r>
          </a:p>
          <a:p>
            <a:r>
              <a:rPr lang="en-US" sz="2400" dirty="0" err="1"/>
              <a:t>সংরক্ষন</a:t>
            </a:r>
            <a:endParaRPr lang="en-US" sz="2400" dirty="0"/>
          </a:p>
          <a:p>
            <a:r>
              <a:rPr lang="en-US" sz="2400" dirty="0" err="1"/>
              <a:t>পানি</a:t>
            </a:r>
            <a:r>
              <a:rPr lang="en-US" sz="2400" dirty="0"/>
              <a:t> </a:t>
            </a:r>
            <a:r>
              <a:rPr lang="en-US" sz="2400" dirty="0" err="1"/>
              <a:t>দ্বারা</a:t>
            </a:r>
            <a:r>
              <a:rPr lang="en-US" sz="2400" dirty="0"/>
              <a:t> </a:t>
            </a:r>
            <a:r>
              <a:rPr lang="en-US" sz="2400" dirty="0" err="1"/>
              <a:t>ঠান্ডাকরণ</a:t>
            </a:r>
            <a:endParaRPr lang="en-US" sz="2400" dirty="0"/>
          </a:p>
        </p:txBody>
      </p:sp>
      <p:pic>
        <p:nvPicPr>
          <p:cNvPr id="4098" name="Picture 2" descr="Canning is a thermal method of food preservation - Food Science Quiz">
            <a:extLst>
              <a:ext uri="{FF2B5EF4-FFF2-40B4-BE49-F238E27FC236}">
                <a16:creationId xmlns:a16="http://schemas.microsoft.com/office/drawing/2014/main" id="{408D084F-CA78-31C6-5050-60A17B0BF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3770" y="2244461"/>
            <a:ext cx="7106971" cy="3995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9469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শাকসবজি</a:t>
            </a:r>
            <a:r>
              <a:rPr lang="en-US" dirty="0"/>
              <a:t> </a:t>
            </a:r>
            <a:r>
              <a:rPr lang="en-US" dirty="0" err="1"/>
              <a:t>সংরক্ষনের</a:t>
            </a:r>
            <a:r>
              <a:rPr lang="en-US" dirty="0"/>
              <a:t> </a:t>
            </a:r>
            <a:r>
              <a:rPr lang="en-US" dirty="0" err="1"/>
              <a:t>প্রাথমিক</a:t>
            </a:r>
            <a:r>
              <a:rPr lang="en-US" dirty="0"/>
              <a:t> </a:t>
            </a:r>
            <a:r>
              <a:rPr lang="en-US" dirty="0" err="1"/>
              <a:t>কাজ</a:t>
            </a:r>
            <a:endParaRPr lang="en-US" sz="2800" dirty="0">
              <a:solidFill>
                <a:srgbClr val="FFC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D04C96-EEE5-8FDB-FD46-0A91DE597A26}"/>
              </a:ext>
            </a:extLst>
          </p:cNvPr>
          <p:cNvSpPr txBox="1"/>
          <p:nvPr/>
        </p:nvSpPr>
        <p:spPr>
          <a:xfrm>
            <a:off x="362139" y="2781025"/>
            <a:ext cx="4789284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পরিষ্কারকরণ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গ্রেডিং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ঠান্ডাকরণ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কিউরিং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তেল</a:t>
            </a:r>
            <a:r>
              <a:rPr lang="en-US" sz="2800" dirty="0"/>
              <a:t> </a:t>
            </a:r>
            <a:r>
              <a:rPr lang="en-US" sz="2800" dirty="0" err="1"/>
              <a:t>মাখানো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শোধন</a:t>
            </a:r>
            <a:endParaRPr lang="en-US" sz="2800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800" dirty="0" err="1"/>
              <a:t>সালফার</a:t>
            </a:r>
            <a:r>
              <a:rPr lang="en-US" sz="2800" dirty="0"/>
              <a:t> </a:t>
            </a:r>
            <a:r>
              <a:rPr lang="en-US" sz="2800" dirty="0" err="1"/>
              <a:t>ডাই</a:t>
            </a:r>
            <a:r>
              <a:rPr lang="en-US" sz="2800" dirty="0"/>
              <a:t> </a:t>
            </a:r>
            <a:r>
              <a:rPr lang="en-US" sz="2800" dirty="0" err="1"/>
              <a:t>অক্সাইডে</a:t>
            </a:r>
            <a:r>
              <a:rPr lang="en-US" sz="2800" dirty="0"/>
              <a:t> </a:t>
            </a:r>
            <a:r>
              <a:rPr lang="en-US" sz="2800" dirty="0" err="1"/>
              <a:t>শোধন</a:t>
            </a:r>
            <a:r>
              <a:rPr lang="en-US" sz="28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5653656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9570-700A-4AE5-A382-3BAD44CD2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000" y="363104"/>
            <a:ext cx="10571998" cy="1339571"/>
          </a:xfrm>
        </p:spPr>
        <p:txBody>
          <a:bodyPr/>
          <a:lstStyle/>
          <a:p>
            <a:r>
              <a:rPr lang="en-US" dirty="0" err="1"/>
              <a:t>শাকসবজি</a:t>
            </a:r>
            <a:r>
              <a:rPr lang="en-US" dirty="0"/>
              <a:t> </a:t>
            </a:r>
            <a:r>
              <a:rPr lang="en-US" dirty="0" err="1"/>
              <a:t>সংরক্ষন</a:t>
            </a:r>
            <a:r>
              <a:rPr lang="en-US" dirty="0"/>
              <a:t> </a:t>
            </a:r>
            <a:r>
              <a:rPr lang="en-US" dirty="0" err="1"/>
              <a:t>পদ্ধতি</a:t>
            </a:r>
            <a:endParaRPr lang="en-US" sz="2800" dirty="0">
              <a:solidFill>
                <a:srgbClr val="FFC000"/>
              </a:solidFill>
            </a:endParaRP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924A1A4-E075-F5FB-8E4E-25DC21A54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51418511"/>
              </p:ext>
            </p:extLst>
          </p:nvPr>
        </p:nvGraphicFramePr>
        <p:xfrm>
          <a:off x="334977" y="2285036"/>
          <a:ext cx="11522044" cy="42098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65989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Quotable">
  <a:themeElements>
    <a:clrScheme name="Quotable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Quotable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Quotabl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TM03457503[[fn=Quotable]]</Template>
  <TotalTime>1069</TotalTime>
  <Words>316</Words>
  <Application>Microsoft Office PowerPoint</Application>
  <PresentationFormat>Widescreen</PresentationFormat>
  <Paragraphs>95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Century Gothic</vt:lpstr>
      <vt:lpstr>Courier New</vt:lpstr>
      <vt:lpstr>Wingdings 2</vt:lpstr>
      <vt:lpstr>Quotable</vt:lpstr>
      <vt:lpstr>ফল ও শাকসবজি প্রক্রিয়াজাতকরণ ও সংরক্ষন</vt:lpstr>
      <vt:lpstr>ফল ও শাকসবজি পচার কারণ</vt:lpstr>
      <vt:lpstr>ফল ও শাকসবজি পচার কারণ</vt:lpstr>
      <vt:lpstr>ফল ও শাকসবজি পচনকারী জীবানু</vt:lpstr>
      <vt:lpstr>ফল ও শাকসবজি পচনকারী জীবানু</vt:lpstr>
      <vt:lpstr>ফল ও শাকসবজি পচার লক্ষণ</vt:lpstr>
      <vt:lpstr>ফল ও শাকসবজি সংরক্ষনের গুরুত্ব</vt:lpstr>
      <vt:lpstr>ফল সংরক্ষন পদ্ধতি</vt:lpstr>
      <vt:lpstr>টিনজাতকরণ পদ্ধতি </vt:lpstr>
      <vt:lpstr>শাকসবজি সংরক্ষনের প্রাথমিক কাজ</vt:lpstr>
      <vt:lpstr>শাকসবজি সংরক্ষন পদ্ধতি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বিশেষ উৎপাদন সম্পর্কিত কৃষি প্রযুক্তি</dc:title>
  <dc:creator>Abdullah Limon</dc:creator>
  <cp:lastModifiedBy>Abdullah Limon</cp:lastModifiedBy>
  <cp:revision>236</cp:revision>
  <dcterms:created xsi:type="dcterms:W3CDTF">2025-01-01T02:54:10Z</dcterms:created>
  <dcterms:modified xsi:type="dcterms:W3CDTF">2026-04-29T23:26:22Z</dcterms:modified>
</cp:coreProperties>
</file>